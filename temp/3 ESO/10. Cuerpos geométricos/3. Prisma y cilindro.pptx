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924"/>
    <a:srgbClr val="C59203"/>
    <a:srgbClr val="B58603"/>
    <a:srgbClr val="F2B404"/>
    <a:srgbClr val="F8B43F"/>
    <a:srgbClr val="F9C468"/>
    <a:srgbClr val="FFFFFF"/>
    <a:srgbClr val="BCEAFA"/>
    <a:srgbClr val="B4E8FA"/>
    <a:srgbClr val="C9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rma libre: forma 122">
            <a:extLst>
              <a:ext uri="{FF2B5EF4-FFF2-40B4-BE49-F238E27FC236}">
                <a16:creationId xmlns:a16="http://schemas.microsoft.com/office/drawing/2014/main" id="{1A5378CD-7610-C47B-6E07-FCEA0AD02209}"/>
              </a:ext>
            </a:extLst>
          </p:cNvPr>
          <p:cNvSpPr/>
          <p:nvPr/>
        </p:nvSpPr>
        <p:spPr>
          <a:xfrm>
            <a:off x="1956080" y="2551996"/>
            <a:ext cx="1294891" cy="2145941"/>
          </a:xfrm>
          <a:custGeom>
            <a:avLst/>
            <a:gdLst>
              <a:gd name="connsiteX0" fmla="*/ 4106 w 1294891"/>
              <a:gd name="connsiteY0" fmla="*/ 0 h 2145941"/>
              <a:gd name="connsiteX1" fmla="*/ 1292462 w 1294891"/>
              <a:gd name="connsiteY1" fmla="*/ 0 h 2145941"/>
              <a:gd name="connsiteX2" fmla="*/ 1292462 w 1294891"/>
              <a:gd name="connsiteY2" fmla="*/ 850117 h 2145941"/>
              <a:gd name="connsiteX3" fmla="*/ 1294891 w 1294891"/>
              <a:gd name="connsiteY3" fmla="*/ 850117 h 2145941"/>
              <a:gd name="connsiteX4" fmla="*/ 1294891 w 1294891"/>
              <a:gd name="connsiteY4" fmla="*/ 1894667 h 2145941"/>
              <a:gd name="connsiteX5" fmla="*/ 1287491 w 1294891"/>
              <a:gd name="connsiteY5" fmla="*/ 1894667 h 2145941"/>
              <a:gd name="connsiteX6" fmla="*/ 1287703 w 1294891"/>
              <a:gd name="connsiteY6" fmla="*/ 1895490 h 2145941"/>
              <a:gd name="connsiteX7" fmla="*/ 644336 w 1294891"/>
              <a:gd name="connsiteY7" fmla="*/ 2145941 h 2145941"/>
              <a:gd name="connsiteX8" fmla="*/ 968 w 1294891"/>
              <a:gd name="connsiteY8" fmla="*/ 1895490 h 2145941"/>
              <a:gd name="connsiteX9" fmla="*/ 1179 w 1294891"/>
              <a:gd name="connsiteY9" fmla="*/ 1894667 h 2145941"/>
              <a:gd name="connsiteX10" fmla="*/ 0 w 1294891"/>
              <a:gd name="connsiteY10" fmla="*/ 1894667 h 2145941"/>
              <a:gd name="connsiteX11" fmla="*/ 0 w 1294891"/>
              <a:gd name="connsiteY11" fmla="*/ 850117 h 2145941"/>
              <a:gd name="connsiteX12" fmla="*/ 4106 w 1294891"/>
              <a:gd name="connsiteY12" fmla="*/ 850117 h 214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94891" h="2145941">
                <a:moveTo>
                  <a:pt x="4106" y="0"/>
                </a:moveTo>
                <a:lnTo>
                  <a:pt x="1292462" y="0"/>
                </a:lnTo>
                <a:lnTo>
                  <a:pt x="1292462" y="850117"/>
                </a:lnTo>
                <a:lnTo>
                  <a:pt x="1294891" y="850117"/>
                </a:lnTo>
                <a:lnTo>
                  <a:pt x="1294891" y="1894667"/>
                </a:lnTo>
                <a:lnTo>
                  <a:pt x="1287491" y="1894667"/>
                </a:lnTo>
                <a:lnTo>
                  <a:pt x="1287703" y="1895490"/>
                </a:lnTo>
                <a:cubicBezTo>
                  <a:pt x="1287703" y="2033811"/>
                  <a:pt x="999658" y="2145941"/>
                  <a:pt x="644336" y="2145941"/>
                </a:cubicBezTo>
                <a:cubicBezTo>
                  <a:pt x="289013" y="2145941"/>
                  <a:pt x="968" y="2033811"/>
                  <a:pt x="968" y="1895490"/>
                </a:cubicBezTo>
                <a:lnTo>
                  <a:pt x="1179" y="1894667"/>
                </a:lnTo>
                <a:lnTo>
                  <a:pt x="0" y="1894667"/>
                </a:lnTo>
                <a:lnTo>
                  <a:pt x="0" y="850117"/>
                </a:lnTo>
                <a:lnTo>
                  <a:pt x="4106" y="850117"/>
                </a:lnTo>
                <a:close/>
              </a:path>
            </a:pathLst>
          </a:custGeom>
          <a:gradFill>
            <a:gsLst>
              <a:gs pos="27000">
                <a:srgbClr val="C0E5F5"/>
              </a:gs>
              <a:gs pos="64200">
                <a:srgbClr val="88CDEC"/>
              </a:gs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5" name="Arco 74">
            <a:extLst>
              <a:ext uri="{FF2B5EF4-FFF2-40B4-BE49-F238E27FC236}">
                <a16:creationId xmlns:a16="http://schemas.microsoft.com/office/drawing/2014/main" id="{091E7FD7-71AB-EB54-C807-7D509EBAE29B}"/>
              </a:ext>
            </a:extLst>
          </p:cNvPr>
          <p:cNvSpPr/>
          <p:nvPr/>
        </p:nvSpPr>
        <p:spPr>
          <a:xfrm rot="5400000" flipH="1">
            <a:off x="2349791" y="3811769"/>
            <a:ext cx="497317" cy="1284836"/>
          </a:xfrm>
          <a:prstGeom prst="arc">
            <a:avLst>
              <a:gd name="adj1" fmla="val 16200000"/>
              <a:gd name="adj2" fmla="val 5372496"/>
            </a:avLst>
          </a:prstGeom>
          <a:noFill/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Arco 77">
            <a:extLst>
              <a:ext uri="{FF2B5EF4-FFF2-40B4-BE49-F238E27FC236}">
                <a16:creationId xmlns:a16="http://schemas.microsoft.com/office/drawing/2014/main" id="{847904B3-4B56-3B0B-B09F-27B4F1DB6199}"/>
              </a:ext>
            </a:extLst>
          </p:cNvPr>
          <p:cNvSpPr/>
          <p:nvPr/>
        </p:nvSpPr>
        <p:spPr>
          <a:xfrm rot="5400000">
            <a:off x="2349789" y="3811769"/>
            <a:ext cx="497317" cy="1284836"/>
          </a:xfrm>
          <a:prstGeom prst="arc">
            <a:avLst>
              <a:gd name="adj1" fmla="val 16200000"/>
              <a:gd name="adj2" fmla="val 5372496"/>
            </a:avLst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CA472171-B5E2-0BEA-5F26-C30E2C9C109F}"/>
              </a:ext>
            </a:extLst>
          </p:cNvPr>
          <p:cNvCxnSpPr>
            <a:cxnSpLocks/>
          </p:cNvCxnSpPr>
          <p:nvPr/>
        </p:nvCxnSpPr>
        <p:spPr>
          <a:xfrm rot="5400000">
            <a:off x="1003948" y="3505281"/>
            <a:ext cx="1897815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92337856-F355-4ACA-9AA5-5DD86A2A0798}"/>
              </a:ext>
            </a:extLst>
          </p:cNvPr>
          <p:cNvCxnSpPr>
            <a:cxnSpLocks/>
          </p:cNvCxnSpPr>
          <p:nvPr/>
        </p:nvCxnSpPr>
        <p:spPr>
          <a:xfrm rot="5400000">
            <a:off x="2291331" y="3505279"/>
            <a:ext cx="1897815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cortamos un prisma o un cilindro horizontalmente la sección obtenida será igual que la base. El volumen se podrá calcular como el área de la base por la altura del lateral.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Rectángulo 39">
            <a:extLst>
              <a:ext uri="{FF2B5EF4-FFF2-40B4-BE49-F238E27FC236}">
                <a16:creationId xmlns:a16="http://schemas.microsoft.com/office/drawing/2014/main" id="{93A3A2AE-EE2C-0EEB-0DF3-296C2817A2CD}"/>
              </a:ext>
            </a:extLst>
          </p:cNvPr>
          <p:cNvSpPr/>
          <p:nvPr/>
        </p:nvSpPr>
        <p:spPr>
          <a:xfrm flipH="1">
            <a:off x="5061374" y="2394198"/>
            <a:ext cx="260748" cy="211660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261939 h 2309483"/>
              <a:gd name="connsiteX1" fmla="*/ 434193 w 638981"/>
              <a:gd name="connsiteY1" fmla="*/ 0 h 2309483"/>
              <a:gd name="connsiteX2" fmla="*/ 638981 w 638981"/>
              <a:gd name="connsiteY2" fmla="*/ 2309483 h 2309483"/>
              <a:gd name="connsiteX3" fmla="*/ 33338 w 638981"/>
              <a:gd name="connsiteY3" fmla="*/ 2014208 h 2309483"/>
              <a:gd name="connsiteX4" fmla="*/ 0 w 638981"/>
              <a:gd name="connsiteY4" fmla="*/ 261939 h 2309483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429431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310369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312750"/>
              <a:gd name="connsiteY0" fmla="*/ 302421 h 2054690"/>
              <a:gd name="connsiteX1" fmla="*/ 312750 w 312750"/>
              <a:gd name="connsiteY1" fmla="*/ 0 h 2054690"/>
              <a:gd name="connsiteX2" fmla="*/ 310369 w 312750"/>
              <a:gd name="connsiteY2" fmla="*/ 1745127 h 2054690"/>
              <a:gd name="connsiteX3" fmla="*/ 33338 w 312750"/>
              <a:gd name="connsiteY3" fmla="*/ 2054690 h 2054690"/>
              <a:gd name="connsiteX4" fmla="*/ 0 w 312750"/>
              <a:gd name="connsiteY4" fmla="*/ 302421 h 2054690"/>
              <a:gd name="connsiteX0" fmla="*/ 0 w 300843"/>
              <a:gd name="connsiteY0" fmla="*/ 319090 h 2054690"/>
              <a:gd name="connsiteX1" fmla="*/ 300843 w 300843"/>
              <a:gd name="connsiteY1" fmla="*/ 0 h 2054690"/>
              <a:gd name="connsiteX2" fmla="*/ 298462 w 300843"/>
              <a:gd name="connsiteY2" fmla="*/ 1745127 h 2054690"/>
              <a:gd name="connsiteX3" fmla="*/ 21431 w 300843"/>
              <a:gd name="connsiteY3" fmla="*/ 2054690 h 2054690"/>
              <a:gd name="connsiteX4" fmla="*/ 0 w 300843"/>
              <a:gd name="connsiteY4" fmla="*/ 319090 h 2054690"/>
              <a:gd name="connsiteX0" fmla="*/ 0 w 286556"/>
              <a:gd name="connsiteY0" fmla="*/ 323852 h 2054690"/>
              <a:gd name="connsiteX1" fmla="*/ 286556 w 286556"/>
              <a:gd name="connsiteY1" fmla="*/ 0 h 2054690"/>
              <a:gd name="connsiteX2" fmla="*/ 284175 w 286556"/>
              <a:gd name="connsiteY2" fmla="*/ 1745127 h 2054690"/>
              <a:gd name="connsiteX3" fmla="*/ 7144 w 286556"/>
              <a:gd name="connsiteY3" fmla="*/ 2054690 h 2054690"/>
              <a:gd name="connsiteX4" fmla="*/ 0 w 286556"/>
              <a:gd name="connsiteY4" fmla="*/ 323852 h 2054690"/>
              <a:gd name="connsiteX0" fmla="*/ 0 w 305606"/>
              <a:gd name="connsiteY0" fmla="*/ 311946 h 2054690"/>
              <a:gd name="connsiteX1" fmla="*/ 305606 w 305606"/>
              <a:gd name="connsiteY1" fmla="*/ 0 h 2054690"/>
              <a:gd name="connsiteX2" fmla="*/ 303225 w 305606"/>
              <a:gd name="connsiteY2" fmla="*/ 1745127 h 2054690"/>
              <a:gd name="connsiteX3" fmla="*/ 26194 w 305606"/>
              <a:gd name="connsiteY3" fmla="*/ 2054690 h 2054690"/>
              <a:gd name="connsiteX4" fmla="*/ 0 w 305606"/>
              <a:gd name="connsiteY4" fmla="*/ 311946 h 2054690"/>
              <a:gd name="connsiteX0" fmla="*/ 0 w 305606"/>
              <a:gd name="connsiteY0" fmla="*/ 311946 h 2076121"/>
              <a:gd name="connsiteX1" fmla="*/ 305606 w 305606"/>
              <a:gd name="connsiteY1" fmla="*/ 0 h 2076121"/>
              <a:gd name="connsiteX2" fmla="*/ 303225 w 305606"/>
              <a:gd name="connsiteY2" fmla="*/ 1745127 h 2076121"/>
              <a:gd name="connsiteX3" fmla="*/ 2381 w 305606"/>
              <a:gd name="connsiteY3" fmla="*/ 2076121 h 2076121"/>
              <a:gd name="connsiteX4" fmla="*/ 0 w 305606"/>
              <a:gd name="connsiteY4" fmla="*/ 311946 h 2076121"/>
              <a:gd name="connsiteX0" fmla="*/ 47704 w 303304"/>
              <a:gd name="connsiteY0" fmla="*/ 383384 h 2076121"/>
              <a:gd name="connsiteX1" fmla="*/ 303304 w 303304"/>
              <a:gd name="connsiteY1" fmla="*/ 0 h 2076121"/>
              <a:gd name="connsiteX2" fmla="*/ 300923 w 303304"/>
              <a:gd name="connsiteY2" fmla="*/ 1745127 h 2076121"/>
              <a:gd name="connsiteX3" fmla="*/ 79 w 303304"/>
              <a:gd name="connsiteY3" fmla="*/ 2076121 h 2076121"/>
              <a:gd name="connsiteX4" fmla="*/ 47704 w 303304"/>
              <a:gd name="connsiteY4" fmla="*/ 383384 h 2076121"/>
              <a:gd name="connsiteX0" fmla="*/ 5148 w 260748"/>
              <a:gd name="connsiteY0" fmla="*/ 383384 h 2116602"/>
              <a:gd name="connsiteX1" fmla="*/ 260748 w 260748"/>
              <a:gd name="connsiteY1" fmla="*/ 0 h 2116602"/>
              <a:gd name="connsiteX2" fmla="*/ 258367 w 260748"/>
              <a:gd name="connsiteY2" fmla="*/ 1745127 h 2116602"/>
              <a:gd name="connsiteX3" fmla="*/ 386 w 260748"/>
              <a:gd name="connsiteY3" fmla="*/ 2116602 h 2116602"/>
              <a:gd name="connsiteX4" fmla="*/ 5148 w 260748"/>
              <a:gd name="connsiteY4" fmla="*/ 383384 h 21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748" h="2116602">
                <a:moveTo>
                  <a:pt x="5148" y="383384"/>
                </a:moveTo>
                <a:lnTo>
                  <a:pt x="260748" y="0"/>
                </a:lnTo>
                <a:cubicBezTo>
                  <a:pt x="259161" y="568215"/>
                  <a:pt x="259954" y="1176912"/>
                  <a:pt x="258367" y="1745127"/>
                </a:cubicBezTo>
                <a:lnTo>
                  <a:pt x="386" y="2116602"/>
                </a:lnTo>
                <a:cubicBezTo>
                  <a:pt x="-1995" y="1539656"/>
                  <a:pt x="7529" y="960330"/>
                  <a:pt x="5148" y="383384"/>
                </a:cubicBez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Rectángulo 39">
            <a:extLst>
              <a:ext uri="{FF2B5EF4-FFF2-40B4-BE49-F238E27FC236}">
                <a16:creationId xmlns:a16="http://schemas.microsoft.com/office/drawing/2014/main" id="{49CEE4FA-6802-3307-E1E5-E3C4C76BE3B2}"/>
              </a:ext>
            </a:extLst>
          </p:cNvPr>
          <p:cNvSpPr/>
          <p:nvPr/>
        </p:nvSpPr>
        <p:spPr>
          <a:xfrm>
            <a:off x="3969460" y="2395475"/>
            <a:ext cx="305606" cy="2076121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261939 h 2309483"/>
              <a:gd name="connsiteX1" fmla="*/ 434193 w 638981"/>
              <a:gd name="connsiteY1" fmla="*/ 0 h 2309483"/>
              <a:gd name="connsiteX2" fmla="*/ 638981 w 638981"/>
              <a:gd name="connsiteY2" fmla="*/ 2309483 h 2309483"/>
              <a:gd name="connsiteX3" fmla="*/ 33338 w 638981"/>
              <a:gd name="connsiteY3" fmla="*/ 2014208 h 2309483"/>
              <a:gd name="connsiteX4" fmla="*/ 0 w 638981"/>
              <a:gd name="connsiteY4" fmla="*/ 261939 h 2309483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429431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310369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312750"/>
              <a:gd name="connsiteY0" fmla="*/ 302421 h 2054690"/>
              <a:gd name="connsiteX1" fmla="*/ 312750 w 312750"/>
              <a:gd name="connsiteY1" fmla="*/ 0 h 2054690"/>
              <a:gd name="connsiteX2" fmla="*/ 310369 w 312750"/>
              <a:gd name="connsiteY2" fmla="*/ 1745127 h 2054690"/>
              <a:gd name="connsiteX3" fmla="*/ 33338 w 312750"/>
              <a:gd name="connsiteY3" fmla="*/ 2054690 h 2054690"/>
              <a:gd name="connsiteX4" fmla="*/ 0 w 312750"/>
              <a:gd name="connsiteY4" fmla="*/ 302421 h 2054690"/>
              <a:gd name="connsiteX0" fmla="*/ 0 w 300843"/>
              <a:gd name="connsiteY0" fmla="*/ 319090 h 2054690"/>
              <a:gd name="connsiteX1" fmla="*/ 300843 w 300843"/>
              <a:gd name="connsiteY1" fmla="*/ 0 h 2054690"/>
              <a:gd name="connsiteX2" fmla="*/ 298462 w 300843"/>
              <a:gd name="connsiteY2" fmla="*/ 1745127 h 2054690"/>
              <a:gd name="connsiteX3" fmla="*/ 21431 w 300843"/>
              <a:gd name="connsiteY3" fmla="*/ 2054690 h 2054690"/>
              <a:gd name="connsiteX4" fmla="*/ 0 w 300843"/>
              <a:gd name="connsiteY4" fmla="*/ 319090 h 2054690"/>
              <a:gd name="connsiteX0" fmla="*/ 0 w 286556"/>
              <a:gd name="connsiteY0" fmla="*/ 323852 h 2054690"/>
              <a:gd name="connsiteX1" fmla="*/ 286556 w 286556"/>
              <a:gd name="connsiteY1" fmla="*/ 0 h 2054690"/>
              <a:gd name="connsiteX2" fmla="*/ 284175 w 286556"/>
              <a:gd name="connsiteY2" fmla="*/ 1745127 h 2054690"/>
              <a:gd name="connsiteX3" fmla="*/ 7144 w 286556"/>
              <a:gd name="connsiteY3" fmla="*/ 2054690 h 2054690"/>
              <a:gd name="connsiteX4" fmla="*/ 0 w 286556"/>
              <a:gd name="connsiteY4" fmla="*/ 323852 h 2054690"/>
              <a:gd name="connsiteX0" fmla="*/ 0 w 305606"/>
              <a:gd name="connsiteY0" fmla="*/ 311946 h 2054690"/>
              <a:gd name="connsiteX1" fmla="*/ 305606 w 305606"/>
              <a:gd name="connsiteY1" fmla="*/ 0 h 2054690"/>
              <a:gd name="connsiteX2" fmla="*/ 303225 w 305606"/>
              <a:gd name="connsiteY2" fmla="*/ 1745127 h 2054690"/>
              <a:gd name="connsiteX3" fmla="*/ 26194 w 305606"/>
              <a:gd name="connsiteY3" fmla="*/ 2054690 h 2054690"/>
              <a:gd name="connsiteX4" fmla="*/ 0 w 305606"/>
              <a:gd name="connsiteY4" fmla="*/ 311946 h 2054690"/>
              <a:gd name="connsiteX0" fmla="*/ 0 w 305606"/>
              <a:gd name="connsiteY0" fmla="*/ 311946 h 2076121"/>
              <a:gd name="connsiteX1" fmla="*/ 305606 w 305606"/>
              <a:gd name="connsiteY1" fmla="*/ 0 h 2076121"/>
              <a:gd name="connsiteX2" fmla="*/ 303225 w 305606"/>
              <a:gd name="connsiteY2" fmla="*/ 1745127 h 2076121"/>
              <a:gd name="connsiteX3" fmla="*/ 2381 w 305606"/>
              <a:gd name="connsiteY3" fmla="*/ 2076121 h 2076121"/>
              <a:gd name="connsiteX4" fmla="*/ 0 w 305606"/>
              <a:gd name="connsiteY4" fmla="*/ 311946 h 207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606" h="2076121">
                <a:moveTo>
                  <a:pt x="0" y="311946"/>
                </a:moveTo>
                <a:lnTo>
                  <a:pt x="305606" y="0"/>
                </a:lnTo>
                <a:cubicBezTo>
                  <a:pt x="304019" y="568215"/>
                  <a:pt x="304812" y="1176912"/>
                  <a:pt x="303225" y="1745127"/>
                </a:cubicBezTo>
                <a:lnTo>
                  <a:pt x="2381" y="2076121"/>
                </a:lnTo>
                <a:cubicBezTo>
                  <a:pt x="0" y="1499175"/>
                  <a:pt x="2381" y="888892"/>
                  <a:pt x="0" y="311946"/>
                </a:cubicBez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838685B-9BEF-8AAD-C55D-5C27D68E4EC5}"/>
              </a:ext>
            </a:extLst>
          </p:cNvPr>
          <p:cNvSpPr/>
          <p:nvPr/>
        </p:nvSpPr>
        <p:spPr>
          <a:xfrm>
            <a:off x="4279186" y="2393721"/>
            <a:ext cx="785710" cy="1744026"/>
          </a:xfrm>
          <a:prstGeom prst="rect">
            <a:avLst/>
          </a:pr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Pentágono 37">
            <a:extLst>
              <a:ext uri="{FF2B5EF4-FFF2-40B4-BE49-F238E27FC236}">
                <a16:creationId xmlns:a16="http://schemas.microsoft.com/office/drawing/2014/main" id="{2D83FBEC-C595-EDF5-5577-D59D5DCE272E}"/>
              </a:ext>
            </a:extLst>
          </p:cNvPr>
          <p:cNvSpPr/>
          <p:nvPr/>
        </p:nvSpPr>
        <p:spPr>
          <a:xfrm rot="10800000">
            <a:off x="3989652" y="4135994"/>
            <a:ext cx="1338118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8118" h="610365">
                <a:moveTo>
                  <a:pt x="0" y="229787"/>
                </a:moveTo>
                <a:lnTo>
                  <a:pt x="750022" y="0"/>
                </a:lnTo>
                <a:lnTo>
                  <a:pt x="1338118" y="299637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 39">
            <a:extLst>
              <a:ext uri="{FF2B5EF4-FFF2-40B4-BE49-F238E27FC236}">
                <a16:creationId xmlns:a16="http://schemas.microsoft.com/office/drawing/2014/main" id="{74D423A0-D906-381B-6113-43E1638790E4}"/>
              </a:ext>
            </a:extLst>
          </p:cNvPr>
          <p:cNvSpPr/>
          <p:nvPr/>
        </p:nvSpPr>
        <p:spPr>
          <a:xfrm flipH="1">
            <a:off x="4574162" y="2774657"/>
            <a:ext cx="749206" cy="1983250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27075"/>
              <a:gd name="connsiteY0" fmla="*/ 0 h 2038019"/>
              <a:gd name="connsiteX1" fmla="*/ 627075 w 627075"/>
              <a:gd name="connsiteY1" fmla="*/ 288130 h 2038019"/>
              <a:gd name="connsiteX2" fmla="*/ 619931 w 627075"/>
              <a:gd name="connsiteY2" fmla="*/ 2038019 h 2038019"/>
              <a:gd name="connsiteX3" fmla="*/ 7144 w 627075"/>
              <a:gd name="connsiteY3" fmla="*/ 1757031 h 2038019"/>
              <a:gd name="connsiteX4" fmla="*/ 0 w 627075"/>
              <a:gd name="connsiteY4" fmla="*/ 0 h 2038019"/>
              <a:gd name="connsiteX0" fmla="*/ 0 w 748519"/>
              <a:gd name="connsiteY0" fmla="*/ 0 h 1983250"/>
              <a:gd name="connsiteX1" fmla="*/ 748519 w 748519"/>
              <a:gd name="connsiteY1" fmla="*/ 233361 h 1983250"/>
              <a:gd name="connsiteX2" fmla="*/ 741375 w 748519"/>
              <a:gd name="connsiteY2" fmla="*/ 1983250 h 1983250"/>
              <a:gd name="connsiteX3" fmla="*/ 128588 w 748519"/>
              <a:gd name="connsiteY3" fmla="*/ 1702262 h 1983250"/>
              <a:gd name="connsiteX4" fmla="*/ 0 w 748519"/>
              <a:gd name="connsiteY4" fmla="*/ 0 h 1983250"/>
              <a:gd name="connsiteX0" fmla="*/ 687 w 749206"/>
              <a:gd name="connsiteY0" fmla="*/ 0 h 1983250"/>
              <a:gd name="connsiteX1" fmla="*/ 749206 w 749206"/>
              <a:gd name="connsiteY1" fmla="*/ 233361 h 1983250"/>
              <a:gd name="connsiteX2" fmla="*/ 742062 w 749206"/>
              <a:gd name="connsiteY2" fmla="*/ 1983250 h 1983250"/>
              <a:gd name="connsiteX3" fmla="*/ 687 w 749206"/>
              <a:gd name="connsiteY3" fmla="*/ 1747506 h 1983250"/>
              <a:gd name="connsiteX4" fmla="*/ 687 w 749206"/>
              <a:gd name="connsiteY4" fmla="*/ 0 h 198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206" h="1983250">
                <a:moveTo>
                  <a:pt x="687" y="0"/>
                </a:moveTo>
                <a:lnTo>
                  <a:pt x="749206" y="233361"/>
                </a:lnTo>
                <a:cubicBezTo>
                  <a:pt x="746825" y="816657"/>
                  <a:pt x="744443" y="1399954"/>
                  <a:pt x="742062" y="1983250"/>
                </a:cubicBezTo>
                <a:lnTo>
                  <a:pt x="687" y="1747506"/>
                </a:lnTo>
                <a:cubicBezTo>
                  <a:pt x="-1694" y="1161829"/>
                  <a:pt x="3068" y="585677"/>
                  <a:pt x="687" y="0"/>
                </a:cubicBezTo>
                <a:close/>
              </a:path>
            </a:pathLst>
          </a:custGeom>
          <a:solidFill>
            <a:srgbClr val="F6A924">
              <a:alpha val="7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Pentágono 37">
            <a:extLst>
              <a:ext uri="{FF2B5EF4-FFF2-40B4-BE49-F238E27FC236}">
                <a16:creationId xmlns:a16="http://schemas.microsoft.com/office/drawing/2014/main" id="{14408839-B704-1983-8274-C7CD570EEA2B}"/>
              </a:ext>
            </a:extLst>
          </p:cNvPr>
          <p:cNvSpPr/>
          <p:nvPr/>
        </p:nvSpPr>
        <p:spPr>
          <a:xfrm rot="10800000">
            <a:off x="3986640" y="2402581"/>
            <a:ext cx="1338118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8118" h="610365">
                <a:moveTo>
                  <a:pt x="0" y="229787"/>
                </a:moveTo>
                <a:lnTo>
                  <a:pt x="750022" y="0"/>
                </a:lnTo>
                <a:lnTo>
                  <a:pt x="1338118" y="299637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>
              <a:alpha val="44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AFCB3A5-C25B-84FF-347E-4D2378499422}"/>
              </a:ext>
            </a:extLst>
          </p:cNvPr>
          <p:cNvSpPr/>
          <p:nvPr/>
        </p:nvSpPr>
        <p:spPr>
          <a:xfrm>
            <a:off x="3972352" y="2710616"/>
            <a:ext cx="619931" cy="2038019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931" h="2038019">
                <a:moveTo>
                  <a:pt x="0" y="0"/>
                </a:moveTo>
                <a:lnTo>
                  <a:pt x="605643" y="285749"/>
                </a:lnTo>
                <a:lnTo>
                  <a:pt x="619931" y="2038019"/>
                </a:lnTo>
                <a:lnTo>
                  <a:pt x="7144" y="1757031"/>
                </a:lnTo>
                <a:cubicBezTo>
                  <a:pt x="4763" y="1171354"/>
                  <a:pt x="2381" y="585677"/>
                  <a:pt x="0" y="0"/>
                </a:cubicBezTo>
                <a:close/>
              </a:path>
            </a:pathLst>
          </a:custGeom>
          <a:solidFill>
            <a:srgbClr val="F6A924">
              <a:alpha val="2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9B2BC3A-6365-813E-7C51-6EF893C3CD36}"/>
              </a:ext>
            </a:extLst>
          </p:cNvPr>
          <p:cNvCxnSpPr>
            <a:cxnSpLocks/>
          </p:cNvCxnSpPr>
          <p:nvPr/>
        </p:nvCxnSpPr>
        <p:spPr>
          <a:xfrm>
            <a:off x="4574576" y="3002637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4ECEB3C-5632-DD3C-8A9D-A9A35DFF8D6A}"/>
              </a:ext>
            </a:extLst>
          </p:cNvPr>
          <p:cNvCxnSpPr>
            <a:cxnSpLocks/>
          </p:cNvCxnSpPr>
          <p:nvPr/>
        </p:nvCxnSpPr>
        <p:spPr>
          <a:xfrm>
            <a:off x="3969167" y="2710290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6BB89F3-8956-29F4-58BB-53851E013A3A}"/>
              </a:ext>
            </a:extLst>
          </p:cNvPr>
          <p:cNvCxnSpPr>
            <a:cxnSpLocks/>
          </p:cNvCxnSpPr>
          <p:nvPr/>
        </p:nvCxnSpPr>
        <p:spPr>
          <a:xfrm>
            <a:off x="5318329" y="2772528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aralelogramo 51">
            <a:extLst>
              <a:ext uri="{FF2B5EF4-FFF2-40B4-BE49-F238E27FC236}">
                <a16:creationId xmlns:a16="http://schemas.microsoft.com/office/drawing/2014/main" id="{DA87EF63-AB1C-9BF3-D13A-6BF3919B9D95}"/>
              </a:ext>
            </a:extLst>
          </p:cNvPr>
          <p:cNvSpPr/>
          <p:nvPr/>
        </p:nvSpPr>
        <p:spPr>
          <a:xfrm>
            <a:off x="878198" y="3027304"/>
            <a:ext cx="5256559" cy="803392"/>
          </a:xfrm>
          <a:prstGeom prst="parallelogram">
            <a:avLst>
              <a:gd name="adj" fmla="val 60861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 39">
            <a:extLst>
              <a:ext uri="{FF2B5EF4-FFF2-40B4-BE49-F238E27FC236}">
                <a16:creationId xmlns:a16="http://schemas.microsoft.com/office/drawing/2014/main" id="{A262C72C-C7BF-73B5-1EF5-FAF93E6D0E95}"/>
              </a:ext>
            </a:extLst>
          </p:cNvPr>
          <p:cNvSpPr/>
          <p:nvPr/>
        </p:nvSpPr>
        <p:spPr>
          <a:xfrm>
            <a:off x="3967136" y="2713679"/>
            <a:ext cx="610407" cy="102301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12788"/>
              <a:gd name="connsiteY0" fmla="*/ 0 h 2193507"/>
              <a:gd name="connsiteX1" fmla="*/ 605643 w 612788"/>
              <a:gd name="connsiteY1" fmla="*/ 285749 h 2193507"/>
              <a:gd name="connsiteX2" fmla="*/ 612788 w 612788"/>
              <a:gd name="connsiteY2" fmla="*/ 2193507 h 2193507"/>
              <a:gd name="connsiteX3" fmla="*/ 7144 w 612788"/>
              <a:gd name="connsiteY3" fmla="*/ 1757031 h 2193507"/>
              <a:gd name="connsiteX4" fmla="*/ 0 w 612788"/>
              <a:gd name="connsiteY4" fmla="*/ 0 h 2193507"/>
              <a:gd name="connsiteX0" fmla="*/ 0 w 610407"/>
              <a:gd name="connsiteY0" fmla="*/ 433834 h 1907758"/>
              <a:gd name="connsiteX1" fmla="*/ 603262 w 610407"/>
              <a:gd name="connsiteY1" fmla="*/ 0 h 1907758"/>
              <a:gd name="connsiteX2" fmla="*/ 610407 w 610407"/>
              <a:gd name="connsiteY2" fmla="*/ 1907758 h 1907758"/>
              <a:gd name="connsiteX3" fmla="*/ 4763 w 610407"/>
              <a:gd name="connsiteY3" fmla="*/ 1471282 h 1907758"/>
              <a:gd name="connsiteX4" fmla="*/ 0 w 610407"/>
              <a:gd name="connsiteY4" fmla="*/ 433834 h 1907758"/>
              <a:gd name="connsiteX0" fmla="*/ 0 w 610407"/>
              <a:gd name="connsiteY0" fmla="*/ 1 h 1473925"/>
              <a:gd name="connsiteX1" fmla="*/ 605643 w 610407"/>
              <a:gd name="connsiteY1" fmla="*/ 347223 h 1473925"/>
              <a:gd name="connsiteX2" fmla="*/ 610407 w 610407"/>
              <a:gd name="connsiteY2" fmla="*/ 1473925 h 1473925"/>
              <a:gd name="connsiteX3" fmla="*/ 4763 w 610407"/>
              <a:gd name="connsiteY3" fmla="*/ 1037449 h 1473925"/>
              <a:gd name="connsiteX4" fmla="*/ 0 w 610407"/>
              <a:gd name="connsiteY4" fmla="*/ 1 h 1473925"/>
              <a:gd name="connsiteX0" fmla="*/ 0 w 610407"/>
              <a:gd name="connsiteY0" fmla="*/ 0 h 1553475"/>
              <a:gd name="connsiteX1" fmla="*/ 605643 w 610407"/>
              <a:gd name="connsiteY1" fmla="*/ 426773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10407"/>
              <a:gd name="connsiteY0" fmla="*/ 0 h 1553475"/>
              <a:gd name="connsiteX1" fmla="*/ 608024 w 610407"/>
              <a:gd name="connsiteY1" fmla="*/ 448469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407" h="1553475">
                <a:moveTo>
                  <a:pt x="0" y="0"/>
                </a:moveTo>
                <a:lnTo>
                  <a:pt x="608024" y="448469"/>
                </a:lnTo>
                <a:cubicBezTo>
                  <a:pt x="610406" y="1084388"/>
                  <a:pt x="608025" y="917556"/>
                  <a:pt x="610407" y="1553475"/>
                </a:cubicBezTo>
                <a:lnTo>
                  <a:pt x="4763" y="1116999"/>
                </a:lnTo>
                <a:cubicBezTo>
                  <a:pt x="2382" y="531322"/>
                  <a:pt x="2381" y="585677"/>
                  <a:pt x="0" y="0"/>
                </a:cubicBezTo>
                <a:close/>
              </a:path>
            </a:pathLst>
          </a:custGeom>
          <a:solidFill>
            <a:srgbClr val="F9C46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 39">
            <a:extLst>
              <a:ext uri="{FF2B5EF4-FFF2-40B4-BE49-F238E27FC236}">
                <a16:creationId xmlns:a16="http://schemas.microsoft.com/office/drawing/2014/main" id="{B6FACF83-22EB-D673-752D-759919988A93}"/>
              </a:ext>
            </a:extLst>
          </p:cNvPr>
          <p:cNvSpPr/>
          <p:nvPr/>
        </p:nvSpPr>
        <p:spPr>
          <a:xfrm flipV="1">
            <a:off x="4579963" y="2783529"/>
            <a:ext cx="740884" cy="95316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12788"/>
              <a:gd name="connsiteY0" fmla="*/ 0 h 2193507"/>
              <a:gd name="connsiteX1" fmla="*/ 605643 w 612788"/>
              <a:gd name="connsiteY1" fmla="*/ 285749 h 2193507"/>
              <a:gd name="connsiteX2" fmla="*/ 612788 w 612788"/>
              <a:gd name="connsiteY2" fmla="*/ 2193507 h 2193507"/>
              <a:gd name="connsiteX3" fmla="*/ 7144 w 612788"/>
              <a:gd name="connsiteY3" fmla="*/ 1757031 h 2193507"/>
              <a:gd name="connsiteX4" fmla="*/ 0 w 612788"/>
              <a:gd name="connsiteY4" fmla="*/ 0 h 2193507"/>
              <a:gd name="connsiteX0" fmla="*/ 0 w 610407"/>
              <a:gd name="connsiteY0" fmla="*/ 433834 h 1907758"/>
              <a:gd name="connsiteX1" fmla="*/ 603262 w 610407"/>
              <a:gd name="connsiteY1" fmla="*/ 0 h 1907758"/>
              <a:gd name="connsiteX2" fmla="*/ 610407 w 610407"/>
              <a:gd name="connsiteY2" fmla="*/ 1907758 h 1907758"/>
              <a:gd name="connsiteX3" fmla="*/ 4763 w 610407"/>
              <a:gd name="connsiteY3" fmla="*/ 1471282 h 1907758"/>
              <a:gd name="connsiteX4" fmla="*/ 0 w 610407"/>
              <a:gd name="connsiteY4" fmla="*/ 433834 h 1907758"/>
              <a:gd name="connsiteX0" fmla="*/ 0 w 610407"/>
              <a:gd name="connsiteY0" fmla="*/ 1 h 1473925"/>
              <a:gd name="connsiteX1" fmla="*/ 605643 w 610407"/>
              <a:gd name="connsiteY1" fmla="*/ 347223 h 1473925"/>
              <a:gd name="connsiteX2" fmla="*/ 610407 w 610407"/>
              <a:gd name="connsiteY2" fmla="*/ 1473925 h 1473925"/>
              <a:gd name="connsiteX3" fmla="*/ 4763 w 610407"/>
              <a:gd name="connsiteY3" fmla="*/ 1037449 h 1473925"/>
              <a:gd name="connsiteX4" fmla="*/ 0 w 610407"/>
              <a:gd name="connsiteY4" fmla="*/ 1 h 1473925"/>
              <a:gd name="connsiteX0" fmla="*/ 0 w 610407"/>
              <a:gd name="connsiteY0" fmla="*/ 0 h 1553475"/>
              <a:gd name="connsiteX1" fmla="*/ 605643 w 610407"/>
              <a:gd name="connsiteY1" fmla="*/ 426773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10407"/>
              <a:gd name="connsiteY0" fmla="*/ 0 h 1553475"/>
              <a:gd name="connsiteX1" fmla="*/ 608024 w 610407"/>
              <a:gd name="connsiteY1" fmla="*/ 448469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08273"/>
              <a:gd name="connsiteY0" fmla="*/ 0 h 1350979"/>
              <a:gd name="connsiteX1" fmla="*/ 608024 w 608273"/>
              <a:gd name="connsiteY1" fmla="*/ 448469 h 1350979"/>
              <a:gd name="connsiteX2" fmla="*/ 597258 w 608273"/>
              <a:gd name="connsiteY2" fmla="*/ 1350979 h 1350979"/>
              <a:gd name="connsiteX3" fmla="*/ 4763 w 608273"/>
              <a:gd name="connsiteY3" fmla="*/ 1116999 h 1350979"/>
              <a:gd name="connsiteX4" fmla="*/ 0 w 608273"/>
              <a:gd name="connsiteY4" fmla="*/ 0 h 1350979"/>
              <a:gd name="connsiteX0" fmla="*/ 0 w 608684"/>
              <a:gd name="connsiteY0" fmla="*/ 0 h 1447406"/>
              <a:gd name="connsiteX1" fmla="*/ 608024 w 608684"/>
              <a:gd name="connsiteY1" fmla="*/ 448469 h 1447406"/>
              <a:gd name="connsiteX2" fmla="*/ 607777 w 608684"/>
              <a:gd name="connsiteY2" fmla="*/ 1447406 h 1447406"/>
              <a:gd name="connsiteX3" fmla="*/ 4763 w 608684"/>
              <a:gd name="connsiteY3" fmla="*/ 1116999 h 1447406"/>
              <a:gd name="connsiteX4" fmla="*/ 0 w 608684"/>
              <a:gd name="connsiteY4" fmla="*/ 0 h 1447406"/>
              <a:gd name="connsiteX0" fmla="*/ 0 w 613644"/>
              <a:gd name="connsiteY0" fmla="*/ 0 h 1447406"/>
              <a:gd name="connsiteX1" fmla="*/ 613283 w 613644"/>
              <a:gd name="connsiteY1" fmla="*/ 347221 h 1447406"/>
              <a:gd name="connsiteX2" fmla="*/ 607777 w 613644"/>
              <a:gd name="connsiteY2" fmla="*/ 1447406 h 1447406"/>
              <a:gd name="connsiteX3" fmla="*/ 4763 w 613644"/>
              <a:gd name="connsiteY3" fmla="*/ 1116999 h 1447406"/>
              <a:gd name="connsiteX4" fmla="*/ 0 w 613644"/>
              <a:gd name="connsiteY4" fmla="*/ 0 h 1447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644" h="1447406">
                <a:moveTo>
                  <a:pt x="0" y="0"/>
                </a:moveTo>
                <a:lnTo>
                  <a:pt x="613283" y="347221"/>
                </a:lnTo>
                <a:cubicBezTo>
                  <a:pt x="615665" y="983140"/>
                  <a:pt x="605395" y="811487"/>
                  <a:pt x="607777" y="1447406"/>
                </a:cubicBezTo>
                <a:lnTo>
                  <a:pt x="4763" y="1116999"/>
                </a:lnTo>
                <a:cubicBezTo>
                  <a:pt x="2382" y="531322"/>
                  <a:pt x="2381" y="585677"/>
                  <a:pt x="0" y="0"/>
                </a:cubicBezTo>
                <a:close/>
              </a:path>
            </a:pathLst>
          </a:custGeom>
          <a:solidFill>
            <a:srgbClr val="F8B43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64CEAE1-3BA2-75A6-03DE-DE21C23100F6}"/>
              </a:ext>
            </a:extLst>
          </p:cNvPr>
          <p:cNvCxnSpPr>
            <a:cxnSpLocks/>
          </p:cNvCxnSpPr>
          <p:nvPr/>
        </p:nvCxnSpPr>
        <p:spPr>
          <a:xfrm>
            <a:off x="5058691" y="2391749"/>
            <a:ext cx="7591" cy="1744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267E1B9-5DF5-4E23-A3B6-657D8A968276}"/>
              </a:ext>
            </a:extLst>
          </p:cNvPr>
          <p:cNvCxnSpPr>
            <a:cxnSpLocks/>
          </p:cNvCxnSpPr>
          <p:nvPr/>
        </p:nvCxnSpPr>
        <p:spPr>
          <a:xfrm>
            <a:off x="4271595" y="2398959"/>
            <a:ext cx="7591" cy="1744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D92E2F9-8DF1-BCFF-0C01-155F13E2704C}"/>
              </a:ext>
            </a:extLst>
          </p:cNvPr>
          <p:cNvCxnSpPr>
            <a:cxnSpLocks/>
          </p:cNvCxnSpPr>
          <p:nvPr/>
        </p:nvCxnSpPr>
        <p:spPr>
          <a:xfrm flipV="1">
            <a:off x="4571523" y="2772528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A5F0126-DB77-8D97-33FA-509DBDB0802F}"/>
              </a:ext>
            </a:extLst>
          </p:cNvPr>
          <p:cNvCxnSpPr>
            <a:cxnSpLocks/>
          </p:cNvCxnSpPr>
          <p:nvPr/>
        </p:nvCxnSpPr>
        <p:spPr>
          <a:xfrm>
            <a:off x="3969232" y="2712737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61F5075-466E-0653-8D97-E478D1EFF7F1}"/>
              </a:ext>
            </a:extLst>
          </p:cNvPr>
          <p:cNvCxnSpPr>
            <a:cxnSpLocks/>
          </p:cNvCxnSpPr>
          <p:nvPr/>
        </p:nvCxnSpPr>
        <p:spPr>
          <a:xfrm flipV="1">
            <a:off x="3969232" y="2394130"/>
            <a:ext cx="301145" cy="31860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65904E3-5EEB-4464-2F36-669099379EA6}"/>
              </a:ext>
            </a:extLst>
          </p:cNvPr>
          <p:cNvCxnSpPr>
            <a:cxnSpLocks/>
          </p:cNvCxnSpPr>
          <p:nvPr/>
        </p:nvCxnSpPr>
        <p:spPr>
          <a:xfrm>
            <a:off x="4270377" y="2394130"/>
            <a:ext cx="788538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907B3C93-DBCE-789D-EA3B-3814F2890D50}"/>
              </a:ext>
            </a:extLst>
          </p:cNvPr>
          <p:cNvCxnSpPr>
            <a:cxnSpLocks/>
          </p:cNvCxnSpPr>
          <p:nvPr/>
        </p:nvCxnSpPr>
        <p:spPr>
          <a:xfrm>
            <a:off x="5058915" y="2394130"/>
            <a:ext cx="259862" cy="37839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854DA01-D1C2-4EC4-6AC0-468B0348570F}"/>
              </a:ext>
            </a:extLst>
          </p:cNvPr>
          <p:cNvCxnSpPr>
            <a:cxnSpLocks/>
          </p:cNvCxnSpPr>
          <p:nvPr/>
        </p:nvCxnSpPr>
        <p:spPr>
          <a:xfrm flipV="1">
            <a:off x="4577504" y="4519154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F33D007-90DF-D253-A122-00EE3AFEF153}"/>
              </a:ext>
            </a:extLst>
          </p:cNvPr>
          <p:cNvCxnSpPr>
            <a:cxnSpLocks/>
          </p:cNvCxnSpPr>
          <p:nvPr/>
        </p:nvCxnSpPr>
        <p:spPr>
          <a:xfrm>
            <a:off x="3975213" y="4459363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1AA978A-295B-F303-92D6-24A3DCC9986D}"/>
              </a:ext>
            </a:extLst>
          </p:cNvPr>
          <p:cNvCxnSpPr>
            <a:cxnSpLocks/>
          </p:cNvCxnSpPr>
          <p:nvPr/>
        </p:nvCxnSpPr>
        <p:spPr>
          <a:xfrm flipV="1">
            <a:off x="3975213" y="4140756"/>
            <a:ext cx="301145" cy="318607"/>
          </a:xfrm>
          <a:prstGeom prst="line">
            <a:avLst/>
          </a:prstGeom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2CB11AA-C319-CC71-20A5-554BDF7BA35F}"/>
              </a:ext>
            </a:extLst>
          </p:cNvPr>
          <p:cNvCxnSpPr>
            <a:cxnSpLocks/>
          </p:cNvCxnSpPr>
          <p:nvPr/>
        </p:nvCxnSpPr>
        <p:spPr>
          <a:xfrm>
            <a:off x="4276358" y="4140756"/>
            <a:ext cx="788538" cy="0"/>
          </a:xfrm>
          <a:prstGeom prst="line">
            <a:avLst/>
          </a:prstGeom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BBD2783-062C-2775-61D1-EBECEBBA5F77}"/>
              </a:ext>
            </a:extLst>
          </p:cNvPr>
          <p:cNvCxnSpPr/>
          <p:nvPr/>
        </p:nvCxnSpPr>
        <p:spPr>
          <a:xfrm flipH="1" flipV="1">
            <a:off x="5066058" y="4138375"/>
            <a:ext cx="259862" cy="3783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entágono 37">
            <a:extLst>
              <a:ext uri="{FF2B5EF4-FFF2-40B4-BE49-F238E27FC236}">
                <a16:creationId xmlns:a16="http://schemas.microsoft.com/office/drawing/2014/main" id="{6789194A-830D-E682-7EF2-4014D9C5C5A7}"/>
              </a:ext>
            </a:extLst>
          </p:cNvPr>
          <p:cNvSpPr/>
          <p:nvPr/>
        </p:nvSpPr>
        <p:spPr>
          <a:xfrm rot="10800000">
            <a:off x="3981168" y="3130535"/>
            <a:ext cx="1342881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  <a:gd name="connsiteX0" fmla="*/ 0 w 1342881"/>
              <a:gd name="connsiteY0" fmla="*/ 229787 h 610365"/>
              <a:gd name="connsiteX1" fmla="*/ 750022 w 1342881"/>
              <a:gd name="connsiteY1" fmla="*/ 0 h 610365"/>
              <a:gd name="connsiteX2" fmla="*/ 1342881 w 1342881"/>
              <a:gd name="connsiteY2" fmla="*/ 292494 h 610365"/>
              <a:gd name="connsiteX3" fmla="*/ 1055981 w 1342881"/>
              <a:gd name="connsiteY3" fmla="*/ 610365 h 610365"/>
              <a:gd name="connsiteX4" fmla="*/ 266262 w 1342881"/>
              <a:gd name="connsiteY4" fmla="*/ 610365 h 610365"/>
              <a:gd name="connsiteX5" fmla="*/ 0 w 1342881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2881" h="610365">
                <a:moveTo>
                  <a:pt x="0" y="229787"/>
                </a:moveTo>
                <a:lnTo>
                  <a:pt x="750022" y="0"/>
                </a:lnTo>
                <a:lnTo>
                  <a:pt x="1342881" y="292494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/>
          </a:solidFill>
          <a:ln w="127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7" name="Imagen 136">
            <a:extLst>
              <a:ext uri="{FF2B5EF4-FFF2-40B4-BE49-F238E27FC236}">
                <a16:creationId xmlns:a16="http://schemas.microsoft.com/office/drawing/2014/main" id="{88982884-D1AE-6B67-B497-B798A0F66A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576"/>
          <a:stretch>
            <a:fillRect/>
          </a:stretch>
        </p:blipFill>
        <p:spPr>
          <a:xfrm>
            <a:off x="1958507" y="2551959"/>
            <a:ext cx="1292464" cy="867498"/>
          </a:xfrm>
          <a:custGeom>
            <a:avLst/>
            <a:gdLst>
              <a:gd name="connsiteX0" fmla="*/ 1283001 w 1292464"/>
              <a:gd name="connsiteY0" fmla="*/ 0 h 867498"/>
              <a:gd name="connsiteX1" fmla="*/ 1292464 w 1292464"/>
              <a:gd name="connsiteY1" fmla="*/ 0 h 867498"/>
              <a:gd name="connsiteX2" fmla="*/ 1292464 w 1292464"/>
              <a:gd name="connsiteY2" fmla="*/ 867498 h 867498"/>
              <a:gd name="connsiteX3" fmla="*/ 0 w 1292464"/>
              <a:gd name="connsiteY3" fmla="*/ 867498 h 867498"/>
              <a:gd name="connsiteX4" fmla="*/ 0 w 1292464"/>
              <a:gd name="connsiteY4" fmla="*/ 7045 h 867498"/>
              <a:gd name="connsiteX5" fmla="*/ 12668 w 1292464"/>
              <a:gd name="connsiteY5" fmla="*/ 55686 h 867498"/>
              <a:gd name="connsiteX6" fmla="*/ 642035 w 1292464"/>
              <a:gd name="connsiteY6" fmla="*/ 254232 h 867498"/>
              <a:gd name="connsiteX7" fmla="*/ 1284453 w 1292464"/>
              <a:gd name="connsiteY7" fmla="*/ 5573 h 867498"/>
              <a:gd name="connsiteX8" fmla="*/ 0 w 1292464"/>
              <a:gd name="connsiteY8" fmla="*/ 0 h 867498"/>
              <a:gd name="connsiteX9" fmla="*/ 1068 w 1292464"/>
              <a:gd name="connsiteY9" fmla="*/ 0 h 867498"/>
              <a:gd name="connsiteX10" fmla="*/ 0 w 1292464"/>
              <a:gd name="connsiteY10" fmla="*/ 4100 h 86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2464" h="867498">
                <a:moveTo>
                  <a:pt x="1283001" y="0"/>
                </a:moveTo>
                <a:lnTo>
                  <a:pt x="1292464" y="0"/>
                </a:lnTo>
                <a:lnTo>
                  <a:pt x="1292464" y="867498"/>
                </a:lnTo>
                <a:lnTo>
                  <a:pt x="0" y="867498"/>
                </a:lnTo>
                <a:lnTo>
                  <a:pt x="0" y="7045"/>
                </a:lnTo>
                <a:lnTo>
                  <a:pt x="12668" y="55686"/>
                </a:lnTo>
                <a:cubicBezTo>
                  <a:pt x="72571" y="168996"/>
                  <a:pt x="331586" y="254232"/>
                  <a:pt x="642035" y="254232"/>
                </a:cubicBezTo>
                <a:cubicBezTo>
                  <a:pt x="996833" y="254232"/>
                  <a:pt x="1284453" y="142904"/>
                  <a:pt x="1284453" y="5573"/>
                </a:cubicBezTo>
                <a:close/>
                <a:moveTo>
                  <a:pt x="0" y="0"/>
                </a:moveTo>
                <a:lnTo>
                  <a:pt x="1068" y="0"/>
                </a:lnTo>
                <a:lnTo>
                  <a:pt x="0" y="4100"/>
                </a:lnTo>
                <a:close/>
              </a:path>
            </a:pathLst>
          </a:custGeom>
        </p:spPr>
      </p:pic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CC71CB0-4903-5B75-D8AC-784F30FD7FF8}"/>
              </a:ext>
            </a:extLst>
          </p:cNvPr>
          <p:cNvCxnSpPr>
            <a:cxnSpLocks/>
          </p:cNvCxnSpPr>
          <p:nvPr/>
        </p:nvCxnSpPr>
        <p:spPr>
          <a:xfrm flipV="1">
            <a:off x="3972121" y="3130535"/>
            <a:ext cx="301145" cy="31860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90D91703-E9F0-3DA7-2A4F-3346148BAEB2}"/>
              </a:ext>
            </a:extLst>
          </p:cNvPr>
          <p:cNvCxnSpPr>
            <a:cxnSpLocks/>
          </p:cNvCxnSpPr>
          <p:nvPr/>
        </p:nvCxnSpPr>
        <p:spPr>
          <a:xfrm flipV="1">
            <a:off x="4574674" y="3510041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6E0190B-3C67-89A1-5527-D98519FFFCB5}"/>
              </a:ext>
            </a:extLst>
          </p:cNvPr>
          <p:cNvCxnSpPr>
            <a:cxnSpLocks/>
          </p:cNvCxnSpPr>
          <p:nvPr/>
        </p:nvCxnSpPr>
        <p:spPr>
          <a:xfrm>
            <a:off x="4271170" y="3130535"/>
            <a:ext cx="78853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3C806CD8-328C-0F5D-76B7-029B94218773}"/>
              </a:ext>
            </a:extLst>
          </p:cNvPr>
          <p:cNvCxnSpPr>
            <a:cxnSpLocks/>
          </p:cNvCxnSpPr>
          <p:nvPr/>
        </p:nvCxnSpPr>
        <p:spPr>
          <a:xfrm>
            <a:off x="5061296" y="3126881"/>
            <a:ext cx="259862" cy="3783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19B44549-6570-8191-04F9-C55D3662540E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4574921" y="3002636"/>
            <a:ext cx="0" cy="7340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9176476-70E8-E512-D808-6FE456981097}"/>
              </a:ext>
            </a:extLst>
          </p:cNvPr>
          <p:cNvCxnSpPr>
            <a:cxnSpLocks/>
          </p:cNvCxnSpPr>
          <p:nvPr/>
        </p:nvCxnSpPr>
        <p:spPr>
          <a:xfrm>
            <a:off x="3975213" y="3449142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FAE49737-22C7-8D4E-2936-06BB9765E823}"/>
              </a:ext>
            </a:extLst>
          </p:cNvPr>
          <p:cNvCxnSpPr>
            <a:cxnSpLocks/>
          </p:cNvCxnSpPr>
          <p:nvPr/>
        </p:nvCxnSpPr>
        <p:spPr>
          <a:xfrm flipH="1">
            <a:off x="3971953" y="2715486"/>
            <a:ext cx="595" cy="729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F5EB8EB-3823-6385-9B9E-A755F8826BF1}"/>
              </a:ext>
            </a:extLst>
          </p:cNvPr>
          <p:cNvCxnSpPr>
            <a:cxnSpLocks/>
          </p:cNvCxnSpPr>
          <p:nvPr/>
        </p:nvCxnSpPr>
        <p:spPr>
          <a:xfrm>
            <a:off x="5319996" y="2773407"/>
            <a:ext cx="0" cy="723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Elipse 120">
            <a:extLst>
              <a:ext uri="{FF2B5EF4-FFF2-40B4-BE49-F238E27FC236}">
                <a16:creationId xmlns:a16="http://schemas.microsoft.com/office/drawing/2014/main" id="{4CF10903-550C-7AC1-75E3-0480C8480E51}"/>
              </a:ext>
            </a:extLst>
          </p:cNvPr>
          <p:cNvSpPr/>
          <p:nvPr/>
        </p:nvSpPr>
        <p:spPr>
          <a:xfrm rot="5400000">
            <a:off x="2347119" y="2777555"/>
            <a:ext cx="497317" cy="12848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4803BF03-D8ED-A704-F82F-4153A9A3DFD2}"/>
              </a:ext>
            </a:extLst>
          </p:cNvPr>
          <p:cNvSpPr/>
          <p:nvPr/>
        </p:nvSpPr>
        <p:spPr>
          <a:xfrm rot="5400000">
            <a:off x="2349789" y="1913954"/>
            <a:ext cx="497317" cy="1284836"/>
          </a:xfrm>
          <a:prstGeom prst="ellipse">
            <a:avLst/>
          </a:prstGeom>
          <a:gradFill flip="none" rotWithShape="1">
            <a:gsLst>
              <a:gs pos="27000">
                <a:srgbClr val="C0E5F5"/>
              </a:gs>
              <a:gs pos="64200">
                <a:srgbClr val="88CDEC"/>
              </a:gs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824E6562-2D6A-4B3E-554B-8CE09F6661E0}"/>
              </a:ext>
            </a:extLst>
          </p:cNvPr>
          <p:cNvCxnSpPr>
            <a:cxnSpLocks/>
          </p:cNvCxnSpPr>
          <p:nvPr/>
        </p:nvCxnSpPr>
        <p:spPr>
          <a:xfrm>
            <a:off x="1956251" y="2556372"/>
            <a:ext cx="0" cy="86074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38F805A-E521-EFC4-B4EC-3C806AE90179}"/>
              </a:ext>
            </a:extLst>
          </p:cNvPr>
          <p:cNvCxnSpPr>
            <a:cxnSpLocks/>
          </p:cNvCxnSpPr>
          <p:nvPr/>
        </p:nvCxnSpPr>
        <p:spPr>
          <a:xfrm>
            <a:off x="3236608" y="2572265"/>
            <a:ext cx="0" cy="86074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D5D0441-7849-DFA5-1FF6-060F2B4F3979}"/>
              </a:ext>
            </a:extLst>
          </p:cNvPr>
          <p:cNvSpPr txBox="1"/>
          <p:nvPr/>
        </p:nvSpPr>
        <p:spPr>
          <a:xfrm>
            <a:off x="1798544" y="4920786"/>
            <a:ext cx="159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CILINDRO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5E1FA79-E39E-ABCB-585A-B7229C6E41A2}"/>
              </a:ext>
            </a:extLst>
          </p:cNvPr>
          <p:cNvSpPr txBox="1"/>
          <p:nvPr/>
        </p:nvSpPr>
        <p:spPr>
          <a:xfrm>
            <a:off x="3796945" y="4920786"/>
            <a:ext cx="159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PRISMA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832933-8838-D4A4-D0FB-012A95BAE52E}"/>
              </a:ext>
            </a:extLst>
          </p:cNvPr>
          <p:cNvSpPr txBox="1"/>
          <p:nvPr/>
        </p:nvSpPr>
        <p:spPr>
          <a:xfrm>
            <a:off x="7651222" y="2317929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Volumen del cilindro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0DD377CA-5EA5-2232-2619-126CC3FC032F}"/>
              </a:ext>
            </a:extLst>
          </p:cNvPr>
          <p:cNvCxnSpPr>
            <a:cxnSpLocks/>
          </p:cNvCxnSpPr>
          <p:nvPr/>
        </p:nvCxnSpPr>
        <p:spPr>
          <a:xfrm>
            <a:off x="7808616" y="2672458"/>
            <a:ext cx="2543175" cy="0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6B54E3CA-8F81-4548-BEE8-CFCB6C19C563}"/>
              </a:ext>
            </a:extLst>
          </p:cNvPr>
          <p:cNvSpPr txBox="1"/>
          <p:nvPr/>
        </p:nvSpPr>
        <p:spPr>
          <a:xfrm>
            <a:off x="7651222" y="3593798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Volumen del prisma</a:t>
            </a:r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EB873C90-517E-BF57-2817-8FB69758A6DC}"/>
              </a:ext>
            </a:extLst>
          </p:cNvPr>
          <p:cNvCxnSpPr>
            <a:cxnSpLocks/>
          </p:cNvCxnSpPr>
          <p:nvPr/>
        </p:nvCxnSpPr>
        <p:spPr>
          <a:xfrm>
            <a:off x="7808616" y="3948327"/>
            <a:ext cx="2543175" cy="0"/>
          </a:xfrm>
          <a:prstGeom prst="line">
            <a:avLst/>
          </a:prstGeom>
          <a:ln w="38100" cap="rnd">
            <a:solidFill>
              <a:srgbClr val="F6A92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/>
              <p:nvPr/>
            </p:nvSpPr>
            <p:spPr>
              <a:xfrm>
                <a:off x="7026500" y="2869225"/>
                <a:ext cx="410740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𝑨𝒍𝒕𝒖𝒓𝒂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500" y="2869225"/>
                <a:ext cx="4107406" cy="314766"/>
              </a:xfrm>
              <a:prstGeom prst="rect">
                <a:avLst/>
              </a:prstGeom>
              <a:blipFill>
                <a:blip r:embed="rId8"/>
                <a:stretch>
                  <a:fillRect l="-743" r="-1040" b="-235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/>
              <p:nvPr/>
            </p:nvSpPr>
            <p:spPr>
              <a:xfrm>
                <a:off x="8008339" y="4138822"/>
                <a:ext cx="21437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339" y="4138822"/>
                <a:ext cx="2143728" cy="307777"/>
              </a:xfrm>
              <a:prstGeom prst="rect">
                <a:avLst/>
              </a:prstGeom>
              <a:blipFill>
                <a:blip r:embed="rId9"/>
                <a:stretch>
                  <a:fillRect l="-1994" r="-2279" b="-2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Arco 103">
            <a:extLst>
              <a:ext uri="{FF2B5EF4-FFF2-40B4-BE49-F238E27FC236}">
                <a16:creationId xmlns:a16="http://schemas.microsoft.com/office/drawing/2014/main" id="{26C2B7F3-FE77-883A-D3E7-09D50A71968C}"/>
              </a:ext>
            </a:extLst>
          </p:cNvPr>
          <p:cNvSpPr/>
          <p:nvPr/>
        </p:nvSpPr>
        <p:spPr>
          <a:xfrm rot="6436586">
            <a:off x="8033985" y="3951600"/>
            <a:ext cx="749206" cy="934969"/>
          </a:xfrm>
          <a:prstGeom prst="arc">
            <a:avLst>
              <a:gd name="adj1" fmla="val 15943545"/>
              <a:gd name="adj2" fmla="val 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F5CE4687-DF27-2DDF-BC68-AC36388CE8A2}"/>
              </a:ext>
            </a:extLst>
          </p:cNvPr>
          <p:cNvSpPr txBox="1"/>
          <p:nvPr/>
        </p:nvSpPr>
        <p:spPr>
          <a:xfrm>
            <a:off x="6979624" y="4473634"/>
            <a:ext cx="159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Depende de la 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75" grpId="0" animBg="1"/>
      <p:bldP spid="78" grpId="0" animBg="1"/>
      <p:bldP spid="6" grpId="0" animBg="1"/>
      <p:bldP spid="24" grpId="0"/>
      <p:bldP spid="48" grpId="0" animBg="1"/>
      <p:bldP spid="43" grpId="0" animBg="1"/>
      <p:bldP spid="44" grpId="0" animBg="1"/>
      <p:bldP spid="39" grpId="0" animBg="1"/>
      <p:bldP spid="45" grpId="0" animBg="1"/>
      <p:bldP spid="38" grpId="0" animBg="1"/>
      <p:bldP spid="40" grpId="0" animBg="1"/>
      <p:bldP spid="52" grpId="0" animBg="1"/>
      <p:bldP spid="63" grpId="0" animBg="1"/>
      <p:bldP spid="64" grpId="0" animBg="1"/>
      <p:bldP spid="65" grpId="0" animBg="1"/>
      <p:bldP spid="121" grpId="0" animBg="1"/>
      <p:bldP spid="77" grpId="0" animBg="1"/>
      <p:bldP spid="94" grpId="0"/>
      <p:bldP spid="95" grpId="0"/>
      <p:bldP spid="96" grpId="0"/>
      <p:bldP spid="99" grpId="0"/>
      <p:bldP spid="101" grpId="0"/>
      <p:bldP spid="102" grpId="0"/>
      <p:bldP spid="104" grpId="0" animBg="1"/>
      <p:bldP spid="10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5698792-067F-4F3B-945C-C17EF4882513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10. Cuerpos geométricos&quot;]]"/>
  <p:tag name="ISPRING_ULTRA_SCORM_COURCE_TITLE" val="3. Prisma y cilindro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3. Prisma y cilindr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06BEA7B-D87E-492E-A212-FE97C697BB42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69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Prisma y cilindro</dc:title>
  <dc:creator>Illán Linos Souto</dc:creator>
  <cp:lastModifiedBy>Illán Linos</cp:lastModifiedBy>
  <cp:revision>75</cp:revision>
  <dcterms:created xsi:type="dcterms:W3CDTF">2024-08-18T18:48:07Z</dcterms:created>
  <dcterms:modified xsi:type="dcterms:W3CDTF">2025-11-20T22:38:33Z</dcterms:modified>
</cp:coreProperties>
</file>
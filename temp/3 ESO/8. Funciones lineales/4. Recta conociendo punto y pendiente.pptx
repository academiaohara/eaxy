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custDataLst>
    <p:tags r:id="rId5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02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72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741480-F42D-4A64-BB9A-33058A243029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68F903-82FE-4CBB-BA8E-7F1D7680CE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3314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8F903-82FE-4CBB-BA8E-7F1D7680CE96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2277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8F903-82FE-4CBB-BA8E-7F1D7680CE96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6603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2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110.png"/><Relationship Id="rId9" Type="http://schemas.openxmlformats.org/officeDocument/2006/relationships/image" Target="../media/image1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rupo 227">
            <a:extLst>
              <a:ext uri="{FF2B5EF4-FFF2-40B4-BE49-F238E27FC236}">
                <a16:creationId xmlns:a16="http://schemas.microsoft.com/office/drawing/2014/main" id="{3D21F62E-BA6F-1EFB-05E1-D47032751293}"/>
              </a:ext>
            </a:extLst>
          </p:cNvPr>
          <p:cNvGrpSpPr/>
          <p:nvPr/>
        </p:nvGrpSpPr>
        <p:grpSpPr>
          <a:xfrm>
            <a:off x="4425933" y="3835401"/>
            <a:ext cx="3336324" cy="2727442"/>
            <a:chOff x="4425933" y="3835401"/>
            <a:chExt cx="3336324" cy="2727442"/>
          </a:xfrm>
        </p:grpSpPr>
        <p:cxnSp>
          <p:nvCxnSpPr>
            <p:cNvPr id="117" name="Conector recto 116">
              <a:extLst>
                <a:ext uri="{FF2B5EF4-FFF2-40B4-BE49-F238E27FC236}">
                  <a16:creationId xmlns:a16="http://schemas.microsoft.com/office/drawing/2014/main" id="{16BE5C8F-E86F-0365-A052-86CC268DC30E}"/>
                </a:ext>
              </a:extLst>
            </p:cNvPr>
            <p:cNvCxnSpPr>
              <a:cxnSpLocks/>
            </p:cNvCxnSpPr>
            <p:nvPr/>
          </p:nvCxnSpPr>
          <p:spPr>
            <a:xfrm>
              <a:off x="4429811" y="6040502"/>
              <a:ext cx="3324689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ector recto 117">
              <a:extLst>
                <a:ext uri="{FF2B5EF4-FFF2-40B4-BE49-F238E27FC236}">
                  <a16:creationId xmlns:a16="http://schemas.microsoft.com/office/drawing/2014/main" id="{78D23870-4638-EF26-39D0-FB3748D93045}"/>
                </a:ext>
              </a:extLst>
            </p:cNvPr>
            <p:cNvCxnSpPr>
              <a:cxnSpLocks/>
            </p:cNvCxnSpPr>
            <p:nvPr/>
          </p:nvCxnSpPr>
          <p:spPr>
            <a:xfrm>
              <a:off x="4429811" y="5867273"/>
              <a:ext cx="3324689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ector recto 118">
              <a:extLst>
                <a:ext uri="{FF2B5EF4-FFF2-40B4-BE49-F238E27FC236}">
                  <a16:creationId xmlns:a16="http://schemas.microsoft.com/office/drawing/2014/main" id="{3C4E856D-7CB7-2081-5B09-F83622DEFA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29811" y="5692659"/>
              <a:ext cx="3324689" cy="1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ector recto 119">
              <a:extLst>
                <a:ext uri="{FF2B5EF4-FFF2-40B4-BE49-F238E27FC236}">
                  <a16:creationId xmlns:a16="http://schemas.microsoft.com/office/drawing/2014/main" id="{338657D3-F647-37CD-9DE9-27F909CF7327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33" y="6562843"/>
              <a:ext cx="3332445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ector recto 120">
              <a:extLst>
                <a:ext uri="{FF2B5EF4-FFF2-40B4-BE49-F238E27FC236}">
                  <a16:creationId xmlns:a16="http://schemas.microsoft.com/office/drawing/2014/main" id="{B6E1CE4A-B250-FA13-6CF9-17075F3B3663}"/>
                </a:ext>
              </a:extLst>
            </p:cNvPr>
            <p:cNvCxnSpPr>
              <a:cxnSpLocks/>
            </p:cNvCxnSpPr>
            <p:nvPr/>
          </p:nvCxnSpPr>
          <p:spPr>
            <a:xfrm>
              <a:off x="4429811" y="6389545"/>
              <a:ext cx="3332445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ector recto 121">
              <a:extLst>
                <a:ext uri="{FF2B5EF4-FFF2-40B4-BE49-F238E27FC236}">
                  <a16:creationId xmlns:a16="http://schemas.microsoft.com/office/drawing/2014/main" id="{23FFDD5D-ECF1-9982-2766-50C2A23161D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102970" y="4555645"/>
              <a:ext cx="0" cy="3318573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onector recto 122">
              <a:extLst>
                <a:ext uri="{FF2B5EF4-FFF2-40B4-BE49-F238E27FC236}">
                  <a16:creationId xmlns:a16="http://schemas.microsoft.com/office/drawing/2014/main" id="{6E46F10D-C3BA-DF59-1AF7-1D68EC667674}"/>
                </a:ext>
              </a:extLst>
            </p:cNvPr>
            <p:cNvCxnSpPr>
              <a:cxnSpLocks/>
            </p:cNvCxnSpPr>
            <p:nvPr/>
          </p:nvCxnSpPr>
          <p:spPr>
            <a:xfrm>
              <a:off x="4429811" y="6215280"/>
              <a:ext cx="1667584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ector recto 123">
              <a:extLst>
                <a:ext uri="{FF2B5EF4-FFF2-40B4-BE49-F238E27FC236}">
                  <a16:creationId xmlns:a16="http://schemas.microsoft.com/office/drawing/2014/main" id="{7730A733-C1C6-90E1-4362-05EAC08F3703}"/>
                </a:ext>
              </a:extLst>
            </p:cNvPr>
            <p:cNvCxnSpPr>
              <a:cxnSpLocks/>
            </p:cNvCxnSpPr>
            <p:nvPr/>
          </p:nvCxnSpPr>
          <p:spPr>
            <a:xfrm>
              <a:off x="4429811" y="3843657"/>
              <a:ext cx="0" cy="2719186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ector recto 124">
              <a:extLst>
                <a:ext uri="{FF2B5EF4-FFF2-40B4-BE49-F238E27FC236}">
                  <a16:creationId xmlns:a16="http://schemas.microsoft.com/office/drawing/2014/main" id="{4C32E8A8-1599-5723-EC10-EA0750CA619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63465" y="4485633"/>
              <a:ext cx="0" cy="1662416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ector recto 126">
              <a:extLst>
                <a:ext uri="{FF2B5EF4-FFF2-40B4-BE49-F238E27FC236}">
                  <a16:creationId xmlns:a16="http://schemas.microsoft.com/office/drawing/2014/main" id="{741827F7-68D0-85A6-E12D-4781A18A008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63465" y="4111761"/>
              <a:ext cx="0" cy="1662416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ector recto 127">
              <a:extLst>
                <a:ext uri="{FF2B5EF4-FFF2-40B4-BE49-F238E27FC236}">
                  <a16:creationId xmlns:a16="http://schemas.microsoft.com/office/drawing/2014/main" id="{81D8551C-2A03-C6A3-B3C4-2307956A660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63465" y="3924825"/>
              <a:ext cx="0" cy="1662416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Conector recto 128">
              <a:extLst>
                <a:ext uri="{FF2B5EF4-FFF2-40B4-BE49-F238E27FC236}">
                  <a16:creationId xmlns:a16="http://schemas.microsoft.com/office/drawing/2014/main" id="{1E76FDCD-C967-7885-6B14-7BB5DAD7CB5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63465" y="3737888"/>
              <a:ext cx="0" cy="1662416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Conector recto 129">
              <a:extLst>
                <a:ext uri="{FF2B5EF4-FFF2-40B4-BE49-F238E27FC236}">
                  <a16:creationId xmlns:a16="http://schemas.microsoft.com/office/drawing/2014/main" id="{AC2A748E-8C4E-CBBE-6BE0-E38E681EC98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63465" y="3550952"/>
              <a:ext cx="0" cy="1662416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ector recto 130">
              <a:extLst>
                <a:ext uri="{FF2B5EF4-FFF2-40B4-BE49-F238E27FC236}">
                  <a16:creationId xmlns:a16="http://schemas.microsoft.com/office/drawing/2014/main" id="{8052FF87-4283-E96C-89A0-0A758C4413E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63465" y="3364016"/>
              <a:ext cx="0" cy="1662416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onector recto 131">
              <a:extLst>
                <a:ext uri="{FF2B5EF4-FFF2-40B4-BE49-F238E27FC236}">
                  <a16:creationId xmlns:a16="http://schemas.microsoft.com/office/drawing/2014/main" id="{5E25ABD2-9F20-B7E0-ABCD-152A180A91B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63465" y="3177081"/>
              <a:ext cx="0" cy="1662416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Conector recto 132">
              <a:extLst>
                <a:ext uri="{FF2B5EF4-FFF2-40B4-BE49-F238E27FC236}">
                  <a16:creationId xmlns:a16="http://schemas.microsoft.com/office/drawing/2014/main" id="{8C8C9901-B5B8-BCFA-E363-06C5A54E8FA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63465" y="3005325"/>
              <a:ext cx="0" cy="1662416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ector recto 133">
              <a:extLst>
                <a:ext uri="{FF2B5EF4-FFF2-40B4-BE49-F238E27FC236}">
                  <a16:creationId xmlns:a16="http://schemas.microsoft.com/office/drawing/2014/main" id="{8F64D131-C126-87B2-C358-B8AD50EA2A9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931049" y="4484501"/>
              <a:ext cx="0" cy="1662416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ector recto 135">
              <a:extLst>
                <a:ext uri="{FF2B5EF4-FFF2-40B4-BE49-F238E27FC236}">
                  <a16:creationId xmlns:a16="http://schemas.microsoft.com/office/drawing/2014/main" id="{F1E168FF-BFC4-8AEE-BC36-F050B547FC9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931049" y="4110629"/>
              <a:ext cx="0" cy="1662416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ector recto 136">
              <a:extLst>
                <a:ext uri="{FF2B5EF4-FFF2-40B4-BE49-F238E27FC236}">
                  <a16:creationId xmlns:a16="http://schemas.microsoft.com/office/drawing/2014/main" id="{051368D8-A352-40E9-918E-ECB7C4F552C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931049" y="3923693"/>
              <a:ext cx="0" cy="1662416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ector recto 137">
              <a:extLst>
                <a:ext uri="{FF2B5EF4-FFF2-40B4-BE49-F238E27FC236}">
                  <a16:creationId xmlns:a16="http://schemas.microsoft.com/office/drawing/2014/main" id="{32226A09-7E3B-F2CA-F7AD-A584A6048BD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931049" y="3736756"/>
              <a:ext cx="0" cy="1662416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ector recto 138">
              <a:extLst>
                <a:ext uri="{FF2B5EF4-FFF2-40B4-BE49-F238E27FC236}">
                  <a16:creationId xmlns:a16="http://schemas.microsoft.com/office/drawing/2014/main" id="{4384C90E-D237-81E7-7E15-822EBAF2549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931049" y="3549820"/>
              <a:ext cx="0" cy="1662416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ector recto 139">
              <a:extLst>
                <a:ext uri="{FF2B5EF4-FFF2-40B4-BE49-F238E27FC236}">
                  <a16:creationId xmlns:a16="http://schemas.microsoft.com/office/drawing/2014/main" id="{45A39353-9121-3557-0581-86204E554EC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931049" y="3362884"/>
              <a:ext cx="0" cy="1662416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ector recto 140">
              <a:extLst>
                <a:ext uri="{FF2B5EF4-FFF2-40B4-BE49-F238E27FC236}">
                  <a16:creationId xmlns:a16="http://schemas.microsoft.com/office/drawing/2014/main" id="{74186506-9DD6-F2CF-CB2A-71FBC009A9E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931049" y="3175949"/>
              <a:ext cx="0" cy="1662416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ector recto 141">
              <a:extLst>
                <a:ext uri="{FF2B5EF4-FFF2-40B4-BE49-F238E27FC236}">
                  <a16:creationId xmlns:a16="http://schemas.microsoft.com/office/drawing/2014/main" id="{424B0F90-A9F6-F166-E569-FCF89CA8D0B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931049" y="3004193"/>
              <a:ext cx="0" cy="1662416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ector recto 143">
              <a:extLst>
                <a:ext uri="{FF2B5EF4-FFF2-40B4-BE49-F238E27FC236}">
                  <a16:creationId xmlns:a16="http://schemas.microsoft.com/office/drawing/2014/main" id="{C317B992-C283-4B44-61F7-53A53EDCD91F}"/>
                </a:ext>
              </a:extLst>
            </p:cNvPr>
            <p:cNvCxnSpPr>
              <a:cxnSpLocks/>
            </p:cNvCxnSpPr>
            <p:nvPr/>
          </p:nvCxnSpPr>
          <p:spPr>
            <a:xfrm>
              <a:off x="4806128" y="3841750"/>
              <a:ext cx="0" cy="2717662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Conector recto 144">
              <a:extLst>
                <a:ext uri="{FF2B5EF4-FFF2-40B4-BE49-F238E27FC236}">
                  <a16:creationId xmlns:a16="http://schemas.microsoft.com/office/drawing/2014/main" id="{3F05072C-D52E-DB3B-1FE9-E05068A424BD}"/>
                </a:ext>
              </a:extLst>
            </p:cNvPr>
            <p:cNvCxnSpPr>
              <a:cxnSpLocks/>
            </p:cNvCxnSpPr>
            <p:nvPr/>
          </p:nvCxnSpPr>
          <p:spPr>
            <a:xfrm>
              <a:off x="4993065" y="3841750"/>
              <a:ext cx="0" cy="2717662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ector recto 145">
              <a:extLst>
                <a:ext uri="{FF2B5EF4-FFF2-40B4-BE49-F238E27FC236}">
                  <a16:creationId xmlns:a16="http://schemas.microsoft.com/office/drawing/2014/main" id="{0766992C-EA7C-D895-8BC1-E75CEFEF8EC6}"/>
                </a:ext>
              </a:extLst>
            </p:cNvPr>
            <p:cNvCxnSpPr>
              <a:cxnSpLocks/>
            </p:cNvCxnSpPr>
            <p:nvPr/>
          </p:nvCxnSpPr>
          <p:spPr>
            <a:xfrm>
              <a:off x="5180001" y="3841750"/>
              <a:ext cx="0" cy="2717662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ector recto 146">
              <a:extLst>
                <a:ext uri="{FF2B5EF4-FFF2-40B4-BE49-F238E27FC236}">
                  <a16:creationId xmlns:a16="http://schemas.microsoft.com/office/drawing/2014/main" id="{7B5DE35D-556B-B970-DD55-2285EA8606CB}"/>
                </a:ext>
              </a:extLst>
            </p:cNvPr>
            <p:cNvCxnSpPr>
              <a:cxnSpLocks/>
            </p:cNvCxnSpPr>
            <p:nvPr/>
          </p:nvCxnSpPr>
          <p:spPr>
            <a:xfrm>
              <a:off x="5366937" y="3841750"/>
              <a:ext cx="0" cy="2717662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ector recto 147">
              <a:extLst>
                <a:ext uri="{FF2B5EF4-FFF2-40B4-BE49-F238E27FC236}">
                  <a16:creationId xmlns:a16="http://schemas.microsoft.com/office/drawing/2014/main" id="{5B1137B4-219D-3EF4-411A-8E420CB60D95}"/>
                </a:ext>
              </a:extLst>
            </p:cNvPr>
            <p:cNvCxnSpPr>
              <a:cxnSpLocks/>
            </p:cNvCxnSpPr>
            <p:nvPr/>
          </p:nvCxnSpPr>
          <p:spPr>
            <a:xfrm>
              <a:off x="5553874" y="3841750"/>
              <a:ext cx="0" cy="2717662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ector recto 148">
              <a:extLst>
                <a:ext uri="{FF2B5EF4-FFF2-40B4-BE49-F238E27FC236}">
                  <a16:creationId xmlns:a16="http://schemas.microsoft.com/office/drawing/2014/main" id="{6167591D-16ED-1C2D-9FC7-E4F7EB19A616}"/>
                </a:ext>
              </a:extLst>
            </p:cNvPr>
            <p:cNvCxnSpPr>
              <a:cxnSpLocks/>
            </p:cNvCxnSpPr>
            <p:nvPr/>
          </p:nvCxnSpPr>
          <p:spPr>
            <a:xfrm>
              <a:off x="5740810" y="3841750"/>
              <a:ext cx="0" cy="2717662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Conector recto 149">
              <a:extLst>
                <a:ext uri="{FF2B5EF4-FFF2-40B4-BE49-F238E27FC236}">
                  <a16:creationId xmlns:a16="http://schemas.microsoft.com/office/drawing/2014/main" id="{F77979A3-00E6-3D2A-6AF4-980CEDD46072}"/>
                </a:ext>
              </a:extLst>
            </p:cNvPr>
            <p:cNvCxnSpPr>
              <a:cxnSpLocks/>
            </p:cNvCxnSpPr>
            <p:nvPr/>
          </p:nvCxnSpPr>
          <p:spPr>
            <a:xfrm>
              <a:off x="5927745" y="3841750"/>
              <a:ext cx="0" cy="2717662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Conector recto 150">
              <a:extLst>
                <a:ext uri="{FF2B5EF4-FFF2-40B4-BE49-F238E27FC236}">
                  <a16:creationId xmlns:a16="http://schemas.microsoft.com/office/drawing/2014/main" id="{4B1DCF15-83D0-BC2E-1B2A-CF3BCE665E2F}"/>
                </a:ext>
              </a:extLst>
            </p:cNvPr>
            <p:cNvCxnSpPr>
              <a:cxnSpLocks/>
            </p:cNvCxnSpPr>
            <p:nvPr/>
          </p:nvCxnSpPr>
          <p:spPr>
            <a:xfrm>
              <a:off x="6286777" y="3840228"/>
              <a:ext cx="0" cy="2717662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Conector recto 151">
              <a:extLst>
                <a:ext uri="{FF2B5EF4-FFF2-40B4-BE49-F238E27FC236}">
                  <a16:creationId xmlns:a16="http://schemas.microsoft.com/office/drawing/2014/main" id="{5F15A05E-ECCD-8D2D-A79F-5E21B0BEB117}"/>
                </a:ext>
              </a:extLst>
            </p:cNvPr>
            <p:cNvCxnSpPr>
              <a:cxnSpLocks/>
            </p:cNvCxnSpPr>
            <p:nvPr/>
          </p:nvCxnSpPr>
          <p:spPr>
            <a:xfrm>
              <a:off x="6473712" y="3840228"/>
              <a:ext cx="0" cy="2717662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ector recto 152">
              <a:extLst>
                <a:ext uri="{FF2B5EF4-FFF2-40B4-BE49-F238E27FC236}">
                  <a16:creationId xmlns:a16="http://schemas.microsoft.com/office/drawing/2014/main" id="{A4922E00-764B-555C-2C27-FD237753268C}"/>
                </a:ext>
              </a:extLst>
            </p:cNvPr>
            <p:cNvCxnSpPr>
              <a:cxnSpLocks/>
            </p:cNvCxnSpPr>
            <p:nvPr/>
          </p:nvCxnSpPr>
          <p:spPr>
            <a:xfrm>
              <a:off x="6660649" y="3840228"/>
              <a:ext cx="0" cy="2717662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Conector recto 153">
              <a:extLst>
                <a:ext uri="{FF2B5EF4-FFF2-40B4-BE49-F238E27FC236}">
                  <a16:creationId xmlns:a16="http://schemas.microsoft.com/office/drawing/2014/main" id="{33C087DB-BBC7-994A-C8BA-CEF5FE9F3307}"/>
                </a:ext>
              </a:extLst>
            </p:cNvPr>
            <p:cNvCxnSpPr>
              <a:cxnSpLocks/>
            </p:cNvCxnSpPr>
            <p:nvPr/>
          </p:nvCxnSpPr>
          <p:spPr>
            <a:xfrm>
              <a:off x="6847585" y="3840228"/>
              <a:ext cx="0" cy="2717662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Conector recto 154">
              <a:extLst>
                <a:ext uri="{FF2B5EF4-FFF2-40B4-BE49-F238E27FC236}">
                  <a16:creationId xmlns:a16="http://schemas.microsoft.com/office/drawing/2014/main" id="{D1141CD1-7C18-5454-BEBB-9EFA978EC457}"/>
                </a:ext>
              </a:extLst>
            </p:cNvPr>
            <p:cNvCxnSpPr>
              <a:cxnSpLocks/>
            </p:cNvCxnSpPr>
            <p:nvPr/>
          </p:nvCxnSpPr>
          <p:spPr>
            <a:xfrm>
              <a:off x="7034521" y="3840228"/>
              <a:ext cx="0" cy="2717662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ector recto 155">
              <a:extLst>
                <a:ext uri="{FF2B5EF4-FFF2-40B4-BE49-F238E27FC236}">
                  <a16:creationId xmlns:a16="http://schemas.microsoft.com/office/drawing/2014/main" id="{FE4958C4-0026-9FB8-7D68-8346DA0CBAD9}"/>
                </a:ext>
              </a:extLst>
            </p:cNvPr>
            <p:cNvCxnSpPr>
              <a:cxnSpLocks/>
            </p:cNvCxnSpPr>
            <p:nvPr/>
          </p:nvCxnSpPr>
          <p:spPr>
            <a:xfrm>
              <a:off x="7221458" y="3840228"/>
              <a:ext cx="0" cy="2717662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ector recto 156">
              <a:extLst>
                <a:ext uri="{FF2B5EF4-FFF2-40B4-BE49-F238E27FC236}">
                  <a16:creationId xmlns:a16="http://schemas.microsoft.com/office/drawing/2014/main" id="{347AB915-B97C-6FFA-C968-06C6EFAAD6F8}"/>
                </a:ext>
              </a:extLst>
            </p:cNvPr>
            <p:cNvCxnSpPr>
              <a:cxnSpLocks/>
            </p:cNvCxnSpPr>
            <p:nvPr/>
          </p:nvCxnSpPr>
          <p:spPr>
            <a:xfrm>
              <a:off x="7408394" y="3840228"/>
              <a:ext cx="0" cy="2717662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ector recto 157">
              <a:extLst>
                <a:ext uri="{FF2B5EF4-FFF2-40B4-BE49-F238E27FC236}">
                  <a16:creationId xmlns:a16="http://schemas.microsoft.com/office/drawing/2014/main" id="{8ECF2C7B-F49A-D114-C867-5714D303C13B}"/>
                </a:ext>
              </a:extLst>
            </p:cNvPr>
            <p:cNvCxnSpPr>
              <a:cxnSpLocks/>
            </p:cNvCxnSpPr>
            <p:nvPr/>
          </p:nvCxnSpPr>
          <p:spPr>
            <a:xfrm>
              <a:off x="7595329" y="3840228"/>
              <a:ext cx="0" cy="2717662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ector recto 158">
              <a:extLst>
                <a:ext uri="{FF2B5EF4-FFF2-40B4-BE49-F238E27FC236}">
                  <a16:creationId xmlns:a16="http://schemas.microsoft.com/office/drawing/2014/main" id="{7CCF4C61-FC5B-5D9B-6372-2EE990BB7937}"/>
                </a:ext>
              </a:extLst>
            </p:cNvPr>
            <p:cNvCxnSpPr>
              <a:cxnSpLocks/>
            </p:cNvCxnSpPr>
            <p:nvPr/>
          </p:nvCxnSpPr>
          <p:spPr>
            <a:xfrm>
              <a:off x="7762257" y="3840228"/>
              <a:ext cx="0" cy="2717662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ector recto 159">
              <a:extLst>
                <a:ext uri="{FF2B5EF4-FFF2-40B4-BE49-F238E27FC236}">
                  <a16:creationId xmlns:a16="http://schemas.microsoft.com/office/drawing/2014/main" id="{97B666CE-B743-9400-C294-FC503C0F9A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25933" y="5515929"/>
              <a:ext cx="3324689" cy="1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ector recto 205">
              <a:extLst>
                <a:ext uri="{FF2B5EF4-FFF2-40B4-BE49-F238E27FC236}">
                  <a16:creationId xmlns:a16="http://schemas.microsoft.com/office/drawing/2014/main" id="{A8764CB0-2E1C-453E-518A-674377C35C7A}"/>
                </a:ext>
              </a:extLst>
            </p:cNvPr>
            <p:cNvCxnSpPr>
              <a:cxnSpLocks/>
            </p:cNvCxnSpPr>
            <p:nvPr/>
          </p:nvCxnSpPr>
          <p:spPr>
            <a:xfrm>
              <a:off x="6108480" y="3841750"/>
              <a:ext cx="0" cy="2716141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ector recto 125">
              <a:extLst>
                <a:ext uri="{FF2B5EF4-FFF2-40B4-BE49-F238E27FC236}">
                  <a16:creationId xmlns:a16="http://schemas.microsoft.com/office/drawing/2014/main" id="{68BCCA3F-6AF4-71C3-E7E5-1CEF378D877F}"/>
                </a:ext>
              </a:extLst>
            </p:cNvPr>
            <p:cNvCxnSpPr>
              <a:cxnSpLocks/>
            </p:cNvCxnSpPr>
            <p:nvPr/>
          </p:nvCxnSpPr>
          <p:spPr>
            <a:xfrm>
              <a:off x="4432257" y="5129905"/>
              <a:ext cx="3326121" cy="0"/>
            </a:xfrm>
            <a:prstGeom prst="line">
              <a:avLst/>
            </a:prstGeom>
            <a:ln w="1905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Conector recto 142">
              <a:extLst>
                <a:ext uri="{FF2B5EF4-FFF2-40B4-BE49-F238E27FC236}">
                  <a16:creationId xmlns:a16="http://schemas.microsoft.com/office/drawing/2014/main" id="{BF305A43-BD5F-AF5B-17D1-DDE639D1E343}"/>
                </a:ext>
              </a:extLst>
            </p:cNvPr>
            <p:cNvCxnSpPr>
              <a:cxnSpLocks/>
            </p:cNvCxnSpPr>
            <p:nvPr/>
          </p:nvCxnSpPr>
          <p:spPr>
            <a:xfrm>
              <a:off x="4619193" y="3841750"/>
              <a:ext cx="0" cy="2717662"/>
            </a:xfrm>
            <a:prstGeom prst="line">
              <a:avLst/>
            </a:prstGeom>
            <a:ln w="1905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Conector recto 219">
              <a:extLst>
                <a:ext uri="{FF2B5EF4-FFF2-40B4-BE49-F238E27FC236}">
                  <a16:creationId xmlns:a16="http://schemas.microsoft.com/office/drawing/2014/main" id="{32045BBE-49CB-BB4A-98BB-5632AF9F4DD4}"/>
                </a:ext>
              </a:extLst>
            </p:cNvPr>
            <p:cNvCxnSpPr/>
            <p:nvPr/>
          </p:nvCxnSpPr>
          <p:spPr>
            <a:xfrm>
              <a:off x="4572000" y="4570344"/>
              <a:ext cx="833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ector recto 220">
              <a:extLst>
                <a:ext uri="{FF2B5EF4-FFF2-40B4-BE49-F238E27FC236}">
                  <a16:creationId xmlns:a16="http://schemas.microsoft.com/office/drawing/2014/main" id="{4BEAA258-3DCB-F2ED-F2DA-1A89ADE9440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329087" y="5127595"/>
              <a:ext cx="833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2" name="CuadroTexto 221">
              <a:extLst>
                <a:ext uri="{FF2B5EF4-FFF2-40B4-BE49-F238E27FC236}">
                  <a16:creationId xmlns:a16="http://schemas.microsoft.com/office/drawing/2014/main" id="{E0A47D79-9629-D507-0449-1FF391947A21}"/>
                </a:ext>
              </a:extLst>
            </p:cNvPr>
            <p:cNvSpPr txBox="1"/>
            <p:nvPr/>
          </p:nvSpPr>
          <p:spPr>
            <a:xfrm>
              <a:off x="4427236" y="4380765"/>
              <a:ext cx="1501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3</a:t>
              </a:r>
            </a:p>
          </p:txBody>
        </p:sp>
        <p:sp>
          <p:nvSpPr>
            <p:cNvPr id="223" name="CuadroTexto 222">
              <a:extLst>
                <a:ext uri="{FF2B5EF4-FFF2-40B4-BE49-F238E27FC236}">
                  <a16:creationId xmlns:a16="http://schemas.microsoft.com/office/drawing/2014/main" id="{6F751C60-F7F6-9CA1-A2CF-D46777831FBE}"/>
                </a:ext>
              </a:extLst>
            </p:cNvPr>
            <p:cNvSpPr txBox="1"/>
            <p:nvPr/>
          </p:nvSpPr>
          <p:spPr>
            <a:xfrm>
              <a:off x="5319628" y="5116992"/>
              <a:ext cx="1501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4</a:t>
              </a:r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8: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Funciones Lineales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52614"/>
            <a:ext cx="11121832" cy="707886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2614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Supongamos que de una recta conocemos un punto (</a:t>
            </a:r>
            <a:r>
              <a:rPr lang="es-ES" sz="2000" b="1" i="1" dirty="0"/>
              <a:t>x</a:t>
            </a:r>
            <a:r>
              <a:rPr lang="es-ES" sz="2000" b="1" baseline="-25000" dirty="0"/>
              <a:t>0</a:t>
            </a:r>
            <a:r>
              <a:rPr lang="es-ES" sz="2000" b="1" dirty="0"/>
              <a:t>, </a:t>
            </a:r>
            <a:r>
              <a:rPr lang="es-ES" sz="2000" b="1" i="1" dirty="0"/>
              <a:t>y</a:t>
            </a:r>
            <a:r>
              <a:rPr lang="es-ES" sz="2000" b="1" baseline="-25000" dirty="0"/>
              <a:t>0</a:t>
            </a:r>
            <a:r>
              <a:rPr lang="es-ES" sz="2000" b="1" dirty="0"/>
              <a:t>) y su pendiente, </a:t>
            </a:r>
            <a:r>
              <a:rPr lang="es-ES" sz="2000" b="1" i="1" dirty="0"/>
              <a:t>m</a:t>
            </a:r>
            <a:r>
              <a:rPr lang="es-ES" sz="2000" b="1" dirty="0"/>
              <a:t>.</a:t>
            </a:r>
          </a:p>
          <a:p>
            <a:r>
              <a:rPr lang="es-ES" sz="2000" b="1" dirty="0"/>
              <a:t>Entonces, su ecuación puede ponerse así:</a:t>
            </a:r>
            <a:endParaRPr lang="es-ES" sz="28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C9F484B6-EE09-1984-59F2-510BC73F6648}"/>
                  </a:ext>
                </a:extLst>
              </p:cNvPr>
              <p:cNvSpPr txBox="1"/>
              <p:nvPr/>
            </p:nvSpPr>
            <p:spPr>
              <a:xfrm>
                <a:off x="4937510" y="2009721"/>
                <a:ext cx="231698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C9F484B6-EE09-1984-59F2-510BC73F6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7510" y="2009721"/>
                <a:ext cx="2316980" cy="307777"/>
              </a:xfrm>
              <a:prstGeom prst="rect">
                <a:avLst/>
              </a:prstGeom>
              <a:blipFill>
                <a:blip r:embed="rId6"/>
                <a:stretch>
                  <a:fillRect l="-2105" r="-3421" b="-4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CuadroTexto 23">
            <a:extLst>
              <a:ext uri="{FF2B5EF4-FFF2-40B4-BE49-F238E27FC236}">
                <a16:creationId xmlns:a16="http://schemas.microsoft.com/office/drawing/2014/main" id="{8EA12B0C-8FA6-87CC-3CCF-5F269D42801B}"/>
              </a:ext>
            </a:extLst>
          </p:cNvPr>
          <p:cNvSpPr txBox="1"/>
          <p:nvPr/>
        </p:nvSpPr>
        <p:spPr>
          <a:xfrm>
            <a:off x="535084" y="2515964"/>
            <a:ext cx="985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La recta que pasa por (4, 3) y que tiene pendiente m = 2, se escribe así: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B5F7078D-DDFC-28BB-36B5-E94F62D8AD6E}"/>
                  </a:ext>
                </a:extLst>
              </p:cNvPr>
              <p:cNvSpPr txBox="1"/>
              <p:nvPr/>
            </p:nvSpPr>
            <p:spPr>
              <a:xfrm>
                <a:off x="3260448" y="3164250"/>
                <a:ext cx="567110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B5F7078D-DDFC-28BB-36B5-E94F62D8AD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0448" y="3164250"/>
                <a:ext cx="5671104" cy="307777"/>
              </a:xfrm>
              <a:prstGeom prst="rect">
                <a:avLst/>
              </a:prstGeom>
              <a:blipFill>
                <a:blip r:embed="rId7"/>
                <a:stretch>
                  <a:fillRect l="-645" r="-538" b="-2941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Conector recto 209">
            <a:extLst>
              <a:ext uri="{FF2B5EF4-FFF2-40B4-BE49-F238E27FC236}">
                <a16:creationId xmlns:a16="http://schemas.microsoft.com/office/drawing/2014/main" id="{3C2C2505-6AE9-57C2-99BF-4772055F67D8}"/>
              </a:ext>
            </a:extLst>
          </p:cNvPr>
          <p:cNvCxnSpPr>
            <a:cxnSpLocks/>
          </p:cNvCxnSpPr>
          <p:nvPr/>
        </p:nvCxnSpPr>
        <p:spPr>
          <a:xfrm flipV="1">
            <a:off x="4619193" y="3845304"/>
            <a:ext cx="1113860" cy="2195198"/>
          </a:xfrm>
          <a:prstGeom prst="line">
            <a:avLst/>
          </a:prstGeom>
          <a:ln cap="rnd">
            <a:solidFill>
              <a:schemeClr val="accent4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Elipse 215">
            <a:extLst>
              <a:ext uri="{FF2B5EF4-FFF2-40B4-BE49-F238E27FC236}">
                <a16:creationId xmlns:a16="http://schemas.microsoft.com/office/drawing/2014/main" id="{5EB27E61-5D9C-0DE0-5F6C-D26C30BACBD6}"/>
              </a:ext>
            </a:extLst>
          </p:cNvPr>
          <p:cNvSpPr/>
          <p:nvPr/>
        </p:nvSpPr>
        <p:spPr>
          <a:xfrm>
            <a:off x="5344077" y="454748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7" name="CuadroTexto 216">
            <a:extLst>
              <a:ext uri="{FF2B5EF4-FFF2-40B4-BE49-F238E27FC236}">
                <a16:creationId xmlns:a16="http://schemas.microsoft.com/office/drawing/2014/main" id="{36EEC2C8-D171-C716-1A38-B45CFEBE3EA3}"/>
              </a:ext>
            </a:extLst>
          </p:cNvPr>
          <p:cNvSpPr txBox="1"/>
          <p:nvPr/>
        </p:nvSpPr>
        <p:spPr>
          <a:xfrm>
            <a:off x="5406494" y="4281126"/>
            <a:ext cx="67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(4,3)</a:t>
            </a:r>
          </a:p>
        </p:txBody>
      </p:sp>
      <p:sp>
        <p:nvSpPr>
          <p:cNvPr id="229" name="Elipse 228">
            <a:extLst>
              <a:ext uri="{FF2B5EF4-FFF2-40B4-BE49-F238E27FC236}">
                <a16:creationId xmlns:a16="http://schemas.microsoft.com/office/drawing/2014/main" id="{3DFA54CC-1406-1573-2138-0DA4D675A909}"/>
              </a:ext>
            </a:extLst>
          </p:cNvPr>
          <p:cNvSpPr/>
          <p:nvPr/>
        </p:nvSpPr>
        <p:spPr>
          <a:xfrm>
            <a:off x="5157551" y="492197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230" name="Conector recto 229">
            <a:extLst>
              <a:ext uri="{FF2B5EF4-FFF2-40B4-BE49-F238E27FC236}">
                <a16:creationId xmlns:a16="http://schemas.microsoft.com/office/drawing/2014/main" id="{CD99BF54-EBF8-D1C7-683F-5C1D845ED5EE}"/>
              </a:ext>
            </a:extLst>
          </p:cNvPr>
          <p:cNvCxnSpPr/>
          <p:nvPr/>
        </p:nvCxnSpPr>
        <p:spPr>
          <a:xfrm>
            <a:off x="4569979" y="4944215"/>
            <a:ext cx="833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CuadroTexto 230">
            <a:extLst>
              <a:ext uri="{FF2B5EF4-FFF2-40B4-BE49-F238E27FC236}">
                <a16:creationId xmlns:a16="http://schemas.microsoft.com/office/drawing/2014/main" id="{CF756C5E-B4E1-5A36-C0DA-3310A2240DBC}"/>
              </a:ext>
            </a:extLst>
          </p:cNvPr>
          <p:cNvSpPr txBox="1"/>
          <p:nvPr/>
        </p:nvSpPr>
        <p:spPr>
          <a:xfrm>
            <a:off x="4425215" y="4754636"/>
            <a:ext cx="150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1</a:t>
            </a:r>
          </a:p>
        </p:txBody>
      </p:sp>
      <p:sp>
        <p:nvSpPr>
          <p:cNvPr id="232" name="Abrir llave 231">
            <a:extLst>
              <a:ext uri="{FF2B5EF4-FFF2-40B4-BE49-F238E27FC236}">
                <a16:creationId xmlns:a16="http://schemas.microsoft.com/office/drawing/2014/main" id="{7060506D-40B7-F68B-31D8-0EC4CA03CDB5}"/>
              </a:ext>
            </a:extLst>
          </p:cNvPr>
          <p:cNvSpPr/>
          <p:nvPr/>
        </p:nvSpPr>
        <p:spPr>
          <a:xfrm>
            <a:off x="4287069" y="4579595"/>
            <a:ext cx="60310" cy="369332"/>
          </a:xfrm>
          <a:prstGeom prst="leftBrace">
            <a:avLst>
              <a:gd name="adj1" fmla="val 54780"/>
              <a:gd name="adj2" fmla="val 50000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3" name="CuadroTexto 232">
            <a:extLst>
              <a:ext uri="{FF2B5EF4-FFF2-40B4-BE49-F238E27FC236}">
                <a16:creationId xmlns:a16="http://schemas.microsoft.com/office/drawing/2014/main" id="{3773FA21-7957-ECBB-ED8A-1C2094DC1E2B}"/>
              </a:ext>
            </a:extLst>
          </p:cNvPr>
          <p:cNvSpPr txBox="1"/>
          <p:nvPr/>
        </p:nvSpPr>
        <p:spPr>
          <a:xfrm>
            <a:off x="3487482" y="4565431"/>
            <a:ext cx="895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 = 2</a:t>
            </a:r>
          </a:p>
        </p:txBody>
      </p:sp>
      <p:sp>
        <p:nvSpPr>
          <p:cNvPr id="234" name="CuadroTexto 233">
            <a:extLst>
              <a:ext uri="{FF2B5EF4-FFF2-40B4-BE49-F238E27FC236}">
                <a16:creationId xmlns:a16="http://schemas.microsoft.com/office/drawing/2014/main" id="{7C5B9B8F-342D-A515-2C93-5DD2F1C51EAF}"/>
              </a:ext>
            </a:extLst>
          </p:cNvPr>
          <p:cNvSpPr txBox="1"/>
          <p:nvPr/>
        </p:nvSpPr>
        <p:spPr>
          <a:xfrm>
            <a:off x="5100781" y="5116992"/>
            <a:ext cx="150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3</a:t>
            </a:r>
          </a:p>
        </p:txBody>
      </p:sp>
      <p:cxnSp>
        <p:nvCxnSpPr>
          <p:cNvPr id="235" name="Conector recto 234">
            <a:extLst>
              <a:ext uri="{FF2B5EF4-FFF2-40B4-BE49-F238E27FC236}">
                <a16:creationId xmlns:a16="http://schemas.microsoft.com/office/drawing/2014/main" id="{6773C311-1F6F-3BCB-F633-3B0E35168342}"/>
              </a:ext>
            </a:extLst>
          </p:cNvPr>
          <p:cNvCxnSpPr>
            <a:cxnSpLocks/>
          </p:cNvCxnSpPr>
          <p:nvPr/>
        </p:nvCxnSpPr>
        <p:spPr>
          <a:xfrm rot="5400000">
            <a:off x="5136389" y="5127143"/>
            <a:ext cx="833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625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24" grpId="0"/>
      <p:bldP spid="31" grpId="0"/>
      <p:bldP spid="216" grpId="0" animBg="1"/>
      <p:bldP spid="217" grpId="0"/>
      <p:bldP spid="229" grpId="0" animBg="1"/>
      <p:bldP spid="231" grpId="0"/>
      <p:bldP spid="232" grpId="0" animBg="1"/>
      <p:bldP spid="233" grpId="0"/>
      <p:bldP spid="23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8: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Funciones Lineales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58411"/>
            <a:ext cx="11121832" cy="1004069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2614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Si de una recta conocemos dos puntos, podemos obtener su pendiente a partir de</a:t>
            </a:r>
          </a:p>
          <a:p>
            <a:r>
              <a:rPr lang="es-ES" sz="2000" b="1" dirty="0"/>
              <a:t>ellos y, después, con la pendiente y uno de los puntos, hallar su ecuación tal como</a:t>
            </a:r>
          </a:p>
          <a:p>
            <a:r>
              <a:rPr lang="es-ES" sz="2000" b="1" dirty="0"/>
              <a:t>hemos visto antes.</a:t>
            </a:r>
            <a:endParaRPr lang="es-ES" sz="32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453C9B08-47EA-A33F-0576-43AAC5DFC7D6}"/>
              </a:ext>
            </a:extLst>
          </p:cNvPr>
          <p:cNvGrpSpPr/>
          <p:nvPr/>
        </p:nvGrpSpPr>
        <p:grpSpPr>
          <a:xfrm>
            <a:off x="7282101" y="3797301"/>
            <a:ext cx="3336324" cy="2727442"/>
            <a:chOff x="4425933" y="3835401"/>
            <a:chExt cx="3336324" cy="2727442"/>
          </a:xfrm>
        </p:grpSpPr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85C0DB0D-DF4C-46AC-088F-D1D9B2B51F0C}"/>
                </a:ext>
              </a:extLst>
            </p:cNvPr>
            <p:cNvCxnSpPr>
              <a:cxnSpLocks/>
            </p:cNvCxnSpPr>
            <p:nvPr/>
          </p:nvCxnSpPr>
          <p:spPr>
            <a:xfrm>
              <a:off x="4429811" y="6040502"/>
              <a:ext cx="3324689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370A2A73-B7E3-C340-2A4E-9BF090021D5F}"/>
                </a:ext>
              </a:extLst>
            </p:cNvPr>
            <p:cNvCxnSpPr>
              <a:cxnSpLocks/>
            </p:cNvCxnSpPr>
            <p:nvPr/>
          </p:nvCxnSpPr>
          <p:spPr>
            <a:xfrm>
              <a:off x="4429811" y="5867273"/>
              <a:ext cx="3324689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31FC8FB9-DB1F-41A6-42F7-414AE33F17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29811" y="5692659"/>
              <a:ext cx="3324689" cy="1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E279102C-7F4B-D2A3-D996-D2582E42EB47}"/>
                </a:ext>
              </a:extLst>
            </p:cNvPr>
            <p:cNvCxnSpPr>
              <a:cxnSpLocks/>
            </p:cNvCxnSpPr>
            <p:nvPr/>
          </p:nvCxnSpPr>
          <p:spPr>
            <a:xfrm>
              <a:off x="4425933" y="6562843"/>
              <a:ext cx="3332445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54CA6B44-418B-0542-E739-2052275F29C8}"/>
                </a:ext>
              </a:extLst>
            </p:cNvPr>
            <p:cNvCxnSpPr>
              <a:cxnSpLocks/>
            </p:cNvCxnSpPr>
            <p:nvPr/>
          </p:nvCxnSpPr>
          <p:spPr>
            <a:xfrm>
              <a:off x="4429811" y="6389545"/>
              <a:ext cx="3332445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D54E6581-6964-24DE-F251-477047CAC57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102970" y="4555645"/>
              <a:ext cx="0" cy="3318573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D65A6595-0E14-AB10-1CC9-48B02D80A619}"/>
                </a:ext>
              </a:extLst>
            </p:cNvPr>
            <p:cNvCxnSpPr>
              <a:cxnSpLocks/>
            </p:cNvCxnSpPr>
            <p:nvPr/>
          </p:nvCxnSpPr>
          <p:spPr>
            <a:xfrm>
              <a:off x="4429811" y="6215280"/>
              <a:ext cx="1667584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39F3F1C9-0C05-AA33-9B58-A032B6DAEA51}"/>
                </a:ext>
              </a:extLst>
            </p:cNvPr>
            <p:cNvCxnSpPr>
              <a:cxnSpLocks/>
            </p:cNvCxnSpPr>
            <p:nvPr/>
          </p:nvCxnSpPr>
          <p:spPr>
            <a:xfrm>
              <a:off x="4429811" y="3843657"/>
              <a:ext cx="0" cy="2719186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75786BFE-BF7F-3F26-4A09-CA349EB221F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63465" y="4485633"/>
              <a:ext cx="0" cy="1662416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3EFBD472-8BE9-C2C7-BB69-E5062D6EF87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63465" y="4111761"/>
              <a:ext cx="0" cy="1662416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1054C065-1924-1B63-FEF2-790CEAB029C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63465" y="3924825"/>
              <a:ext cx="0" cy="1662416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A63DABF0-C839-B36D-F36B-C44E01DEE88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63465" y="3737888"/>
              <a:ext cx="0" cy="1662416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E0C7CB0B-5AF9-8CF9-4B93-065AA468DFB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63465" y="3550952"/>
              <a:ext cx="0" cy="1662416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E14D88D8-02A3-D1E5-63E6-9DE9D4CCBDA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63465" y="3364016"/>
              <a:ext cx="0" cy="1662416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7A759729-CECE-00FA-81B0-B3D4A72F7B4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63465" y="3177081"/>
              <a:ext cx="0" cy="1662416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CBFA2C90-C6CE-2671-DB36-0D93CF2DEE4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263465" y="3005325"/>
              <a:ext cx="0" cy="1662416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D0C7133C-D05E-F12B-1426-D2AD8F6B289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931049" y="4484501"/>
              <a:ext cx="0" cy="1662416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848AF31E-3068-2956-6F36-A88AF51E16C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931049" y="4110629"/>
              <a:ext cx="0" cy="1662416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A4691C31-451D-A29A-E756-9EA082F18A3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931049" y="3923693"/>
              <a:ext cx="0" cy="1662416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2E729A36-72A8-9EAE-0A81-96CA1F11652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931049" y="3736756"/>
              <a:ext cx="0" cy="1662416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870F34C1-9CB2-8407-9C21-7DB39BA7160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931049" y="3549820"/>
              <a:ext cx="0" cy="1662416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71CBCEE9-D162-1795-9C02-F9C1AC85C0E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931049" y="3362884"/>
              <a:ext cx="0" cy="1662416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8346C9C0-F3EE-BB53-D09D-08BE8B27851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931049" y="3175949"/>
              <a:ext cx="0" cy="1662416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D19BB297-C90D-F9BE-2BE8-1A8012B9404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931049" y="3004193"/>
              <a:ext cx="0" cy="1662416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DD2A3B00-D2CD-781C-E18F-92F007B7AACA}"/>
                </a:ext>
              </a:extLst>
            </p:cNvPr>
            <p:cNvCxnSpPr>
              <a:cxnSpLocks/>
            </p:cNvCxnSpPr>
            <p:nvPr/>
          </p:nvCxnSpPr>
          <p:spPr>
            <a:xfrm>
              <a:off x="4806128" y="3841750"/>
              <a:ext cx="0" cy="2717662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4398FD29-56EF-1E51-8FC0-8E19B6C2B0BB}"/>
                </a:ext>
              </a:extLst>
            </p:cNvPr>
            <p:cNvCxnSpPr>
              <a:cxnSpLocks/>
            </p:cNvCxnSpPr>
            <p:nvPr/>
          </p:nvCxnSpPr>
          <p:spPr>
            <a:xfrm>
              <a:off x="4993065" y="3841750"/>
              <a:ext cx="0" cy="2717662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884930F5-FA8F-6FC3-C104-C1551B4F4123}"/>
                </a:ext>
              </a:extLst>
            </p:cNvPr>
            <p:cNvCxnSpPr>
              <a:cxnSpLocks/>
            </p:cNvCxnSpPr>
            <p:nvPr/>
          </p:nvCxnSpPr>
          <p:spPr>
            <a:xfrm>
              <a:off x="5180001" y="3841750"/>
              <a:ext cx="0" cy="2717662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A5A7FB40-5307-2BB6-C09C-9D3DF63C9265}"/>
                </a:ext>
              </a:extLst>
            </p:cNvPr>
            <p:cNvCxnSpPr>
              <a:cxnSpLocks/>
            </p:cNvCxnSpPr>
            <p:nvPr/>
          </p:nvCxnSpPr>
          <p:spPr>
            <a:xfrm>
              <a:off x="5366937" y="3841750"/>
              <a:ext cx="0" cy="2717662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6984D170-206F-DC5D-F838-7CAAD8D46BB1}"/>
                </a:ext>
              </a:extLst>
            </p:cNvPr>
            <p:cNvCxnSpPr>
              <a:cxnSpLocks/>
            </p:cNvCxnSpPr>
            <p:nvPr/>
          </p:nvCxnSpPr>
          <p:spPr>
            <a:xfrm>
              <a:off x="5553874" y="3841750"/>
              <a:ext cx="0" cy="2717662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C42A3F04-4498-4DD4-0613-53FDD40C271E}"/>
                </a:ext>
              </a:extLst>
            </p:cNvPr>
            <p:cNvCxnSpPr>
              <a:cxnSpLocks/>
            </p:cNvCxnSpPr>
            <p:nvPr/>
          </p:nvCxnSpPr>
          <p:spPr>
            <a:xfrm>
              <a:off x="5740810" y="3841750"/>
              <a:ext cx="0" cy="2717662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27534244-BBDA-41E0-BAB8-DD869FE6F011}"/>
                </a:ext>
              </a:extLst>
            </p:cNvPr>
            <p:cNvCxnSpPr>
              <a:cxnSpLocks/>
            </p:cNvCxnSpPr>
            <p:nvPr/>
          </p:nvCxnSpPr>
          <p:spPr>
            <a:xfrm>
              <a:off x="5927745" y="3841750"/>
              <a:ext cx="0" cy="2717662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5F84D7AD-146E-CF2B-4DD3-F76EC8CA15BA}"/>
                </a:ext>
              </a:extLst>
            </p:cNvPr>
            <p:cNvCxnSpPr>
              <a:cxnSpLocks/>
            </p:cNvCxnSpPr>
            <p:nvPr/>
          </p:nvCxnSpPr>
          <p:spPr>
            <a:xfrm>
              <a:off x="6286777" y="3840228"/>
              <a:ext cx="0" cy="2717662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A48BFDEC-44A2-0DD2-3158-2250AA56C671}"/>
                </a:ext>
              </a:extLst>
            </p:cNvPr>
            <p:cNvCxnSpPr>
              <a:cxnSpLocks/>
            </p:cNvCxnSpPr>
            <p:nvPr/>
          </p:nvCxnSpPr>
          <p:spPr>
            <a:xfrm>
              <a:off x="6473712" y="3840228"/>
              <a:ext cx="0" cy="2717662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2BA57851-8731-CF5D-DE5B-81448722FE20}"/>
                </a:ext>
              </a:extLst>
            </p:cNvPr>
            <p:cNvCxnSpPr>
              <a:cxnSpLocks/>
            </p:cNvCxnSpPr>
            <p:nvPr/>
          </p:nvCxnSpPr>
          <p:spPr>
            <a:xfrm>
              <a:off x="6660649" y="3840228"/>
              <a:ext cx="0" cy="2717662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FF883905-763A-B4C4-CE68-B1068DB458F9}"/>
                </a:ext>
              </a:extLst>
            </p:cNvPr>
            <p:cNvCxnSpPr>
              <a:cxnSpLocks/>
            </p:cNvCxnSpPr>
            <p:nvPr/>
          </p:nvCxnSpPr>
          <p:spPr>
            <a:xfrm>
              <a:off x="6847585" y="3840228"/>
              <a:ext cx="0" cy="2717662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EEE4144E-B548-B0A0-DF2A-142FA980BAD5}"/>
                </a:ext>
              </a:extLst>
            </p:cNvPr>
            <p:cNvCxnSpPr>
              <a:cxnSpLocks/>
            </p:cNvCxnSpPr>
            <p:nvPr/>
          </p:nvCxnSpPr>
          <p:spPr>
            <a:xfrm>
              <a:off x="7034521" y="3840228"/>
              <a:ext cx="0" cy="2717662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1A4EB5B0-DB4D-FA8F-D8CF-21B6463B1B04}"/>
                </a:ext>
              </a:extLst>
            </p:cNvPr>
            <p:cNvCxnSpPr>
              <a:cxnSpLocks/>
            </p:cNvCxnSpPr>
            <p:nvPr/>
          </p:nvCxnSpPr>
          <p:spPr>
            <a:xfrm>
              <a:off x="7221458" y="3840228"/>
              <a:ext cx="0" cy="2717662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4A7A9F10-3AAD-FB88-EE16-3308787E2EE5}"/>
                </a:ext>
              </a:extLst>
            </p:cNvPr>
            <p:cNvCxnSpPr>
              <a:cxnSpLocks/>
            </p:cNvCxnSpPr>
            <p:nvPr/>
          </p:nvCxnSpPr>
          <p:spPr>
            <a:xfrm>
              <a:off x="7408394" y="3840228"/>
              <a:ext cx="0" cy="2717662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1A5CB229-6230-47F5-0D20-F9BD3662F5C4}"/>
                </a:ext>
              </a:extLst>
            </p:cNvPr>
            <p:cNvCxnSpPr>
              <a:cxnSpLocks/>
            </p:cNvCxnSpPr>
            <p:nvPr/>
          </p:nvCxnSpPr>
          <p:spPr>
            <a:xfrm>
              <a:off x="7595329" y="3840228"/>
              <a:ext cx="0" cy="2717662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7AA5CFC7-2FD4-2B5D-EF08-1E3F6F5FD636}"/>
                </a:ext>
              </a:extLst>
            </p:cNvPr>
            <p:cNvCxnSpPr>
              <a:cxnSpLocks/>
            </p:cNvCxnSpPr>
            <p:nvPr/>
          </p:nvCxnSpPr>
          <p:spPr>
            <a:xfrm>
              <a:off x="7762257" y="3840228"/>
              <a:ext cx="0" cy="2717662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509B4693-8D6C-F845-5CFE-AF977408D9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25933" y="5515929"/>
              <a:ext cx="3324689" cy="1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BF0DE8C3-0986-A5AB-7AB5-53D0E0B8C427}"/>
                </a:ext>
              </a:extLst>
            </p:cNvPr>
            <p:cNvCxnSpPr>
              <a:cxnSpLocks/>
            </p:cNvCxnSpPr>
            <p:nvPr/>
          </p:nvCxnSpPr>
          <p:spPr>
            <a:xfrm>
              <a:off x="6108480" y="3841750"/>
              <a:ext cx="0" cy="2716141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AEC556CA-0816-247B-FCA0-5F72C5218AC2}"/>
                </a:ext>
              </a:extLst>
            </p:cNvPr>
            <p:cNvCxnSpPr>
              <a:cxnSpLocks/>
            </p:cNvCxnSpPr>
            <p:nvPr/>
          </p:nvCxnSpPr>
          <p:spPr>
            <a:xfrm>
              <a:off x="4432257" y="5129905"/>
              <a:ext cx="3326121" cy="0"/>
            </a:xfrm>
            <a:prstGeom prst="line">
              <a:avLst/>
            </a:prstGeom>
            <a:ln w="1905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BDA8F9F6-4252-27CE-F024-0BA36F22B068}"/>
                </a:ext>
              </a:extLst>
            </p:cNvPr>
            <p:cNvCxnSpPr>
              <a:cxnSpLocks/>
            </p:cNvCxnSpPr>
            <p:nvPr/>
          </p:nvCxnSpPr>
          <p:spPr>
            <a:xfrm>
              <a:off x="4619193" y="3841750"/>
              <a:ext cx="0" cy="2717662"/>
            </a:xfrm>
            <a:prstGeom prst="line">
              <a:avLst/>
            </a:prstGeom>
            <a:ln w="1905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5C8FA5F2-28FD-B674-4D6F-CE4BF9313D76}"/>
                </a:ext>
              </a:extLst>
            </p:cNvPr>
            <p:cNvCxnSpPr/>
            <p:nvPr/>
          </p:nvCxnSpPr>
          <p:spPr>
            <a:xfrm>
              <a:off x="4572000" y="4570344"/>
              <a:ext cx="833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C8AA54D7-C131-4574-DBEF-3ECE29A22AB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329087" y="5127595"/>
              <a:ext cx="8334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CuadroTexto 54">
              <a:extLst>
                <a:ext uri="{FF2B5EF4-FFF2-40B4-BE49-F238E27FC236}">
                  <a16:creationId xmlns:a16="http://schemas.microsoft.com/office/drawing/2014/main" id="{427DE59B-CF98-E5B1-73D4-CC3A36F8B3C6}"/>
                </a:ext>
              </a:extLst>
            </p:cNvPr>
            <p:cNvSpPr txBox="1"/>
            <p:nvPr/>
          </p:nvSpPr>
          <p:spPr>
            <a:xfrm>
              <a:off x="4427236" y="4380765"/>
              <a:ext cx="1501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3</a:t>
              </a:r>
            </a:p>
          </p:txBody>
        </p:sp>
        <p:sp>
          <p:nvSpPr>
            <p:cNvPr id="60" name="CuadroTexto 59">
              <a:extLst>
                <a:ext uri="{FF2B5EF4-FFF2-40B4-BE49-F238E27FC236}">
                  <a16:creationId xmlns:a16="http://schemas.microsoft.com/office/drawing/2014/main" id="{91AC65D2-A30F-F877-5D95-D1C1C74390FF}"/>
                </a:ext>
              </a:extLst>
            </p:cNvPr>
            <p:cNvSpPr txBox="1"/>
            <p:nvPr/>
          </p:nvSpPr>
          <p:spPr>
            <a:xfrm>
              <a:off x="5326408" y="5114722"/>
              <a:ext cx="1501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4</a:t>
              </a:r>
            </a:p>
          </p:txBody>
        </p:sp>
      </p:grp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F835A41B-8B47-D2FD-8E91-613CCBAB418E}"/>
              </a:ext>
            </a:extLst>
          </p:cNvPr>
          <p:cNvCxnSpPr>
            <a:cxnSpLocks/>
          </p:cNvCxnSpPr>
          <p:nvPr/>
        </p:nvCxnSpPr>
        <p:spPr>
          <a:xfrm flipV="1">
            <a:off x="7475361" y="3807204"/>
            <a:ext cx="1113860" cy="2195198"/>
          </a:xfrm>
          <a:prstGeom prst="line">
            <a:avLst/>
          </a:prstGeom>
          <a:ln cap="rnd">
            <a:solidFill>
              <a:schemeClr val="accent4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Elipse 62">
            <a:extLst>
              <a:ext uri="{FF2B5EF4-FFF2-40B4-BE49-F238E27FC236}">
                <a16:creationId xmlns:a16="http://schemas.microsoft.com/office/drawing/2014/main" id="{6603667C-3BCE-2339-E0BB-06327B740A15}"/>
              </a:ext>
            </a:extLst>
          </p:cNvPr>
          <p:cNvSpPr/>
          <p:nvPr/>
        </p:nvSpPr>
        <p:spPr>
          <a:xfrm>
            <a:off x="8200245" y="450938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C8C54996-E68C-A299-0636-6D0F49F57B04}"/>
              </a:ext>
            </a:extLst>
          </p:cNvPr>
          <p:cNvSpPr txBox="1"/>
          <p:nvPr/>
        </p:nvSpPr>
        <p:spPr>
          <a:xfrm>
            <a:off x="8262662" y="4243026"/>
            <a:ext cx="67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(4,3)</a:t>
            </a:r>
          </a:p>
        </p:txBody>
      </p:sp>
      <p:sp>
        <p:nvSpPr>
          <p:cNvPr id="65" name="Elipse 64">
            <a:extLst>
              <a:ext uri="{FF2B5EF4-FFF2-40B4-BE49-F238E27FC236}">
                <a16:creationId xmlns:a16="http://schemas.microsoft.com/office/drawing/2014/main" id="{76FF86AE-E591-1F3C-A084-2E35EA0F301A}"/>
              </a:ext>
            </a:extLst>
          </p:cNvPr>
          <p:cNvSpPr/>
          <p:nvPr/>
        </p:nvSpPr>
        <p:spPr>
          <a:xfrm>
            <a:off x="8013719" y="488387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66" name="Conector recto 65">
            <a:extLst>
              <a:ext uri="{FF2B5EF4-FFF2-40B4-BE49-F238E27FC236}">
                <a16:creationId xmlns:a16="http://schemas.microsoft.com/office/drawing/2014/main" id="{FB6CD1A3-4526-1DC9-88F3-157055F664C8}"/>
              </a:ext>
            </a:extLst>
          </p:cNvPr>
          <p:cNvCxnSpPr/>
          <p:nvPr/>
        </p:nvCxnSpPr>
        <p:spPr>
          <a:xfrm>
            <a:off x="7426147" y="4906115"/>
            <a:ext cx="833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CuadroTexto 66">
            <a:extLst>
              <a:ext uri="{FF2B5EF4-FFF2-40B4-BE49-F238E27FC236}">
                <a16:creationId xmlns:a16="http://schemas.microsoft.com/office/drawing/2014/main" id="{B5E3FCA6-84D8-C28E-2361-841BE24EF844}"/>
              </a:ext>
            </a:extLst>
          </p:cNvPr>
          <p:cNvSpPr txBox="1"/>
          <p:nvPr/>
        </p:nvSpPr>
        <p:spPr>
          <a:xfrm>
            <a:off x="7281383" y="4716536"/>
            <a:ext cx="150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1</a:t>
            </a:r>
          </a:p>
        </p:txBody>
      </p:sp>
      <p:sp>
        <p:nvSpPr>
          <p:cNvPr id="68" name="Abrir llave 67">
            <a:extLst>
              <a:ext uri="{FF2B5EF4-FFF2-40B4-BE49-F238E27FC236}">
                <a16:creationId xmlns:a16="http://schemas.microsoft.com/office/drawing/2014/main" id="{BE57096E-2103-9341-66B5-C98AC499FA2A}"/>
              </a:ext>
            </a:extLst>
          </p:cNvPr>
          <p:cNvSpPr/>
          <p:nvPr/>
        </p:nvSpPr>
        <p:spPr>
          <a:xfrm>
            <a:off x="7143237" y="4541495"/>
            <a:ext cx="60310" cy="369332"/>
          </a:xfrm>
          <a:prstGeom prst="leftBrace">
            <a:avLst>
              <a:gd name="adj1" fmla="val 54780"/>
              <a:gd name="adj2" fmla="val 50000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13DD4897-CCB4-9F1B-1C6D-45FD8812BDC1}"/>
              </a:ext>
            </a:extLst>
          </p:cNvPr>
          <p:cNvSpPr txBox="1"/>
          <p:nvPr/>
        </p:nvSpPr>
        <p:spPr>
          <a:xfrm>
            <a:off x="6343650" y="4527331"/>
            <a:ext cx="895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 = 2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58EF1CAD-C8E4-A3C1-7C33-A8EC812F2701}"/>
              </a:ext>
            </a:extLst>
          </p:cNvPr>
          <p:cNvSpPr txBox="1"/>
          <p:nvPr/>
        </p:nvSpPr>
        <p:spPr>
          <a:xfrm>
            <a:off x="7956949" y="5078892"/>
            <a:ext cx="150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3</a:t>
            </a:r>
          </a:p>
        </p:txBody>
      </p: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5E78BC9B-D1F3-608B-DF45-7EC3DF7EE01B}"/>
              </a:ext>
            </a:extLst>
          </p:cNvPr>
          <p:cNvCxnSpPr>
            <a:cxnSpLocks/>
          </p:cNvCxnSpPr>
          <p:nvPr/>
        </p:nvCxnSpPr>
        <p:spPr>
          <a:xfrm rot="5400000">
            <a:off x="7992557" y="5089043"/>
            <a:ext cx="833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CuadroTexto 71">
            <a:extLst>
              <a:ext uri="{FF2B5EF4-FFF2-40B4-BE49-F238E27FC236}">
                <a16:creationId xmlns:a16="http://schemas.microsoft.com/office/drawing/2014/main" id="{DFE0D9B4-069D-ECEF-CAB4-60949195BFF4}"/>
              </a:ext>
            </a:extLst>
          </p:cNvPr>
          <p:cNvSpPr txBox="1"/>
          <p:nvPr/>
        </p:nvSpPr>
        <p:spPr>
          <a:xfrm>
            <a:off x="8070715" y="4634989"/>
            <a:ext cx="67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(3,1)</a:t>
            </a: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E37569BA-B8D7-4D33-C9DB-FDFBC67B2AF0}"/>
              </a:ext>
            </a:extLst>
          </p:cNvPr>
          <p:cNvSpPr txBox="1"/>
          <p:nvPr/>
        </p:nvSpPr>
        <p:spPr>
          <a:xfrm>
            <a:off x="529929" y="2200023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Para calcular la pendiente a partir de 2 puntos con la siguiente fórmula: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CuadroTexto 73">
                <a:extLst>
                  <a:ext uri="{FF2B5EF4-FFF2-40B4-BE49-F238E27FC236}">
                    <a16:creationId xmlns:a16="http://schemas.microsoft.com/office/drawing/2014/main" id="{3E74E630-1234-D238-0564-DF6206058610}"/>
                  </a:ext>
                </a:extLst>
              </p:cNvPr>
              <p:cNvSpPr txBox="1"/>
              <p:nvPr/>
            </p:nvSpPr>
            <p:spPr>
              <a:xfrm>
                <a:off x="2385980" y="2743036"/>
                <a:ext cx="7412350" cy="6361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𝑆𝑖𝑒𝑛𝑑𝑜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s-E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s-E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𝑉𝑎𝑟𝑖𝑎𝑐𝑖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ó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𝑑𝑒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𝑙𝑎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𝑉𝑎𝑟𝑖𝑎𝑐𝑖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ó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𝑑𝑒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𝑙𝑎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74" name="CuadroTexto 73">
                <a:extLst>
                  <a:ext uri="{FF2B5EF4-FFF2-40B4-BE49-F238E27FC236}">
                    <a16:creationId xmlns:a16="http://schemas.microsoft.com/office/drawing/2014/main" id="{3E74E630-1234-D238-0564-DF62060586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5980" y="2743036"/>
                <a:ext cx="7412350" cy="6361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CuadroTexto 74">
                <a:extLst>
                  <a:ext uri="{FF2B5EF4-FFF2-40B4-BE49-F238E27FC236}">
                    <a16:creationId xmlns:a16="http://schemas.microsoft.com/office/drawing/2014/main" id="{83B9EA87-F91A-A658-C6AD-3072D9FB81B7}"/>
                  </a:ext>
                </a:extLst>
              </p:cNvPr>
              <p:cNvSpPr txBox="1"/>
              <p:nvPr/>
            </p:nvSpPr>
            <p:spPr>
              <a:xfrm>
                <a:off x="717648" y="4290897"/>
                <a:ext cx="2171235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3−1</m:t>
                          </m:r>
                        </m:num>
                        <m:den>
                          <m:r>
                            <a:rPr lang="es-E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s-ES" sz="2000" dirty="0"/>
              </a:p>
            </p:txBody>
          </p:sp>
        </mc:Choice>
        <mc:Fallback xmlns="">
          <p:sp>
            <p:nvSpPr>
              <p:cNvPr id="75" name="CuadroTexto 74">
                <a:extLst>
                  <a:ext uri="{FF2B5EF4-FFF2-40B4-BE49-F238E27FC236}">
                    <a16:creationId xmlns:a16="http://schemas.microsoft.com/office/drawing/2014/main" id="{83B9EA87-F91A-A658-C6AD-3072D9FB81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648" y="4290897"/>
                <a:ext cx="2171235" cy="57823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CuadroTexto 76">
                <a:extLst>
                  <a:ext uri="{FF2B5EF4-FFF2-40B4-BE49-F238E27FC236}">
                    <a16:creationId xmlns:a16="http://schemas.microsoft.com/office/drawing/2014/main" id="{EEEF0CF8-CB75-1F6F-29EE-A7431A6F4525}"/>
                  </a:ext>
                </a:extLst>
              </p:cNvPr>
              <p:cNvSpPr txBox="1"/>
              <p:nvPr/>
            </p:nvSpPr>
            <p:spPr>
              <a:xfrm>
                <a:off x="529929" y="3627490"/>
                <a:ext cx="581283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dirty="0"/>
                  <a:t>Siendo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E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s-E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4, 3</m:t>
                        </m:r>
                      </m:e>
                    </m:d>
                  </m:oMath>
                </a14:m>
                <a:r>
                  <a:rPr lang="es-ES" sz="2000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s-E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s-ES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s-ES" sz="2000" dirty="0"/>
                  <a:t>, obtener la recta:</a:t>
                </a:r>
              </a:p>
            </p:txBody>
          </p:sp>
        </mc:Choice>
        <mc:Fallback xmlns="">
          <p:sp>
            <p:nvSpPr>
              <p:cNvPr id="77" name="CuadroTexto 76">
                <a:extLst>
                  <a:ext uri="{FF2B5EF4-FFF2-40B4-BE49-F238E27FC236}">
                    <a16:creationId xmlns:a16="http://schemas.microsoft.com/office/drawing/2014/main" id="{EEEF0CF8-CB75-1F6F-29EE-A7431A6F4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929" y="3627490"/>
                <a:ext cx="5812837" cy="400110"/>
              </a:xfrm>
              <a:prstGeom prst="rect">
                <a:avLst/>
              </a:prstGeom>
              <a:blipFill>
                <a:blip r:embed="rId8"/>
                <a:stretch>
                  <a:fillRect l="-1154" t="-7576" b="-2575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CuadroTexto 77">
                <a:extLst>
                  <a:ext uri="{FF2B5EF4-FFF2-40B4-BE49-F238E27FC236}">
                    <a16:creationId xmlns:a16="http://schemas.microsoft.com/office/drawing/2014/main" id="{499118D4-1651-F206-C507-2D0B2A215787}"/>
                  </a:ext>
                </a:extLst>
              </p:cNvPr>
              <p:cNvSpPr txBox="1"/>
              <p:nvPr/>
            </p:nvSpPr>
            <p:spPr>
              <a:xfrm>
                <a:off x="717648" y="5117450"/>
                <a:ext cx="567110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=3+2</m:t>
                    </m:r>
                    <m:d>
                      <m:dPr>
                        <m:ctrlPr>
                          <a:rPr lang="es-E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</m:e>
                    </m:d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=3+2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−8→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−5</m:t>
                    </m:r>
                  </m:oMath>
                </a14:m>
                <a:r>
                  <a:rPr lang="es-ES" sz="2000" dirty="0"/>
                  <a:t> </a:t>
                </a:r>
              </a:p>
            </p:txBody>
          </p:sp>
        </mc:Choice>
        <mc:Fallback xmlns="">
          <p:sp>
            <p:nvSpPr>
              <p:cNvPr id="78" name="CuadroTexto 77">
                <a:extLst>
                  <a:ext uri="{FF2B5EF4-FFF2-40B4-BE49-F238E27FC236}">
                    <a16:creationId xmlns:a16="http://schemas.microsoft.com/office/drawing/2014/main" id="{499118D4-1651-F206-C507-2D0B2A215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648" y="5117450"/>
                <a:ext cx="5671104" cy="307777"/>
              </a:xfrm>
              <a:prstGeom prst="rect">
                <a:avLst/>
              </a:prstGeom>
              <a:blipFill>
                <a:blip r:embed="rId9"/>
                <a:stretch>
                  <a:fillRect l="-1613" b="-2745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820621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500"/>
                            </p:stCondLst>
                            <p:childTnLst>
                              <p:par>
                                <p:cTn id="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000"/>
                            </p:stCondLst>
                            <p:childTnLst>
                              <p:par>
                                <p:cTn id="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3" grpId="0" animBg="1"/>
      <p:bldP spid="64" grpId="0"/>
      <p:bldP spid="65" grpId="0" animBg="1"/>
      <p:bldP spid="67" grpId="0"/>
      <p:bldP spid="68" grpId="0" animBg="1"/>
      <p:bldP spid="69" grpId="0"/>
      <p:bldP spid="70" grpId="0"/>
      <p:bldP spid="72" grpId="0"/>
      <p:bldP spid="73" grpId="0"/>
      <p:bldP spid="74" grpId="0"/>
      <p:bldP spid="75" grpId="0"/>
      <p:bldP spid="77" grpId="0"/>
      <p:bldP spid="7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C6AC85FE-18A3-4F50-BEBC-03ACE476B43C"/>
  <p:tag name="ISPRING_CMI5_LAUNCH_METHOD" val="any window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SLIDES" val="1"/>
  <p:tag name="ISPRINGCLOUDFOLDERID" val="1"/>
  <p:tag name="ISPRINGONLINEFOLDERID" val="1"/>
  <p:tag name="ISPRING_OUTPUT_FOLDER" val="[[&quot;\uFFFD\/\uFFFD\uFFFD{21D528DD-60A0-4F5B-BB24-A0E5BDBD4B43}&quot;,&quot;C:\\Users\\34717\\Desktop\\Apuntes\\3 ESO\\8. Funciones lineale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SCORM_PASSING_SCORE" val="100.000000"/>
  <p:tag name="ISPRING_PRESENTATION_TITLE" val="4. Recta conociendo punto y pendiente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8948A28D-C015-40A9-8C95-96E0EF04011B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1E1DDF2-6C8A-4088-8732-5E07F8FB63A2}:258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1052</TotalTime>
  <Words>214</Words>
  <Application>Microsoft Office PowerPoint</Application>
  <PresentationFormat>Panorámica</PresentationFormat>
  <Paragraphs>30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Recta conociendo punto y pendiente</dc:title>
  <dc:creator>Illán Linos Souto</dc:creator>
  <cp:lastModifiedBy>Illán Linos</cp:lastModifiedBy>
  <cp:revision>106</cp:revision>
  <dcterms:created xsi:type="dcterms:W3CDTF">2024-08-18T18:48:07Z</dcterms:created>
  <dcterms:modified xsi:type="dcterms:W3CDTF">2025-11-20T18:35:14Z</dcterms:modified>
</cp:coreProperties>
</file>
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9B3F6-D778-49AA-8E83-6C957779A29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C7CC1-5476-47EF-BE18-CCC5B321E3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31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C7CC1-5476-47EF-BE18-CCC5B321E37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76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C7CC1-5476-47EF-BE18-CCC5B321E37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14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Para elevar una fracción a una potencia,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 elevan el numerador y el denominador</a:t>
            </a:r>
          </a:p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dicha potencia.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8117F9-B71F-67C4-258C-98A1B2EE07AB}"/>
                  </a:ext>
                </a:extLst>
              </p:cNvPr>
              <p:cNvSpPr txBox="1"/>
              <p:nvPr/>
            </p:nvSpPr>
            <p:spPr>
              <a:xfrm>
                <a:off x="2987489" y="1869267"/>
                <a:ext cx="6217022" cy="717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num>
                        <m:den>
                          <m:r>
                            <a:rPr lang="es-ES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den>
                      </m:f>
                      <m:r>
                        <a:rPr lang="es-ES" sz="2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s-E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s-ES" sz="20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8117F9-B71F-67C4-258C-98A1B2EE0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489" y="1869267"/>
                <a:ext cx="6217022" cy="717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4E2B02-C565-A9DC-409B-CC5179365081}"/>
                  </a:ext>
                </a:extLst>
              </p:cNvPr>
              <p:cNvSpPr txBox="1"/>
              <p:nvPr/>
            </p:nvSpPr>
            <p:spPr>
              <a:xfrm>
                <a:off x="2708910" y="3280879"/>
                <a:ext cx="6774180" cy="797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num>
                                <m:den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s-E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s-E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p>
                              <m:r>
                                <a:rPr lang="es-E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s-ES" sz="2000" b="1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p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e>
                                <m:sup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s-ES" sz="2000" b="1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E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e>
                                <m:sup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  <m:sup>
                                  <m:r>
                                    <a:rPr lang="es-E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4E2B02-C565-A9DC-409B-CC5179365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910" y="3280879"/>
                <a:ext cx="6774180" cy="7979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!Marco 10">
            <a:extLst>
              <a:ext uri="{FF2B5EF4-FFF2-40B4-BE49-F238E27FC236}">
                <a16:creationId xmlns:a16="http://schemas.microsoft.com/office/drawing/2014/main" id="{F2993C29-34A0-6F31-BE47-2E82A2CB902A}"/>
              </a:ext>
            </a:extLst>
          </p:cNvPr>
          <p:cNvSpPr/>
          <p:nvPr/>
        </p:nvSpPr>
        <p:spPr>
          <a:xfrm>
            <a:off x="535084" y="2706539"/>
            <a:ext cx="11121832" cy="41468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F19434D5-DFEF-E770-53A7-63FCFE37DE1A}"/>
              </a:ext>
            </a:extLst>
          </p:cNvPr>
          <p:cNvSpPr txBox="1"/>
          <p:nvPr/>
        </p:nvSpPr>
        <p:spPr>
          <a:xfrm>
            <a:off x="535084" y="271382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potencia de un producto es igual al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producto de las potencias de los factores.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169F2B2-403D-8774-2821-315FEA2FAF75}"/>
                  </a:ext>
                </a:extLst>
              </p:cNvPr>
              <p:cNvSpPr txBox="1"/>
              <p:nvPr/>
            </p:nvSpPr>
            <p:spPr>
              <a:xfrm>
                <a:off x="2708910" y="5078631"/>
                <a:ext cx="6774180" cy="852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num>
                                <m:den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169F2B2-403D-8774-2821-315FEA2F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910" y="5078631"/>
                <a:ext cx="6774180" cy="8525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!Marco 10">
            <a:extLst>
              <a:ext uri="{FF2B5EF4-FFF2-40B4-BE49-F238E27FC236}">
                <a16:creationId xmlns:a16="http://schemas.microsoft.com/office/drawing/2014/main" id="{38C5850C-1D0C-00F4-8F4B-515168672B06}"/>
              </a:ext>
            </a:extLst>
          </p:cNvPr>
          <p:cNvSpPr/>
          <p:nvPr/>
        </p:nvSpPr>
        <p:spPr>
          <a:xfrm>
            <a:off x="535084" y="4238445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!CuadroTexto 1">
            <a:extLst>
              <a:ext uri="{FF2B5EF4-FFF2-40B4-BE49-F238E27FC236}">
                <a16:creationId xmlns:a16="http://schemas.microsoft.com/office/drawing/2014/main" id="{34F5B623-33DB-3378-B488-7EF2663B2142}"/>
              </a:ext>
            </a:extLst>
          </p:cNvPr>
          <p:cNvSpPr txBox="1"/>
          <p:nvPr/>
        </p:nvSpPr>
        <p:spPr>
          <a:xfrm>
            <a:off x="535084" y="424573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potencia de un cociente es igual al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cociente de las potencias del dividendo y del divisor.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C372C19-7475-461F-AB31-81142270B15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B663D3-91E2-993E-F71B-082FC836D37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1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 animBg="1"/>
      <p:bldP spid="11" grpId="0"/>
      <p:bldP spid="17" grpId="0"/>
      <p:bldP spid="20" grpId="0" animBg="1"/>
      <p:bldP spid="21" grpId="0"/>
      <p:bldP spid="22" grpId="0"/>
      <p:bldP spid="23" grpId="0" animBg="1"/>
      <p:bldP spid="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7502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8643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multiplicar dos potencias de la misma base,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 suman los exponentes.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8117F9-B71F-67C4-258C-98A1B2EE07AB}"/>
                  </a:ext>
                </a:extLst>
              </p:cNvPr>
              <p:cNvSpPr txBox="1"/>
              <p:nvPr/>
            </p:nvSpPr>
            <p:spPr>
              <a:xfrm>
                <a:off x="2987489" y="1611926"/>
                <a:ext cx="6217022" cy="726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←</m:t>
                          </m:r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8117F9-B71F-67C4-258C-98A1B2EE0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489" y="1611926"/>
                <a:ext cx="6217022" cy="7261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4E2B02-C565-A9DC-409B-CC5179365081}"/>
                  </a:ext>
                </a:extLst>
              </p:cNvPr>
              <p:cNvSpPr txBox="1"/>
              <p:nvPr/>
            </p:nvSpPr>
            <p:spPr>
              <a:xfrm>
                <a:off x="2708910" y="3090836"/>
                <a:ext cx="6774180" cy="797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p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den>
                          </m:f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p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den>
                          </m:f>
                        </m:e>
                      </m:d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p>
                          </m:sSup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p>
                          </m:s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p>
                          </m:s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←</m:t>
                          </m:r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  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D4E2B02-C565-A9DC-409B-CC5179365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910" y="3090836"/>
                <a:ext cx="6774180" cy="7979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!Marco 10">
            <a:extLst>
              <a:ext uri="{FF2B5EF4-FFF2-40B4-BE49-F238E27FC236}">
                <a16:creationId xmlns:a16="http://schemas.microsoft.com/office/drawing/2014/main" id="{F2993C29-34A0-6F31-BE47-2E82A2CB902A}"/>
              </a:ext>
            </a:extLst>
          </p:cNvPr>
          <p:cNvSpPr/>
          <p:nvPr/>
        </p:nvSpPr>
        <p:spPr>
          <a:xfrm>
            <a:off x="535084" y="2499813"/>
            <a:ext cx="11121832" cy="41468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F19434D5-DFEF-E770-53A7-63FCFE37DE1A}"/>
              </a:ext>
            </a:extLst>
          </p:cNvPr>
          <p:cNvSpPr txBox="1"/>
          <p:nvPr/>
        </p:nvSpPr>
        <p:spPr>
          <a:xfrm>
            <a:off x="535084" y="250710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dividir dos potencias de la misma base,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 restan los exponentes.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169F2B2-403D-8774-2821-315FEA2FAF75}"/>
                  </a:ext>
                </a:extLst>
              </p:cNvPr>
              <p:cNvSpPr txBox="1"/>
              <p:nvPr/>
            </p:nvSpPr>
            <p:spPr>
              <a:xfrm>
                <a:off x="2708910" y="4631378"/>
                <a:ext cx="6774180" cy="863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ES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1" i="0">
                                              <a:latin typeface="Cambria Math" panose="02040503050406030204" pitchFamily="18" charset="0"/>
                                            </a:rPr>
                                            <m:t>𝐚</m:t>
                                          </m:r>
                                        </m:num>
                                        <m:den>
                                          <m:r>
                                            <a:rPr lang="en-US" sz="2000" b="1" i="0">
                                              <a:latin typeface="Cambria Math" panose="02040503050406030204" pitchFamily="18" charset="0"/>
                                            </a:rPr>
                                            <m:t>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𝐚</m:t>
                                      </m:r>
                                    </m:e>
                                    <m:sup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E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𝐛</m:t>
                                      </m:r>
                                    </m:e>
                                    <m:sup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←</m:t>
                          </m:r>
                          <m:d>
                            <m:d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169F2B2-403D-8774-2821-315FEA2F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910" y="4631378"/>
                <a:ext cx="6774180" cy="8632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!Marco 10">
            <a:extLst>
              <a:ext uri="{FF2B5EF4-FFF2-40B4-BE49-F238E27FC236}">
                <a16:creationId xmlns:a16="http://schemas.microsoft.com/office/drawing/2014/main" id="{38C5850C-1D0C-00F4-8F4B-515168672B06}"/>
              </a:ext>
            </a:extLst>
          </p:cNvPr>
          <p:cNvSpPr/>
          <p:nvPr/>
        </p:nvSpPr>
        <p:spPr>
          <a:xfrm>
            <a:off x="535084" y="4050186"/>
            <a:ext cx="11121832" cy="4146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!CuadroTexto 1">
            <a:extLst>
              <a:ext uri="{FF2B5EF4-FFF2-40B4-BE49-F238E27FC236}">
                <a16:creationId xmlns:a16="http://schemas.microsoft.com/office/drawing/2014/main" id="{34F5B623-33DB-3378-B488-7EF2663B2142}"/>
              </a:ext>
            </a:extLst>
          </p:cNvPr>
          <p:cNvSpPr txBox="1"/>
          <p:nvPr/>
        </p:nvSpPr>
        <p:spPr>
          <a:xfrm>
            <a:off x="535084" y="405747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elevar una potencia a otra potencia,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 multiplican los exponentes.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6B706B4-C905-61FA-A5DC-D67B90427DF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34456E-2FBD-68F5-DD75-7E7BEF5BC5C0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031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1" grpId="0"/>
      <p:bldP spid="17" grpId="0"/>
      <p:bldP spid="20" grpId="0" animBg="1"/>
      <p:bldP spid="21" grpId="0"/>
      <p:bldP spid="22" grpId="0"/>
      <p:bldP spid="23" grpId="0" animBg="1"/>
      <p:bldP spid="3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DB5BEC2-C44A-4D37-9A66-8454E61DD85B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OUTPUT_FOLDER" val="[[&quot;\uFFFD\/\uFFFD\uFFFD{21D528DD-60A0-4F5B-BB24-A0E5BDBD4B43}&quot;,&quot;C:\\Users\\34717\\Desktop\\Apuntes\\3 ESO\\1. Fracciones y decimales&quot;]]"/>
  <p:tag name="ISPRING_ULTRA_SCORM_COURCE_TITLE" val="6. Fracciones con potencia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6. Fracciones con potencia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E730DB8-E6FB-45CB-A0BE-7851B25B4236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C75C499-9676-44C9-9114-937C27961045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182</Words>
  <Application>Microsoft Office PowerPoint</Application>
  <PresentationFormat>Panorámica</PresentationFormat>
  <Paragraphs>17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Fracciones con potencias</dc:title>
  <dc:creator>Illán Linos Souto</dc:creator>
  <cp:lastModifiedBy>Illán Linos</cp:lastModifiedBy>
  <cp:revision>71</cp:revision>
  <dcterms:created xsi:type="dcterms:W3CDTF">2024-08-18T18:48:07Z</dcterms:created>
  <dcterms:modified xsi:type="dcterms:W3CDTF">2025-11-20T16:04:54Z</dcterms:modified>
</cp:coreProperties>
</file>
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3713D-E384-4FF7-B45F-09E6EDE5D2A5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ABF8C-C467-42BC-9868-508E755463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4218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BF8C-C467-42BC-9868-508E7554636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899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BF8C-C467-42BC-9868-508E7554636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395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BF8C-C467-42BC-9868-508E7554636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1451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5201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897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sumar o restar fracciones deben tener el </a:t>
            </a:r>
            <a:r>
              <a:rPr lang="es-ES" sz="2000" b="1" dirty="0">
                <a:solidFill>
                  <a:srgbClr val="4E95D9"/>
                </a:solidFill>
              </a:rPr>
              <a:t>mismo denominador.</a:t>
            </a:r>
          </a:p>
        </p:txBody>
      </p:sp>
      <p:sp>
        <p:nvSpPr>
          <p:cNvPr id="3" name="CuadroTexto 1">
            <a:extLst>
              <a:ext uri="{FF2B5EF4-FFF2-40B4-BE49-F238E27FC236}">
                <a16:creationId xmlns:a16="http://schemas.microsoft.com/office/drawing/2014/main" id="{F070697F-BC73-6273-8144-9B07FD18250A}"/>
              </a:ext>
            </a:extLst>
          </p:cNvPr>
          <p:cNvSpPr txBox="1"/>
          <p:nvPr/>
        </p:nvSpPr>
        <p:spPr>
          <a:xfrm>
            <a:off x="535084" y="1665156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1">
            <a:extLst>
              <a:ext uri="{FF2B5EF4-FFF2-40B4-BE49-F238E27FC236}">
                <a16:creationId xmlns:a16="http://schemas.microsoft.com/office/drawing/2014/main" id="{9499801C-5019-7E91-CF60-35D8C36E53D8}"/>
              </a:ext>
            </a:extLst>
          </p:cNvPr>
          <p:cNvSpPr txBox="1"/>
          <p:nvPr/>
        </p:nvSpPr>
        <p:spPr>
          <a:xfrm>
            <a:off x="3399653" y="2216200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Century Gothic" panose="020B0502020202020204" pitchFamily="34" charset="0"/>
              </a:rPr>
              <a:t>2</a:t>
            </a:r>
            <a:endParaRPr lang="es-ES" sz="36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0" name="CuadroTexto 1">
            <a:extLst>
              <a:ext uri="{FF2B5EF4-FFF2-40B4-BE49-F238E27FC236}">
                <a16:creationId xmlns:a16="http://schemas.microsoft.com/office/drawing/2014/main" id="{85F64956-2A36-5948-0186-92BEB913D19A}"/>
              </a:ext>
            </a:extLst>
          </p:cNvPr>
          <p:cNvSpPr txBox="1"/>
          <p:nvPr/>
        </p:nvSpPr>
        <p:spPr>
          <a:xfrm>
            <a:off x="4124324" y="2528566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+</a:t>
            </a:r>
            <a:endParaRPr lang="es-ES" sz="32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7813173-4A41-0535-0155-185387571BA6}"/>
              </a:ext>
            </a:extLst>
          </p:cNvPr>
          <p:cNvCxnSpPr>
            <a:cxnSpLocks/>
          </p:cNvCxnSpPr>
          <p:nvPr/>
        </p:nvCxnSpPr>
        <p:spPr>
          <a:xfrm>
            <a:off x="3414732" y="2836258"/>
            <a:ext cx="79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">
            <a:extLst>
              <a:ext uri="{FF2B5EF4-FFF2-40B4-BE49-F238E27FC236}">
                <a16:creationId xmlns:a16="http://schemas.microsoft.com/office/drawing/2014/main" id="{AEE89473-40EE-E081-F227-F746FB79FFE9}"/>
              </a:ext>
            </a:extLst>
          </p:cNvPr>
          <p:cNvSpPr txBox="1"/>
          <p:nvPr/>
        </p:nvSpPr>
        <p:spPr>
          <a:xfrm>
            <a:off x="3399653" y="2769669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Century Gothic" panose="020B0502020202020204" pitchFamily="34" charset="0"/>
              </a:rPr>
              <a:t>4</a:t>
            </a:r>
            <a:endParaRPr lang="es-ES" sz="36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4" name="CuadroTexto 1">
            <a:extLst>
              <a:ext uri="{FF2B5EF4-FFF2-40B4-BE49-F238E27FC236}">
                <a16:creationId xmlns:a16="http://schemas.microsoft.com/office/drawing/2014/main" id="{1A6EEC7E-B204-CB3A-3A7F-E632732FB4A7}"/>
              </a:ext>
            </a:extLst>
          </p:cNvPr>
          <p:cNvSpPr txBox="1"/>
          <p:nvPr/>
        </p:nvSpPr>
        <p:spPr>
          <a:xfrm>
            <a:off x="4751695" y="2216200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Century Gothic" panose="020B0502020202020204" pitchFamily="34" charset="0"/>
              </a:rPr>
              <a:t>3</a:t>
            </a:r>
            <a:endParaRPr lang="es-ES" sz="36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C43485A-A271-529F-4362-102A702DC35F}"/>
              </a:ext>
            </a:extLst>
          </p:cNvPr>
          <p:cNvCxnSpPr>
            <a:cxnSpLocks/>
          </p:cNvCxnSpPr>
          <p:nvPr/>
        </p:nvCxnSpPr>
        <p:spPr>
          <a:xfrm>
            <a:off x="4766774" y="2849258"/>
            <a:ext cx="79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">
            <a:extLst>
              <a:ext uri="{FF2B5EF4-FFF2-40B4-BE49-F238E27FC236}">
                <a16:creationId xmlns:a16="http://schemas.microsoft.com/office/drawing/2014/main" id="{A063746E-AC14-91CB-6EA2-1DC9F711FB45}"/>
              </a:ext>
            </a:extLst>
          </p:cNvPr>
          <p:cNvSpPr txBox="1"/>
          <p:nvPr/>
        </p:nvSpPr>
        <p:spPr>
          <a:xfrm>
            <a:off x="4751695" y="2782669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Century Gothic" panose="020B0502020202020204" pitchFamily="34" charset="0"/>
              </a:rPr>
              <a:t>4</a:t>
            </a:r>
            <a:endParaRPr lang="es-ES" sz="36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8" name="CuadroTexto 1">
            <a:extLst>
              <a:ext uri="{FF2B5EF4-FFF2-40B4-BE49-F238E27FC236}">
                <a16:creationId xmlns:a16="http://schemas.microsoft.com/office/drawing/2014/main" id="{79B16F7A-C64C-B428-4997-A18861474F40}"/>
              </a:ext>
            </a:extLst>
          </p:cNvPr>
          <p:cNvSpPr txBox="1"/>
          <p:nvPr/>
        </p:nvSpPr>
        <p:spPr>
          <a:xfrm>
            <a:off x="5447691" y="2545620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=</a:t>
            </a:r>
          </a:p>
        </p:txBody>
      </p:sp>
      <p:sp>
        <p:nvSpPr>
          <p:cNvPr id="30" name="CuadroTexto 1">
            <a:extLst>
              <a:ext uri="{FF2B5EF4-FFF2-40B4-BE49-F238E27FC236}">
                <a16:creationId xmlns:a16="http://schemas.microsoft.com/office/drawing/2014/main" id="{91BC86E0-6C41-4EBE-05ED-31A380D7B958}"/>
              </a:ext>
            </a:extLst>
          </p:cNvPr>
          <p:cNvSpPr txBox="1"/>
          <p:nvPr/>
        </p:nvSpPr>
        <p:spPr>
          <a:xfrm>
            <a:off x="6470443" y="2782669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4</a:t>
            </a:r>
            <a:endParaRPr lang="es-ES" sz="3600" b="1" baseline="30000" dirty="0">
              <a:solidFill>
                <a:schemeClr val="accent3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5BFBC96-D3C7-A05F-C938-E7CEAFCEFDE3}"/>
              </a:ext>
            </a:extLst>
          </p:cNvPr>
          <p:cNvCxnSpPr>
            <a:cxnSpLocks/>
          </p:cNvCxnSpPr>
          <p:nvPr/>
        </p:nvCxnSpPr>
        <p:spPr>
          <a:xfrm>
            <a:off x="6048579" y="2845368"/>
            <a:ext cx="16669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upo 38">
            <a:extLst>
              <a:ext uri="{FF2B5EF4-FFF2-40B4-BE49-F238E27FC236}">
                <a16:creationId xmlns:a16="http://schemas.microsoft.com/office/drawing/2014/main" id="{49AFBEEF-805F-89F0-5523-3F9CBC04B1E8}"/>
              </a:ext>
            </a:extLst>
          </p:cNvPr>
          <p:cNvGrpSpPr/>
          <p:nvPr/>
        </p:nvGrpSpPr>
        <p:grpSpPr>
          <a:xfrm>
            <a:off x="6069332" y="2216200"/>
            <a:ext cx="1625491" cy="655441"/>
            <a:chOff x="6069332" y="2216200"/>
            <a:chExt cx="1625491" cy="655441"/>
          </a:xfrm>
        </p:grpSpPr>
        <p:sp>
          <p:nvSpPr>
            <p:cNvPr id="32" name="CuadroTexto 1">
              <a:extLst>
                <a:ext uri="{FF2B5EF4-FFF2-40B4-BE49-F238E27FC236}">
                  <a16:creationId xmlns:a16="http://schemas.microsoft.com/office/drawing/2014/main" id="{162DB94A-F5E6-2B5A-23AF-8C1D045D23CF}"/>
                </a:ext>
              </a:extLst>
            </p:cNvPr>
            <p:cNvSpPr txBox="1"/>
            <p:nvPr/>
          </p:nvSpPr>
          <p:spPr>
            <a:xfrm>
              <a:off x="6069332" y="2225310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2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33" name="CuadroTexto 1">
              <a:extLst>
                <a:ext uri="{FF2B5EF4-FFF2-40B4-BE49-F238E27FC236}">
                  <a16:creationId xmlns:a16="http://schemas.microsoft.com/office/drawing/2014/main" id="{05B812D9-EFC0-57BA-90A1-358078EB7D6A}"/>
                </a:ext>
              </a:extLst>
            </p:cNvPr>
            <p:cNvSpPr txBox="1"/>
            <p:nvPr/>
          </p:nvSpPr>
          <p:spPr>
            <a:xfrm>
              <a:off x="6543351" y="2252604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+</a:t>
              </a:r>
              <a:endParaRPr lang="es-ES" sz="32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34" name="CuadroTexto 1">
              <a:extLst>
                <a:ext uri="{FF2B5EF4-FFF2-40B4-BE49-F238E27FC236}">
                  <a16:creationId xmlns:a16="http://schemas.microsoft.com/office/drawing/2014/main" id="{C53DE231-14FD-1B9C-2165-5F3BD0A35E76}"/>
                </a:ext>
              </a:extLst>
            </p:cNvPr>
            <p:cNvSpPr txBox="1"/>
            <p:nvPr/>
          </p:nvSpPr>
          <p:spPr>
            <a:xfrm>
              <a:off x="6871554" y="2216200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35" name="CuadroTexto 1">
            <a:extLst>
              <a:ext uri="{FF2B5EF4-FFF2-40B4-BE49-F238E27FC236}">
                <a16:creationId xmlns:a16="http://schemas.microsoft.com/office/drawing/2014/main" id="{A026102F-F5E4-AC4C-9472-F673DDD42844}"/>
              </a:ext>
            </a:extLst>
          </p:cNvPr>
          <p:cNvSpPr txBox="1"/>
          <p:nvPr/>
        </p:nvSpPr>
        <p:spPr>
          <a:xfrm>
            <a:off x="7561434" y="2546462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=</a:t>
            </a:r>
          </a:p>
        </p:txBody>
      </p:sp>
      <p:sp>
        <p:nvSpPr>
          <p:cNvPr id="36" name="CuadroTexto 1">
            <a:extLst>
              <a:ext uri="{FF2B5EF4-FFF2-40B4-BE49-F238E27FC236}">
                <a16:creationId xmlns:a16="http://schemas.microsoft.com/office/drawing/2014/main" id="{2DFACB33-3114-39F0-9A8F-82632EDE6E0C}"/>
              </a:ext>
            </a:extLst>
          </p:cNvPr>
          <p:cNvSpPr txBox="1"/>
          <p:nvPr/>
        </p:nvSpPr>
        <p:spPr>
          <a:xfrm>
            <a:off x="8122060" y="2216200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Century Gothic" panose="020B0502020202020204" pitchFamily="34" charset="0"/>
              </a:rPr>
              <a:t>5</a:t>
            </a:r>
            <a:endParaRPr lang="es-ES" sz="36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DAF6AB7C-CB46-D11E-53E0-3E5B45F5CCB7}"/>
              </a:ext>
            </a:extLst>
          </p:cNvPr>
          <p:cNvCxnSpPr>
            <a:cxnSpLocks/>
          </p:cNvCxnSpPr>
          <p:nvPr/>
        </p:nvCxnSpPr>
        <p:spPr>
          <a:xfrm>
            <a:off x="8137139" y="2849258"/>
            <a:ext cx="79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1">
            <a:extLst>
              <a:ext uri="{FF2B5EF4-FFF2-40B4-BE49-F238E27FC236}">
                <a16:creationId xmlns:a16="http://schemas.microsoft.com/office/drawing/2014/main" id="{34A7740A-514F-A69D-F7F4-9901275B155B}"/>
              </a:ext>
            </a:extLst>
          </p:cNvPr>
          <p:cNvSpPr txBox="1"/>
          <p:nvPr/>
        </p:nvSpPr>
        <p:spPr>
          <a:xfrm>
            <a:off x="8122060" y="2782669"/>
            <a:ext cx="82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4</a:t>
            </a:r>
            <a:endParaRPr lang="es-ES" sz="3600" b="1" baseline="30000" dirty="0">
              <a:solidFill>
                <a:schemeClr val="accent3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93CF952-168D-B4B8-2DAE-EA1F8D4F31F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444B9B-B46C-5648-6BCD-11B74940439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  <p:bldP spid="10" grpId="0"/>
      <p:bldP spid="13" grpId="0"/>
      <p:bldP spid="13" grpId="1"/>
      <p:bldP spid="14" grpId="0"/>
      <p:bldP spid="17" grpId="0"/>
      <p:bldP spid="17" grpId="1"/>
      <p:bldP spid="18" grpId="0"/>
      <p:bldP spid="30" grpId="0"/>
      <p:bldP spid="35" grpId="0"/>
      <p:bldP spid="36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07886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897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caso de no tener el mismo denominador tendremos que </a:t>
            </a:r>
            <a:r>
              <a:rPr lang="es-ES" sz="2000" b="1" dirty="0">
                <a:solidFill>
                  <a:srgbClr val="4E95D9"/>
                </a:solidFill>
              </a:rPr>
              <a:t>buscar una fracción equivalente </a:t>
            </a:r>
            <a:r>
              <a:rPr lang="es-ES" sz="2000" b="1" dirty="0"/>
              <a:t>que sí que lo tenga usando el MCM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1">
            <a:extLst>
              <a:ext uri="{FF2B5EF4-FFF2-40B4-BE49-F238E27FC236}">
                <a16:creationId xmlns:a16="http://schemas.microsoft.com/office/drawing/2014/main" id="{CCD221B7-6F7B-AC11-EF0C-5E28F62883F6}"/>
              </a:ext>
            </a:extLst>
          </p:cNvPr>
          <p:cNvSpPr txBox="1"/>
          <p:nvPr/>
        </p:nvSpPr>
        <p:spPr>
          <a:xfrm>
            <a:off x="523236" y="1916457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7E96BE5-E4CC-7808-1AB9-11AD322EB6C7}"/>
              </a:ext>
            </a:extLst>
          </p:cNvPr>
          <p:cNvGrpSpPr/>
          <p:nvPr/>
        </p:nvGrpSpPr>
        <p:grpSpPr>
          <a:xfrm>
            <a:off x="2554059" y="1929201"/>
            <a:ext cx="1739595" cy="860281"/>
            <a:chOff x="2554059" y="1929201"/>
            <a:chExt cx="1739595" cy="860281"/>
          </a:xfrm>
        </p:grpSpPr>
        <p:sp>
          <p:nvSpPr>
            <p:cNvPr id="9" name="CuadroTexto 1">
              <a:extLst>
                <a:ext uri="{FF2B5EF4-FFF2-40B4-BE49-F238E27FC236}">
                  <a16:creationId xmlns:a16="http://schemas.microsoft.com/office/drawing/2014/main" id="{3A1FE2C8-FE35-C57B-329F-F55E6A4D3996}"/>
                </a:ext>
              </a:extLst>
            </p:cNvPr>
            <p:cNvSpPr txBox="1"/>
            <p:nvPr/>
          </p:nvSpPr>
          <p:spPr>
            <a:xfrm>
              <a:off x="2554059" y="1929201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4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10" name="CuadroTexto 1">
              <a:extLst>
                <a:ext uri="{FF2B5EF4-FFF2-40B4-BE49-F238E27FC236}">
                  <a16:creationId xmlns:a16="http://schemas.microsoft.com/office/drawing/2014/main" id="{6996D00A-62CC-E887-6A07-0996C2A17FDE}"/>
                </a:ext>
              </a:extLst>
            </p:cNvPr>
            <p:cNvSpPr txBox="1"/>
            <p:nvPr/>
          </p:nvSpPr>
          <p:spPr>
            <a:xfrm>
              <a:off x="3100367" y="2096985"/>
              <a:ext cx="702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-</a:t>
              </a:r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A67AAEBC-05A8-8340-2265-B5C8D9BE9409}"/>
                </a:ext>
              </a:extLst>
            </p:cNvPr>
            <p:cNvCxnSpPr>
              <a:cxnSpLocks/>
            </p:cNvCxnSpPr>
            <p:nvPr/>
          </p:nvCxnSpPr>
          <p:spPr>
            <a:xfrm>
              <a:off x="2625725" y="2364541"/>
              <a:ext cx="6954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uadroTexto 1">
              <a:extLst>
                <a:ext uri="{FF2B5EF4-FFF2-40B4-BE49-F238E27FC236}">
                  <a16:creationId xmlns:a16="http://schemas.microsoft.com/office/drawing/2014/main" id="{AFFCA368-6A0E-AB22-53A7-94844D2649C1}"/>
                </a:ext>
              </a:extLst>
            </p:cNvPr>
            <p:cNvSpPr txBox="1"/>
            <p:nvPr/>
          </p:nvSpPr>
          <p:spPr>
            <a:xfrm>
              <a:off x="2560616" y="2327817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3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14" name="CuadroTexto 1">
              <a:extLst>
                <a:ext uri="{FF2B5EF4-FFF2-40B4-BE49-F238E27FC236}">
                  <a16:creationId xmlns:a16="http://schemas.microsoft.com/office/drawing/2014/main" id="{7FFD929F-2380-6948-908B-99665175466E}"/>
                </a:ext>
              </a:extLst>
            </p:cNvPr>
            <p:cNvSpPr txBox="1"/>
            <p:nvPr/>
          </p:nvSpPr>
          <p:spPr>
            <a:xfrm>
              <a:off x="3470385" y="1929201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3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145E8583-0121-86CD-900F-BA60229902D3}"/>
                </a:ext>
              </a:extLst>
            </p:cNvPr>
            <p:cNvCxnSpPr>
              <a:cxnSpLocks/>
            </p:cNvCxnSpPr>
            <p:nvPr/>
          </p:nvCxnSpPr>
          <p:spPr>
            <a:xfrm>
              <a:off x="3571524" y="2364541"/>
              <a:ext cx="6575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uadroTexto 1">
              <a:extLst>
                <a:ext uri="{FF2B5EF4-FFF2-40B4-BE49-F238E27FC236}">
                  <a16:creationId xmlns:a16="http://schemas.microsoft.com/office/drawing/2014/main" id="{AC6BC155-23A6-2EED-E4C4-D598C4AFD162}"/>
                </a:ext>
              </a:extLst>
            </p:cNvPr>
            <p:cNvSpPr txBox="1"/>
            <p:nvPr/>
          </p:nvSpPr>
          <p:spPr>
            <a:xfrm>
              <a:off x="3470385" y="2327817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4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18" name="CuadroTexto 1">
            <a:extLst>
              <a:ext uri="{FF2B5EF4-FFF2-40B4-BE49-F238E27FC236}">
                <a16:creationId xmlns:a16="http://schemas.microsoft.com/office/drawing/2014/main" id="{0E906EA0-C266-7C7E-B89A-F79B582818E5}"/>
              </a:ext>
            </a:extLst>
          </p:cNvPr>
          <p:cNvSpPr txBox="1"/>
          <p:nvPr/>
        </p:nvSpPr>
        <p:spPr>
          <a:xfrm>
            <a:off x="552769" y="4421467"/>
            <a:ext cx="145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3 = 3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1" name="CuadroTexto 1">
            <a:extLst>
              <a:ext uri="{FF2B5EF4-FFF2-40B4-BE49-F238E27FC236}">
                <a16:creationId xmlns:a16="http://schemas.microsoft.com/office/drawing/2014/main" id="{9C30E86F-39CD-78C2-B7D6-BBADBF931E48}"/>
              </a:ext>
            </a:extLst>
          </p:cNvPr>
          <p:cNvSpPr txBox="1"/>
          <p:nvPr/>
        </p:nvSpPr>
        <p:spPr>
          <a:xfrm>
            <a:off x="438974" y="3837686"/>
            <a:ext cx="3031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MCM DE 3 Y 4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ACA1E6D0-360C-B3D6-2E7E-8B94417ED50F}"/>
              </a:ext>
            </a:extLst>
          </p:cNvPr>
          <p:cNvSpPr txBox="1"/>
          <p:nvPr/>
        </p:nvSpPr>
        <p:spPr>
          <a:xfrm>
            <a:off x="3883184" y="4258547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cxnSp>
        <p:nvCxnSpPr>
          <p:cNvPr id="119" name="Conector recto 118">
            <a:extLst>
              <a:ext uri="{FF2B5EF4-FFF2-40B4-BE49-F238E27FC236}">
                <a16:creationId xmlns:a16="http://schemas.microsoft.com/office/drawing/2014/main" id="{6D988D50-9859-D638-917A-FF11CF002EC2}"/>
              </a:ext>
            </a:extLst>
          </p:cNvPr>
          <p:cNvCxnSpPr>
            <a:cxnSpLocks/>
          </p:cNvCxnSpPr>
          <p:nvPr/>
        </p:nvCxnSpPr>
        <p:spPr>
          <a:xfrm>
            <a:off x="4541729" y="4258547"/>
            <a:ext cx="0" cy="8262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1BBCBDB9-EC88-0701-D8F3-C2F887E4C36E}"/>
              </a:ext>
            </a:extLst>
          </p:cNvPr>
          <p:cNvSpPr txBox="1"/>
          <p:nvPr/>
        </p:nvSpPr>
        <p:spPr>
          <a:xfrm>
            <a:off x="4321557" y="4261173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85392E55-57DD-EBDE-8B72-39F223DE638C}"/>
              </a:ext>
            </a:extLst>
          </p:cNvPr>
          <p:cNvSpPr txBox="1"/>
          <p:nvPr/>
        </p:nvSpPr>
        <p:spPr>
          <a:xfrm>
            <a:off x="3883184" y="467108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04F13EE-B9D3-573E-905B-8DB3B96B5C0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238E316-F81B-9350-CBB9-837C9B24A60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81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18" grpId="0"/>
      <p:bldP spid="31" grpId="0"/>
      <p:bldP spid="118" grpId="0"/>
      <p:bldP spid="120" grpId="0"/>
      <p:bldP spid="1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07886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897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caso de no tener el mismo denominador tendremos que </a:t>
            </a:r>
            <a:r>
              <a:rPr lang="es-ES" sz="2000" b="1" dirty="0">
                <a:solidFill>
                  <a:srgbClr val="4E95D9"/>
                </a:solidFill>
              </a:rPr>
              <a:t>buscar una fracción equivalente </a:t>
            </a:r>
            <a:r>
              <a:rPr lang="es-ES" sz="2000" b="1" dirty="0"/>
              <a:t>que sí que lo tenga usando el MCM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1">
            <a:extLst>
              <a:ext uri="{FF2B5EF4-FFF2-40B4-BE49-F238E27FC236}">
                <a16:creationId xmlns:a16="http://schemas.microsoft.com/office/drawing/2014/main" id="{CCD221B7-6F7B-AC11-EF0C-5E28F62883F6}"/>
              </a:ext>
            </a:extLst>
          </p:cNvPr>
          <p:cNvSpPr txBox="1"/>
          <p:nvPr/>
        </p:nvSpPr>
        <p:spPr>
          <a:xfrm>
            <a:off x="523236" y="1916457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1">
            <a:extLst>
              <a:ext uri="{FF2B5EF4-FFF2-40B4-BE49-F238E27FC236}">
                <a16:creationId xmlns:a16="http://schemas.microsoft.com/office/drawing/2014/main" id="{3A1FE2C8-FE35-C57B-329F-F55E6A4D3996}"/>
              </a:ext>
            </a:extLst>
          </p:cNvPr>
          <p:cNvSpPr txBox="1"/>
          <p:nvPr/>
        </p:nvSpPr>
        <p:spPr>
          <a:xfrm>
            <a:off x="2554059" y="1929201"/>
            <a:ext cx="823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4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0" name="CuadroTexto 1">
            <a:extLst>
              <a:ext uri="{FF2B5EF4-FFF2-40B4-BE49-F238E27FC236}">
                <a16:creationId xmlns:a16="http://schemas.microsoft.com/office/drawing/2014/main" id="{6996D00A-62CC-E887-6A07-0996C2A17FDE}"/>
              </a:ext>
            </a:extLst>
          </p:cNvPr>
          <p:cNvSpPr txBox="1"/>
          <p:nvPr/>
        </p:nvSpPr>
        <p:spPr>
          <a:xfrm>
            <a:off x="3100367" y="2096985"/>
            <a:ext cx="702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-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67AAEBC-05A8-8340-2265-B5C8D9BE9409}"/>
              </a:ext>
            </a:extLst>
          </p:cNvPr>
          <p:cNvCxnSpPr>
            <a:cxnSpLocks/>
          </p:cNvCxnSpPr>
          <p:nvPr/>
        </p:nvCxnSpPr>
        <p:spPr>
          <a:xfrm>
            <a:off x="2625725" y="2364541"/>
            <a:ext cx="6954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">
            <a:extLst>
              <a:ext uri="{FF2B5EF4-FFF2-40B4-BE49-F238E27FC236}">
                <a16:creationId xmlns:a16="http://schemas.microsoft.com/office/drawing/2014/main" id="{AFFCA368-6A0E-AB22-53A7-94844D2649C1}"/>
              </a:ext>
            </a:extLst>
          </p:cNvPr>
          <p:cNvSpPr txBox="1"/>
          <p:nvPr/>
        </p:nvSpPr>
        <p:spPr>
          <a:xfrm>
            <a:off x="2560616" y="2327817"/>
            <a:ext cx="823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3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4" name="CuadroTexto 1">
            <a:extLst>
              <a:ext uri="{FF2B5EF4-FFF2-40B4-BE49-F238E27FC236}">
                <a16:creationId xmlns:a16="http://schemas.microsoft.com/office/drawing/2014/main" id="{7FFD929F-2380-6948-908B-99665175466E}"/>
              </a:ext>
            </a:extLst>
          </p:cNvPr>
          <p:cNvSpPr txBox="1"/>
          <p:nvPr/>
        </p:nvSpPr>
        <p:spPr>
          <a:xfrm>
            <a:off x="3470385" y="1929201"/>
            <a:ext cx="823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3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45E8583-0121-86CD-900F-BA60229902D3}"/>
              </a:ext>
            </a:extLst>
          </p:cNvPr>
          <p:cNvCxnSpPr>
            <a:cxnSpLocks/>
          </p:cNvCxnSpPr>
          <p:nvPr/>
        </p:nvCxnSpPr>
        <p:spPr>
          <a:xfrm>
            <a:off x="3571524" y="2364541"/>
            <a:ext cx="6575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">
            <a:extLst>
              <a:ext uri="{FF2B5EF4-FFF2-40B4-BE49-F238E27FC236}">
                <a16:creationId xmlns:a16="http://schemas.microsoft.com/office/drawing/2014/main" id="{AC6BC155-23A6-2EED-E4C4-D598C4AFD162}"/>
              </a:ext>
            </a:extLst>
          </p:cNvPr>
          <p:cNvSpPr txBox="1"/>
          <p:nvPr/>
        </p:nvSpPr>
        <p:spPr>
          <a:xfrm>
            <a:off x="3470385" y="2327817"/>
            <a:ext cx="823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4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8" name="CuadroTexto 1">
            <a:extLst>
              <a:ext uri="{FF2B5EF4-FFF2-40B4-BE49-F238E27FC236}">
                <a16:creationId xmlns:a16="http://schemas.microsoft.com/office/drawing/2014/main" id="{0E906EA0-C266-7C7E-B89A-F79B582818E5}"/>
              </a:ext>
            </a:extLst>
          </p:cNvPr>
          <p:cNvSpPr txBox="1"/>
          <p:nvPr/>
        </p:nvSpPr>
        <p:spPr>
          <a:xfrm>
            <a:off x="552769" y="4421467"/>
            <a:ext cx="145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3 = 3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0" name="CuadroTexto 1">
            <a:extLst>
              <a:ext uri="{FF2B5EF4-FFF2-40B4-BE49-F238E27FC236}">
                <a16:creationId xmlns:a16="http://schemas.microsoft.com/office/drawing/2014/main" id="{385269DE-1831-855C-6B18-C47576DDBCC4}"/>
              </a:ext>
            </a:extLst>
          </p:cNvPr>
          <p:cNvSpPr txBox="1"/>
          <p:nvPr/>
        </p:nvSpPr>
        <p:spPr>
          <a:xfrm>
            <a:off x="552768" y="5119507"/>
            <a:ext cx="2834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4 =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1" name="CuadroTexto 1">
            <a:extLst>
              <a:ext uri="{FF2B5EF4-FFF2-40B4-BE49-F238E27FC236}">
                <a16:creationId xmlns:a16="http://schemas.microsoft.com/office/drawing/2014/main" id="{9C30E86F-39CD-78C2-B7D6-BBADBF931E48}"/>
              </a:ext>
            </a:extLst>
          </p:cNvPr>
          <p:cNvSpPr txBox="1"/>
          <p:nvPr/>
        </p:nvSpPr>
        <p:spPr>
          <a:xfrm>
            <a:off x="438974" y="3837686"/>
            <a:ext cx="3031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MCM DE 3 Y 4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EF454333-CAA2-BDCA-3357-3BACC3520069}"/>
              </a:ext>
            </a:extLst>
          </p:cNvPr>
          <p:cNvGrpSpPr/>
          <p:nvPr/>
        </p:nvGrpSpPr>
        <p:grpSpPr>
          <a:xfrm>
            <a:off x="5149773" y="1958788"/>
            <a:ext cx="826301" cy="832236"/>
            <a:chOff x="4766989" y="10579209"/>
            <a:chExt cx="826301" cy="832236"/>
          </a:xfrm>
        </p:grpSpPr>
        <p:sp>
          <p:nvSpPr>
            <p:cNvPr id="33" name="CuadroTexto 1">
              <a:extLst>
                <a:ext uri="{FF2B5EF4-FFF2-40B4-BE49-F238E27FC236}">
                  <a16:creationId xmlns:a16="http://schemas.microsoft.com/office/drawing/2014/main" id="{3C56175F-CCC8-0490-2657-455E31E31D5D}"/>
                </a:ext>
              </a:extLst>
            </p:cNvPr>
            <p:cNvSpPr txBox="1"/>
            <p:nvPr/>
          </p:nvSpPr>
          <p:spPr>
            <a:xfrm>
              <a:off x="4770021" y="10579209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4</a:t>
              </a:r>
              <a:endParaRPr lang="es-ES" sz="24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38E01083-1D0F-4602-CCFA-BF72E6920E08}"/>
                </a:ext>
              </a:extLst>
            </p:cNvPr>
            <p:cNvCxnSpPr>
              <a:cxnSpLocks/>
            </p:cNvCxnSpPr>
            <p:nvPr/>
          </p:nvCxnSpPr>
          <p:spPr>
            <a:xfrm>
              <a:off x="4941019" y="10989906"/>
              <a:ext cx="499147" cy="0"/>
            </a:xfrm>
            <a:prstGeom prst="line">
              <a:avLst/>
            </a:prstGeom>
            <a:ln w="38100">
              <a:solidFill>
                <a:srgbClr val="46B1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1">
              <a:extLst>
                <a:ext uri="{FF2B5EF4-FFF2-40B4-BE49-F238E27FC236}">
                  <a16:creationId xmlns:a16="http://schemas.microsoft.com/office/drawing/2014/main" id="{8AEB9D24-7609-F417-41E1-D709B631ADEE}"/>
                </a:ext>
              </a:extLst>
            </p:cNvPr>
            <p:cNvSpPr txBox="1"/>
            <p:nvPr/>
          </p:nvSpPr>
          <p:spPr>
            <a:xfrm>
              <a:off x="4766989" y="10949780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4</a:t>
              </a:r>
              <a:endParaRPr lang="es-ES" sz="24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991F191-3BA0-D0A9-0A5D-91A7D2656AAE}"/>
              </a:ext>
            </a:extLst>
          </p:cNvPr>
          <p:cNvGrpSpPr/>
          <p:nvPr/>
        </p:nvGrpSpPr>
        <p:grpSpPr>
          <a:xfrm>
            <a:off x="4022846" y="1944521"/>
            <a:ext cx="1228118" cy="837394"/>
            <a:chOff x="3311982" y="10480820"/>
            <a:chExt cx="1228118" cy="837394"/>
          </a:xfrm>
        </p:grpSpPr>
        <p:sp>
          <p:nvSpPr>
            <p:cNvPr id="37" name="CuadroTexto 1">
              <a:extLst>
                <a:ext uri="{FF2B5EF4-FFF2-40B4-BE49-F238E27FC236}">
                  <a16:creationId xmlns:a16="http://schemas.microsoft.com/office/drawing/2014/main" id="{C7290E6C-F9E8-01B4-B662-8E86C2C3CCFF}"/>
                </a:ext>
              </a:extLst>
            </p:cNvPr>
            <p:cNvSpPr txBox="1"/>
            <p:nvPr/>
          </p:nvSpPr>
          <p:spPr>
            <a:xfrm>
              <a:off x="3311982" y="10672468"/>
              <a:ext cx="702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38" name="CuadroTexto 1">
              <a:extLst>
                <a:ext uri="{FF2B5EF4-FFF2-40B4-BE49-F238E27FC236}">
                  <a16:creationId xmlns:a16="http://schemas.microsoft.com/office/drawing/2014/main" id="{3FD8FC63-8D90-1A8F-C43A-1497528D4F90}"/>
                </a:ext>
              </a:extLst>
            </p:cNvPr>
            <p:cNvSpPr txBox="1"/>
            <p:nvPr/>
          </p:nvSpPr>
          <p:spPr>
            <a:xfrm>
              <a:off x="3680434" y="10480820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4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9AB4A5F-63AB-6FB4-6B5E-4D2E1470FA3E}"/>
                </a:ext>
              </a:extLst>
            </p:cNvPr>
            <p:cNvCxnSpPr>
              <a:cxnSpLocks/>
            </p:cNvCxnSpPr>
            <p:nvPr/>
          </p:nvCxnSpPr>
          <p:spPr>
            <a:xfrm>
              <a:off x="3833990" y="10900840"/>
              <a:ext cx="55311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uadroTexto 1">
              <a:extLst>
                <a:ext uri="{FF2B5EF4-FFF2-40B4-BE49-F238E27FC236}">
                  <a16:creationId xmlns:a16="http://schemas.microsoft.com/office/drawing/2014/main" id="{AB6CDF0E-B997-F7B1-7352-B416358FF2D3}"/>
                </a:ext>
              </a:extLst>
            </p:cNvPr>
            <p:cNvSpPr txBox="1"/>
            <p:nvPr/>
          </p:nvSpPr>
          <p:spPr>
            <a:xfrm>
              <a:off x="3683929" y="10856549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3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B85BB8AE-A2AE-E284-B57F-B4C6A9BCAF85}"/>
                </a:ext>
              </a:extLst>
            </p:cNvPr>
            <p:cNvSpPr/>
            <p:nvPr/>
          </p:nvSpPr>
          <p:spPr>
            <a:xfrm>
              <a:off x="4474296" y="10864996"/>
              <a:ext cx="65804" cy="6580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 dirty="0"/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EBEE514F-87AA-0BDC-9B5F-4AA0C5A80AD2}"/>
              </a:ext>
            </a:extLst>
          </p:cNvPr>
          <p:cNvGrpSpPr/>
          <p:nvPr/>
        </p:nvGrpSpPr>
        <p:grpSpPr>
          <a:xfrm>
            <a:off x="6662061" y="1950085"/>
            <a:ext cx="823270" cy="838489"/>
            <a:chOff x="7036676" y="10583717"/>
            <a:chExt cx="823270" cy="838489"/>
          </a:xfrm>
        </p:grpSpPr>
        <p:sp>
          <p:nvSpPr>
            <p:cNvPr id="43" name="CuadroTexto 1">
              <a:extLst>
                <a:ext uri="{FF2B5EF4-FFF2-40B4-BE49-F238E27FC236}">
                  <a16:creationId xmlns:a16="http://schemas.microsoft.com/office/drawing/2014/main" id="{87CE5183-3236-AFEE-AAB4-173C9214CB21}"/>
                </a:ext>
              </a:extLst>
            </p:cNvPr>
            <p:cNvSpPr txBox="1"/>
            <p:nvPr/>
          </p:nvSpPr>
          <p:spPr>
            <a:xfrm>
              <a:off x="7036677" y="10583717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3</a:t>
              </a:r>
              <a:endParaRPr lang="es-ES" sz="24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6B2F3961-3FEB-09E5-E40C-5407EC33F353}"/>
                </a:ext>
              </a:extLst>
            </p:cNvPr>
            <p:cNvCxnSpPr>
              <a:cxnSpLocks/>
            </p:cNvCxnSpPr>
            <p:nvPr/>
          </p:nvCxnSpPr>
          <p:spPr>
            <a:xfrm>
              <a:off x="7204786" y="10998615"/>
              <a:ext cx="485029" cy="0"/>
            </a:xfrm>
            <a:prstGeom prst="line">
              <a:avLst/>
            </a:prstGeom>
            <a:ln w="38100">
              <a:solidFill>
                <a:srgbClr val="46B1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CuadroTexto 1">
              <a:extLst>
                <a:ext uri="{FF2B5EF4-FFF2-40B4-BE49-F238E27FC236}">
                  <a16:creationId xmlns:a16="http://schemas.microsoft.com/office/drawing/2014/main" id="{6566DC7F-4C74-30EE-7327-09DFB8F3F032}"/>
                </a:ext>
              </a:extLst>
            </p:cNvPr>
            <p:cNvSpPr txBox="1"/>
            <p:nvPr/>
          </p:nvSpPr>
          <p:spPr>
            <a:xfrm>
              <a:off x="7036676" y="10960541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3</a:t>
              </a:r>
              <a:endParaRPr lang="es-ES" sz="24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E59D0129-2AB2-7B8A-2CC6-A4F8D9FE32C9}"/>
              </a:ext>
            </a:extLst>
          </p:cNvPr>
          <p:cNvGrpSpPr/>
          <p:nvPr/>
        </p:nvGrpSpPr>
        <p:grpSpPr>
          <a:xfrm>
            <a:off x="5614834" y="1951627"/>
            <a:ext cx="1131566" cy="837855"/>
            <a:chOff x="5605394" y="10484209"/>
            <a:chExt cx="1131566" cy="837855"/>
          </a:xfrm>
        </p:grpSpPr>
        <p:sp>
          <p:nvSpPr>
            <p:cNvPr id="47" name="CuadroTexto 1">
              <a:extLst>
                <a:ext uri="{FF2B5EF4-FFF2-40B4-BE49-F238E27FC236}">
                  <a16:creationId xmlns:a16="http://schemas.microsoft.com/office/drawing/2014/main" id="{E3C264DF-1E15-B5EF-E2AF-2BC13A614698}"/>
                </a:ext>
              </a:extLst>
            </p:cNvPr>
            <p:cNvSpPr txBox="1"/>
            <p:nvPr/>
          </p:nvSpPr>
          <p:spPr>
            <a:xfrm>
              <a:off x="5605394" y="10632774"/>
              <a:ext cx="702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-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48" name="CuadroTexto 1">
              <a:extLst>
                <a:ext uri="{FF2B5EF4-FFF2-40B4-BE49-F238E27FC236}">
                  <a16:creationId xmlns:a16="http://schemas.microsoft.com/office/drawing/2014/main" id="{55B46CA1-3821-E8B6-1E30-51FDF89DD299}"/>
                </a:ext>
              </a:extLst>
            </p:cNvPr>
            <p:cNvSpPr txBox="1"/>
            <p:nvPr/>
          </p:nvSpPr>
          <p:spPr>
            <a:xfrm>
              <a:off x="5912157" y="10484209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3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5BAD44E4-B775-3E8D-9882-008D785979F1}"/>
                </a:ext>
              </a:extLst>
            </p:cNvPr>
            <p:cNvCxnSpPr>
              <a:cxnSpLocks/>
            </p:cNvCxnSpPr>
            <p:nvPr/>
          </p:nvCxnSpPr>
          <p:spPr>
            <a:xfrm>
              <a:off x="6085606" y="10894180"/>
              <a:ext cx="48622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uadroTexto 1">
              <a:extLst>
                <a:ext uri="{FF2B5EF4-FFF2-40B4-BE49-F238E27FC236}">
                  <a16:creationId xmlns:a16="http://schemas.microsoft.com/office/drawing/2014/main" id="{D72758CC-180D-121E-A019-8C4FFE6584B3}"/>
                </a:ext>
              </a:extLst>
            </p:cNvPr>
            <p:cNvSpPr txBox="1"/>
            <p:nvPr/>
          </p:nvSpPr>
          <p:spPr>
            <a:xfrm>
              <a:off x="5890407" y="10860399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4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08CD023A-E3D8-2738-E075-B7FDE6FB26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72160" y="10861780"/>
              <a:ext cx="64800" cy="64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 dirty="0"/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B34886A1-3EB4-E1FE-A024-7004EA30FB46}"/>
              </a:ext>
            </a:extLst>
          </p:cNvPr>
          <p:cNvGrpSpPr/>
          <p:nvPr/>
        </p:nvGrpSpPr>
        <p:grpSpPr>
          <a:xfrm>
            <a:off x="3100367" y="2885395"/>
            <a:ext cx="3764801" cy="859265"/>
            <a:chOff x="1275273" y="11670113"/>
            <a:chExt cx="3764801" cy="859265"/>
          </a:xfrm>
        </p:grpSpPr>
        <p:sp>
          <p:nvSpPr>
            <p:cNvPr id="53" name="CuadroTexto 1">
              <a:extLst>
                <a:ext uri="{FF2B5EF4-FFF2-40B4-BE49-F238E27FC236}">
                  <a16:creationId xmlns:a16="http://schemas.microsoft.com/office/drawing/2014/main" id="{D81328A5-09C0-B1F5-9AB6-C96F271FD06C}"/>
                </a:ext>
              </a:extLst>
            </p:cNvPr>
            <p:cNvSpPr txBox="1"/>
            <p:nvPr/>
          </p:nvSpPr>
          <p:spPr>
            <a:xfrm>
              <a:off x="1275273" y="11670113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16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54" name="CuadroTexto 1">
              <a:extLst>
                <a:ext uri="{FF2B5EF4-FFF2-40B4-BE49-F238E27FC236}">
                  <a16:creationId xmlns:a16="http://schemas.microsoft.com/office/drawing/2014/main" id="{FD89EFB2-8E56-F3E0-7010-0A3A49305153}"/>
                </a:ext>
              </a:extLst>
            </p:cNvPr>
            <p:cNvSpPr txBox="1"/>
            <p:nvPr/>
          </p:nvSpPr>
          <p:spPr>
            <a:xfrm>
              <a:off x="1754885" y="11856438"/>
              <a:ext cx="702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-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C68B42B1-696F-589F-82AD-1AF676CD9A4F}"/>
                </a:ext>
              </a:extLst>
            </p:cNvPr>
            <p:cNvCxnSpPr>
              <a:cxnSpLocks/>
            </p:cNvCxnSpPr>
            <p:nvPr/>
          </p:nvCxnSpPr>
          <p:spPr>
            <a:xfrm>
              <a:off x="1428409" y="12117907"/>
              <a:ext cx="55157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CuadroTexto 1">
              <a:extLst>
                <a:ext uri="{FF2B5EF4-FFF2-40B4-BE49-F238E27FC236}">
                  <a16:creationId xmlns:a16="http://schemas.microsoft.com/office/drawing/2014/main" id="{821E5D1C-2CAB-0B2B-3C5C-FA8AF5A4022C}"/>
                </a:ext>
              </a:extLst>
            </p:cNvPr>
            <p:cNvSpPr txBox="1"/>
            <p:nvPr/>
          </p:nvSpPr>
          <p:spPr>
            <a:xfrm>
              <a:off x="1290352" y="12067713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12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62" name="CuadroTexto 1">
              <a:extLst>
                <a:ext uri="{FF2B5EF4-FFF2-40B4-BE49-F238E27FC236}">
                  <a16:creationId xmlns:a16="http://schemas.microsoft.com/office/drawing/2014/main" id="{34842911-2A62-4A97-5209-BFEDB5BE7B80}"/>
                </a:ext>
              </a:extLst>
            </p:cNvPr>
            <p:cNvSpPr txBox="1"/>
            <p:nvPr/>
          </p:nvSpPr>
          <p:spPr>
            <a:xfrm>
              <a:off x="2123842" y="11688654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9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768F5E3D-0951-CD8D-DA2C-76AFC989BD70}"/>
                </a:ext>
              </a:extLst>
            </p:cNvPr>
            <p:cNvCxnSpPr>
              <a:cxnSpLocks/>
            </p:cNvCxnSpPr>
            <p:nvPr/>
          </p:nvCxnSpPr>
          <p:spPr>
            <a:xfrm>
              <a:off x="2241027" y="12122196"/>
              <a:ext cx="5889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uadroTexto 1">
              <a:extLst>
                <a:ext uri="{FF2B5EF4-FFF2-40B4-BE49-F238E27FC236}">
                  <a16:creationId xmlns:a16="http://schemas.microsoft.com/office/drawing/2014/main" id="{7AE28850-384B-A31A-7265-959CE4F060BE}"/>
                </a:ext>
              </a:extLst>
            </p:cNvPr>
            <p:cNvSpPr txBox="1"/>
            <p:nvPr/>
          </p:nvSpPr>
          <p:spPr>
            <a:xfrm>
              <a:off x="2103738" y="12067713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12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65" name="CuadroTexto 1">
              <a:extLst>
                <a:ext uri="{FF2B5EF4-FFF2-40B4-BE49-F238E27FC236}">
                  <a16:creationId xmlns:a16="http://schemas.microsoft.com/office/drawing/2014/main" id="{1C9DCCA7-B234-0F50-65FC-887477AF3F02}"/>
                </a:ext>
              </a:extLst>
            </p:cNvPr>
            <p:cNvSpPr txBox="1"/>
            <p:nvPr/>
          </p:nvSpPr>
          <p:spPr>
            <a:xfrm>
              <a:off x="2637078" y="11887073"/>
              <a:ext cx="702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66" name="CuadroTexto 1">
              <a:extLst>
                <a:ext uri="{FF2B5EF4-FFF2-40B4-BE49-F238E27FC236}">
                  <a16:creationId xmlns:a16="http://schemas.microsoft.com/office/drawing/2014/main" id="{FD5C8C48-2D97-BC1C-0654-BC33CFB8D34D}"/>
                </a:ext>
              </a:extLst>
            </p:cNvPr>
            <p:cNvSpPr txBox="1"/>
            <p:nvPr/>
          </p:nvSpPr>
          <p:spPr>
            <a:xfrm>
              <a:off x="2862843" y="11703186"/>
              <a:ext cx="12737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16-9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43F20FA1-E74F-F0D5-FFAA-1478A28C96DC}"/>
                </a:ext>
              </a:extLst>
            </p:cNvPr>
            <p:cNvCxnSpPr>
              <a:cxnSpLocks/>
            </p:cNvCxnSpPr>
            <p:nvPr/>
          </p:nvCxnSpPr>
          <p:spPr>
            <a:xfrm>
              <a:off x="3146357" y="12119871"/>
              <a:ext cx="7066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uadroTexto 1">
              <a:extLst>
                <a:ext uri="{FF2B5EF4-FFF2-40B4-BE49-F238E27FC236}">
                  <a16:creationId xmlns:a16="http://schemas.microsoft.com/office/drawing/2014/main" id="{01506965-2B0D-1838-5C1F-5AD507B0CACC}"/>
                </a:ext>
              </a:extLst>
            </p:cNvPr>
            <p:cNvSpPr txBox="1"/>
            <p:nvPr/>
          </p:nvSpPr>
          <p:spPr>
            <a:xfrm>
              <a:off x="3068664" y="12058424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12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69" name="CuadroTexto 1">
              <a:extLst>
                <a:ext uri="{FF2B5EF4-FFF2-40B4-BE49-F238E27FC236}">
                  <a16:creationId xmlns:a16="http://schemas.microsoft.com/office/drawing/2014/main" id="{61090809-6317-C25B-0229-7E7213AF2266}"/>
                </a:ext>
              </a:extLst>
            </p:cNvPr>
            <p:cNvSpPr txBox="1"/>
            <p:nvPr/>
          </p:nvSpPr>
          <p:spPr>
            <a:xfrm>
              <a:off x="3651539" y="11889038"/>
              <a:ext cx="702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70" name="CuadroTexto 1">
              <a:extLst>
                <a:ext uri="{FF2B5EF4-FFF2-40B4-BE49-F238E27FC236}">
                  <a16:creationId xmlns:a16="http://schemas.microsoft.com/office/drawing/2014/main" id="{309CDE64-CB12-05FE-D816-59AD76B26411}"/>
                </a:ext>
              </a:extLst>
            </p:cNvPr>
            <p:cNvSpPr txBox="1"/>
            <p:nvPr/>
          </p:nvSpPr>
          <p:spPr>
            <a:xfrm>
              <a:off x="3766373" y="11697141"/>
              <a:ext cx="12737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7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EB55B1A4-417E-F760-0DD1-FA3EEEF0C629}"/>
                </a:ext>
              </a:extLst>
            </p:cNvPr>
            <p:cNvCxnSpPr>
              <a:cxnSpLocks/>
            </p:cNvCxnSpPr>
            <p:nvPr/>
          </p:nvCxnSpPr>
          <p:spPr>
            <a:xfrm>
              <a:off x="4141051" y="12117905"/>
              <a:ext cx="5281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CuadroTexto 1">
              <a:extLst>
                <a:ext uri="{FF2B5EF4-FFF2-40B4-BE49-F238E27FC236}">
                  <a16:creationId xmlns:a16="http://schemas.microsoft.com/office/drawing/2014/main" id="{5B0F3A3E-E460-66B3-5291-C221F2987A9F}"/>
                </a:ext>
              </a:extLst>
            </p:cNvPr>
            <p:cNvSpPr txBox="1"/>
            <p:nvPr/>
          </p:nvSpPr>
          <p:spPr>
            <a:xfrm>
              <a:off x="3991590" y="12067712"/>
              <a:ext cx="823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12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73" name="CuadroTexto 72">
            <a:extLst>
              <a:ext uri="{FF2B5EF4-FFF2-40B4-BE49-F238E27FC236}">
                <a16:creationId xmlns:a16="http://schemas.microsoft.com/office/drawing/2014/main" id="{0B3C28FA-F82A-D76A-42D0-158CEB036208}"/>
              </a:ext>
            </a:extLst>
          </p:cNvPr>
          <p:cNvSpPr txBox="1"/>
          <p:nvPr/>
        </p:nvSpPr>
        <p:spPr>
          <a:xfrm>
            <a:off x="5185160" y="423404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02ABF553-DEFB-E5CA-5B96-0B435B7298FF}"/>
              </a:ext>
            </a:extLst>
          </p:cNvPr>
          <p:cNvCxnSpPr>
            <a:cxnSpLocks/>
          </p:cNvCxnSpPr>
          <p:nvPr/>
        </p:nvCxnSpPr>
        <p:spPr>
          <a:xfrm>
            <a:off x="5843705" y="4234040"/>
            <a:ext cx="0" cy="12717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D1984DA3-29C9-22BC-6475-87B01CFFA215}"/>
              </a:ext>
            </a:extLst>
          </p:cNvPr>
          <p:cNvSpPr txBox="1"/>
          <p:nvPr/>
        </p:nvSpPr>
        <p:spPr>
          <a:xfrm>
            <a:off x="5623533" y="4236666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D4D36C32-87E7-F3CE-3D26-DBCB0093A006}"/>
              </a:ext>
            </a:extLst>
          </p:cNvPr>
          <p:cNvSpPr txBox="1"/>
          <p:nvPr/>
        </p:nvSpPr>
        <p:spPr>
          <a:xfrm>
            <a:off x="5185160" y="4646573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3AB1908B-C31E-6249-A893-974762294B25}"/>
              </a:ext>
            </a:extLst>
          </p:cNvPr>
          <p:cNvSpPr txBox="1"/>
          <p:nvPr/>
        </p:nvSpPr>
        <p:spPr>
          <a:xfrm>
            <a:off x="5629463" y="4652522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B6A3F23D-B5D9-1D68-3515-A8FA2737CE96}"/>
              </a:ext>
            </a:extLst>
          </p:cNvPr>
          <p:cNvSpPr txBox="1"/>
          <p:nvPr/>
        </p:nvSpPr>
        <p:spPr>
          <a:xfrm>
            <a:off x="5185160" y="5105711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CE684FB1-732A-3A07-0C26-E26A212BC491}"/>
                  </a:ext>
                </a:extLst>
              </p:cNvPr>
              <p:cNvSpPr txBox="1"/>
              <p:nvPr/>
            </p:nvSpPr>
            <p:spPr>
              <a:xfrm>
                <a:off x="1066107" y="5126858"/>
                <a:ext cx="20235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b="1" dirty="0"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400" b="1" dirty="0">
                    <a:latin typeface="Century Gothic" panose="020B0502020202020204" pitchFamily="34" charset="0"/>
                  </a:rPr>
                  <a:t>2 = 2</a:t>
                </a:r>
                <a:r>
                  <a:rPr lang="es-ES" sz="2400" b="1" baseline="30000" dirty="0">
                    <a:latin typeface="Century Gothic" panose="020B0502020202020204" pitchFamily="34" charset="0"/>
                  </a:rPr>
                  <a:t>2</a:t>
                </a:r>
              </a:p>
            </p:txBody>
          </p:sp>
        </mc:Choice>
        <mc:Fallback xmlns="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CE684FB1-732A-3A07-0C26-E26A212BC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107" y="5126858"/>
                <a:ext cx="2023588" cy="461665"/>
              </a:xfrm>
              <a:prstGeom prst="rect">
                <a:avLst/>
              </a:prstGeom>
              <a:blipFill>
                <a:blip r:embed="rId6"/>
                <a:stretch>
                  <a:fillRect l="-4819" t="-10526" b="-2894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6FCA06E1-D8FB-5FE2-5A16-5FA2875AEB71}"/>
                  </a:ext>
                </a:extLst>
              </p:cNvPr>
              <p:cNvSpPr txBox="1"/>
              <p:nvPr/>
            </p:nvSpPr>
            <p:spPr>
              <a:xfrm>
                <a:off x="535084" y="5873528"/>
                <a:ext cx="54981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b="1" dirty="0">
                    <a:latin typeface="Century Gothic" panose="020B0502020202020204" pitchFamily="34" charset="0"/>
                  </a:rPr>
                  <a:t>MCM(3,4)= 2</a:t>
                </a:r>
                <a:r>
                  <a:rPr lang="es-ES" sz="2400" b="1" baseline="30000" dirty="0"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400" b="1" dirty="0">
                    <a:latin typeface="Century Gothic" panose="020B0502020202020204" pitchFamily="34" charset="0"/>
                  </a:rPr>
                  <a:t>3 = 12</a:t>
                </a:r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6FCA06E1-D8FB-5FE2-5A16-5FA2875AE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5873528"/>
                <a:ext cx="5498143" cy="461665"/>
              </a:xfrm>
              <a:prstGeom prst="rect">
                <a:avLst/>
              </a:prstGeom>
              <a:blipFill>
                <a:blip r:embed="rId7"/>
                <a:stretch>
                  <a:fillRect l="-1774" t="-10667" b="-30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CuadroTexto 117">
            <a:extLst>
              <a:ext uri="{FF2B5EF4-FFF2-40B4-BE49-F238E27FC236}">
                <a16:creationId xmlns:a16="http://schemas.microsoft.com/office/drawing/2014/main" id="{ACA1E6D0-360C-B3D6-2E7E-8B94417ED50F}"/>
              </a:ext>
            </a:extLst>
          </p:cNvPr>
          <p:cNvSpPr txBox="1"/>
          <p:nvPr/>
        </p:nvSpPr>
        <p:spPr>
          <a:xfrm>
            <a:off x="3883184" y="4258547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cxnSp>
        <p:nvCxnSpPr>
          <p:cNvPr id="119" name="Conector recto 118">
            <a:extLst>
              <a:ext uri="{FF2B5EF4-FFF2-40B4-BE49-F238E27FC236}">
                <a16:creationId xmlns:a16="http://schemas.microsoft.com/office/drawing/2014/main" id="{6D988D50-9859-D638-917A-FF11CF002EC2}"/>
              </a:ext>
            </a:extLst>
          </p:cNvPr>
          <p:cNvCxnSpPr>
            <a:cxnSpLocks/>
          </p:cNvCxnSpPr>
          <p:nvPr/>
        </p:nvCxnSpPr>
        <p:spPr>
          <a:xfrm>
            <a:off x="4541729" y="4258547"/>
            <a:ext cx="0" cy="8262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1BBCBDB9-EC88-0701-D8F3-C2F887E4C36E}"/>
              </a:ext>
            </a:extLst>
          </p:cNvPr>
          <p:cNvSpPr txBox="1"/>
          <p:nvPr/>
        </p:nvSpPr>
        <p:spPr>
          <a:xfrm>
            <a:off x="4321557" y="4261173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85392E55-57DD-EBDE-8B72-39F223DE638C}"/>
              </a:ext>
            </a:extLst>
          </p:cNvPr>
          <p:cNvSpPr txBox="1"/>
          <p:nvPr/>
        </p:nvSpPr>
        <p:spPr>
          <a:xfrm>
            <a:off x="3883184" y="467108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9FC61DA-9377-D0AA-7E19-ACE92B67F58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1C57A9-9FFC-E334-4EC9-52AECF9100D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03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5" grpId="0"/>
      <p:bldP spid="76" grpId="0"/>
      <p:bldP spid="77" grpId="0"/>
      <p:bldP spid="78" grpId="0"/>
      <p:bldP spid="79" grpId="0"/>
      <p:bldP spid="8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FFE01EF-B7A7-46EE-9922-420F5D19F069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3. Suma y resta de fraccione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1. Fracciones y decimal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0712553-B4AE-4F7E-AEDF-E0B8DE0076F5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B8F9E2D-28F7-4657-AD8E-9BFCBC3D99F3}:26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DFE661B-CD4E-4F2E-BAA9-90C64BF333C5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171</Words>
  <Application>Microsoft Office PowerPoint</Application>
  <PresentationFormat>Panorámica</PresentationFormat>
  <Paragraphs>74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Suma y resta de fracciones</dc:title>
  <dc:creator>Illán Linos Souto</dc:creator>
  <cp:lastModifiedBy>Illán Linos</cp:lastModifiedBy>
  <cp:revision>43</cp:revision>
  <dcterms:created xsi:type="dcterms:W3CDTF">2024-08-18T18:48:07Z</dcterms:created>
  <dcterms:modified xsi:type="dcterms:W3CDTF">2025-11-20T16:02:06Z</dcterms:modified>
</cp:coreProperties>
</file>
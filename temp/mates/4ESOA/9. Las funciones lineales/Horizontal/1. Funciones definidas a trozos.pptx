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E3F"/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Las Funciones Lineales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87839901"/>
                  </p:ext>
                </p:extLst>
              </p:nvPr>
            </p:nvGraphicFramePr>
            <p:xfrm>
              <a:off x="545068" y="3666923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666923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DEFINIDAS A TROZOS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450151"/>
                  </p:ext>
                </p:extLst>
              </p:nvPr>
            </p:nvGraphicFramePr>
            <p:xfrm>
              <a:off x="548148" y="2391140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8148" y="2391140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TIPOS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ECUACIÓN PUNTO-PENDIENTE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Las 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104370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describir analíticamente una gráfica formada por trozos de rectas, se dan las ecuaciones de los diversos tramos, enumerados por orden, indicando en cada uno de ellos los valores de </a:t>
            </a:r>
            <a:r>
              <a:rPr lang="es-ES" sz="2000" b="1" i="1" dirty="0"/>
              <a:t>x </a:t>
            </a:r>
            <a:r>
              <a:rPr lang="es-ES" sz="2000" b="1" dirty="0"/>
              <a:t>para los que la función está definida.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085D9FE-CF6C-7C7B-7B33-6575D70C574D}"/>
              </a:ext>
            </a:extLst>
          </p:cNvPr>
          <p:cNvSpPr txBox="1"/>
          <p:nvPr/>
        </p:nvSpPr>
        <p:spPr>
          <a:xfrm>
            <a:off x="535084" y="2285999"/>
            <a:ext cx="2306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2FB54D0-20DA-E3FB-E2DF-A0C00C8F3ADB}"/>
                  </a:ext>
                </a:extLst>
              </p:cNvPr>
              <p:cNvSpPr txBox="1"/>
              <p:nvPr/>
            </p:nvSpPr>
            <p:spPr>
              <a:xfrm>
                <a:off x="640975" y="3214634"/>
                <a:ext cx="78441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2FB54D0-20DA-E3FB-E2DF-A0C00C8F3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75" y="3214634"/>
                <a:ext cx="784413" cy="276999"/>
              </a:xfrm>
              <a:prstGeom prst="rect">
                <a:avLst/>
              </a:prstGeom>
              <a:blipFill>
                <a:blip r:embed="rId6"/>
                <a:stretch>
                  <a:fillRect l="-13953" b="-369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brir llave 11">
            <a:extLst>
              <a:ext uri="{FF2B5EF4-FFF2-40B4-BE49-F238E27FC236}">
                <a16:creationId xmlns:a16="http://schemas.microsoft.com/office/drawing/2014/main" id="{8C08CC91-BEC2-F582-922C-A8CDEF9E57BC}"/>
              </a:ext>
            </a:extLst>
          </p:cNvPr>
          <p:cNvSpPr/>
          <p:nvPr/>
        </p:nvSpPr>
        <p:spPr>
          <a:xfrm>
            <a:off x="1380146" y="2811607"/>
            <a:ext cx="161364" cy="1111624"/>
          </a:xfrm>
          <a:prstGeom prst="leftBrace">
            <a:avLst>
              <a:gd name="adj1" fmla="val 3489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1C76EB-49DC-C16A-11BF-AC64C2416E13}"/>
                  </a:ext>
                </a:extLst>
              </p:cNvPr>
              <p:cNvSpPr txBox="1"/>
              <p:nvPr/>
            </p:nvSpPr>
            <p:spPr>
              <a:xfrm>
                <a:off x="1541510" y="2825058"/>
                <a:ext cx="78441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21C76EB-49DC-C16A-11BF-AC64C241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510" y="2825058"/>
                <a:ext cx="784413" cy="276999"/>
              </a:xfrm>
              <a:prstGeom prst="rect">
                <a:avLst/>
              </a:prstGeom>
              <a:blipFill>
                <a:blip r:embed="rId7"/>
                <a:stretch>
                  <a:fillRect l="-7752" b="-10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44FD888-CF35-CCBC-57B4-E2082930BBDD}"/>
                  </a:ext>
                </a:extLst>
              </p:cNvPr>
              <p:cNvSpPr txBox="1"/>
              <p:nvPr/>
            </p:nvSpPr>
            <p:spPr>
              <a:xfrm>
                <a:off x="1541509" y="3209118"/>
                <a:ext cx="11302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44FD888-CF35-CCBC-57B4-E2082930B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509" y="3209118"/>
                <a:ext cx="1130254" cy="276999"/>
              </a:xfrm>
              <a:prstGeom prst="rect">
                <a:avLst/>
              </a:prstGeom>
              <a:blipFill>
                <a:blip r:embed="rId8"/>
                <a:stretch>
                  <a:fillRect l="-3784" b="-10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8B74B8-F28E-7B1E-1631-E5596B4668A2}"/>
                  </a:ext>
                </a:extLst>
              </p:cNvPr>
              <p:cNvSpPr txBox="1"/>
              <p:nvPr/>
            </p:nvSpPr>
            <p:spPr>
              <a:xfrm>
                <a:off x="1541509" y="3589088"/>
                <a:ext cx="78441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8B74B8-F28E-7B1E-1631-E5596B466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509" y="3589088"/>
                <a:ext cx="784413" cy="276999"/>
              </a:xfrm>
              <a:prstGeom prst="rect">
                <a:avLst/>
              </a:prstGeom>
              <a:blipFill>
                <a:blip r:embed="rId9"/>
                <a:stretch>
                  <a:fillRect l="-10853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309B366-0E9E-A7EE-A320-BC5D3BA9F562}"/>
                  </a:ext>
                </a:extLst>
              </p:cNvPr>
              <p:cNvSpPr txBox="1"/>
              <p:nvPr/>
            </p:nvSpPr>
            <p:spPr>
              <a:xfrm>
                <a:off x="2760710" y="2825058"/>
                <a:ext cx="8826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309B366-0E9E-A7EE-A320-BC5D3BA9F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10" y="2825058"/>
                <a:ext cx="882603" cy="276999"/>
              </a:xfrm>
              <a:prstGeom prst="rect">
                <a:avLst/>
              </a:prstGeom>
              <a:blipFill>
                <a:blip r:embed="rId10"/>
                <a:stretch>
                  <a:fillRect l="-9655" b="-152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47CDA91-A38F-58EC-731D-8C48A2663C7D}"/>
                  </a:ext>
                </a:extLst>
              </p:cNvPr>
              <p:cNvSpPr txBox="1"/>
              <p:nvPr/>
            </p:nvSpPr>
            <p:spPr>
              <a:xfrm>
                <a:off x="2760709" y="3209118"/>
                <a:ext cx="12445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3&lt;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&lt;6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47CDA91-A38F-58EC-731D-8C48A2663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09" y="3209118"/>
                <a:ext cx="1244554" cy="276999"/>
              </a:xfrm>
              <a:prstGeom prst="rect">
                <a:avLst/>
              </a:prstGeom>
              <a:blipFill>
                <a:blip r:embed="rId11"/>
                <a:stretch>
                  <a:fillRect l="-6863" r="-4412" b="-10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B2E65E17-F19B-0073-245D-4FFD1FA03E64}"/>
                  </a:ext>
                </a:extLst>
              </p:cNvPr>
              <p:cNvSpPr txBox="1"/>
              <p:nvPr/>
            </p:nvSpPr>
            <p:spPr>
              <a:xfrm>
                <a:off x="2760709" y="3589088"/>
                <a:ext cx="11302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B2E65E17-F19B-0073-245D-4FFD1FA03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09" y="3589088"/>
                <a:ext cx="1130254" cy="276999"/>
              </a:xfrm>
              <a:prstGeom prst="rect">
                <a:avLst/>
              </a:prstGeom>
              <a:blipFill>
                <a:blip r:embed="rId12"/>
                <a:stretch>
                  <a:fillRect l="-7568" b="-155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A60711A3-5DF2-060C-9229-5557686E0F4A}"/>
              </a:ext>
            </a:extLst>
          </p:cNvPr>
          <p:cNvGrpSpPr/>
          <p:nvPr/>
        </p:nvGrpSpPr>
        <p:grpSpPr>
          <a:xfrm>
            <a:off x="5711311" y="2553851"/>
            <a:ext cx="4396137" cy="3774325"/>
            <a:chOff x="5711311" y="2553851"/>
            <a:chExt cx="4396137" cy="3774325"/>
          </a:xfrm>
        </p:grpSpPr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A8577EEA-9A2B-BAFA-8216-AD209A4ABF72}"/>
                </a:ext>
              </a:extLst>
            </p:cNvPr>
            <p:cNvCxnSpPr>
              <a:cxnSpLocks/>
            </p:cNvCxnSpPr>
            <p:nvPr/>
          </p:nvCxnSpPr>
          <p:spPr>
            <a:xfrm>
              <a:off x="7951513" y="2566204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DB7351E-3EBC-F158-E9DB-3023E271307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420891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50386C8-13AD-A55F-40BD-240F133AE36F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195812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23D124E-1C4C-436B-3A03-E76CD2842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7555" y="4968933"/>
              <a:ext cx="4319815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86E940FD-6E81-5C79-904D-74ACC1E12E11}"/>
                </a:ext>
              </a:extLst>
            </p:cNvPr>
            <p:cNvCxnSpPr>
              <a:cxnSpLocks/>
            </p:cNvCxnSpPr>
            <p:nvPr/>
          </p:nvCxnSpPr>
          <p:spPr>
            <a:xfrm>
              <a:off x="5772516" y="6099576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21A92B59-0B13-A117-2274-BCE854AFAAE8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874407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44FC868A-BE5E-EF80-00F1-908F8D6593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51513" y="3491595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F28A750-A331-75D6-7D8C-2DE65657963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5647982"/>
              <a:ext cx="216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C75F90B-C292-5F6B-11DB-3D04821FE70D}"/>
                </a:ext>
              </a:extLst>
            </p:cNvPr>
            <p:cNvCxnSpPr>
              <a:cxnSpLocks/>
            </p:cNvCxnSpPr>
            <p:nvPr/>
          </p:nvCxnSpPr>
          <p:spPr>
            <a:xfrm>
              <a:off x="5777555" y="2566498"/>
              <a:ext cx="0" cy="35330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6A13F73-8239-38DC-9959-C3BCC600A7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40062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19F3F751-832C-371E-DEE8-451D44DD3C4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315773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614DCAF-B374-F610-D1C1-6C86F89CC3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91485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7F1BA85E-85E7-1EF2-EEFB-1E15E6131F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67196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B279169-F84B-927F-50B5-5C648E9CC8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4290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84F68C89-9534-B9ED-8874-6FBA3F5312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218618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3F4D830-FE76-75C3-E799-423B8E1004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9432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A55328F1-BE9E-C326-3908-A9D0D45256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70040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9560E91A-7902-F2F3-B846-F41BD010F5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60733" y="147724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9AEDA50B-C4F0-15A9-807A-DFFAF0D027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39915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F323C9B-7258-A2E5-7F68-3E73144831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15626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8BFC8C1-BCF5-E6E5-04CF-88ABA78F60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91337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2C7396E-CCE8-D1C8-22D2-EE41AF0BF83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67049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04BD0EE4-7C5E-230A-50AD-A6B4DCB2C2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42760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F7A44A1A-67C0-BA56-6D67-42C9232EC6A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218471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54F461F5-E741-926C-CAFB-F914B32FB9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94182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DCDDFBB-1859-125F-0BED-F962F076D9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69893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E55405BC-9E03-3807-1A1F-11722E2FA3E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147577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242CE1C9-2489-A0DC-5158-438A2835705E}"/>
                </a:ext>
              </a:extLst>
            </p:cNvPr>
            <p:cNvCxnSpPr>
              <a:cxnSpLocks/>
            </p:cNvCxnSpPr>
            <p:nvPr/>
          </p:nvCxnSpPr>
          <p:spPr>
            <a:xfrm>
              <a:off x="6023621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F3D63EE-BBB1-32F1-7BF5-80AA32DF32CE}"/>
                </a:ext>
              </a:extLst>
            </p:cNvPr>
            <p:cNvCxnSpPr>
              <a:cxnSpLocks/>
            </p:cNvCxnSpPr>
            <p:nvPr/>
          </p:nvCxnSpPr>
          <p:spPr>
            <a:xfrm>
              <a:off x="6266509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C1B83883-DBFD-8F40-8905-CDB1016252CC}"/>
                </a:ext>
              </a:extLst>
            </p:cNvPr>
            <p:cNvCxnSpPr>
              <a:cxnSpLocks/>
            </p:cNvCxnSpPr>
            <p:nvPr/>
          </p:nvCxnSpPr>
          <p:spPr>
            <a:xfrm>
              <a:off x="6509398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45BB443-343C-70C6-97D9-A7C98E10477D}"/>
                </a:ext>
              </a:extLst>
            </p:cNvPr>
            <p:cNvCxnSpPr>
              <a:cxnSpLocks/>
            </p:cNvCxnSpPr>
            <p:nvPr/>
          </p:nvCxnSpPr>
          <p:spPr>
            <a:xfrm>
              <a:off x="6752287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C8C21C4-B1FF-C963-CC8F-665B98E58CD9}"/>
                </a:ext>
              </a:extLst>
            </p:cNvPr>
            <p:cNvCxnSpPr>
              <a:cxnSpLocks/>
            </p:cNvCxnSpPr>
            <p:nvPr/>
          </p:nvCxnSpPr>
          <p:spPr>
            <a:xfrm>
              <a:off x="6995176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D17CDC92-5D1E-C12E-9C2B-7FE62D31EB47}"/>
                </a:ext>
              </a:extLst>
            </p:cNvPr>
            <p:cNvCxnSpPr>
              <a:cxnSpLocks/>
            </p:cNvCxnSpPr>
            <p:nvPr/>
          </p:nvCxnSpPr>
          <p:spPr>
            <a:xfrm>
              <a:off x="7238065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FBEA1C3-4719-6AD7-C9F0-27966B701871}"/>
                </a:ext>
              </a:extLst>
            </p:cNvPr>
            <p:cNvCxnSpPr>
              <a:cxnSpLocks/>
            </p:cNvCxnSpPr>
            <p:nvPr/>
          </p:nvCxnSpPr>
          <p:spPr>
            <a:xfrm>
              <a:off x="7480954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AB999FC8-BAEC-9A4A-F1B5-85807A209C1A}"/>
                </a:ext>
              </a:extLst>
            </p:cNvPr>
            <p:cNvCxnSpPr>
              <a:cxnSpLocks/>
            </p:cNvCxnSpPr>
            <p:nvPr/>
          </p:nvCxnSpPr>
          <p:spPr>
            <a:xfrm>
              <a:off x="7723841" y="2564020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F26B05CA-C3CA-4308-34B4-C0139C91DFD5}"/>
                </a:ext>
              </a:extLst>
            </p:cNvPr>
            <p:cNvCxnSpPr>
              <a:cxnSpLocks/>
            </p:cNvCxnSpPr>
            <p:nvPr/>
          </p:nvCxnSpPr>
          <p:spPr>
            <a:xfrm>
              <a:off x="8190336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D7CF077A-20F5-1442-A3AC-8AAFEBF9862C}"/>
                </a:ext>
              </a:extLst>
            </p:cNvPr>
            <p:cNvCxnSpPr>
              <a:cxnSpLocks/>
            </p:cNvCxnSpPr>
            <p:nvPr/>
          </p:nvCxnSpPr>
          <p:spPr>
            <a:xfrm>
              <a:off x="8433224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979A5B24-3485-AEE9-5015-E9C709313ACF}"/>
                </a:ext>
              </a:extLst>
            </p:cNvPr>
            <p:cNvCxnSpPr>
              <a:cxnSpLocks/>
            </p:cNvCxnSpPr>
            <p:nvPr/>
          </p:nvCxnSpPr>
          <p:spPr>
            <a:xfrm>
              <a:off x="8676113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BC9671CC-6710-0B99-961E-0C24AAF60169}"/>
                </a:ext>
              </a:extLst>
            </p:cNvPr>
            <p:cNvCxnSpPr>
              <a:cxnSpLocks/>
            </p:cNvCxnSpPr>
            <p:nvPr/>
          </p:nvCxnSpPr>
          <p:spPr>
            <a:xfrm>
              <a:off x="8919002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8157DE0B-5E15-488E-4964-EFCA20DADE6D}"/>
                </a:ext>
              </a:extLst>
            </p:cNvPr>
            <p:cNvCxnSpPr>
              <a:cxnSpLocks/>
            </p:cNvCxnSpPr>
            <p:nvPr/>
          </p:nvCxnSpPr>
          <p:spPr>
            <a:xfrm>
              <a:off x="9161891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52EDCC3C-F169-B71C-1AB7-0CB7550D501A}"/>
                </a:ext>
              </a:extLst>
            </p:cNvPr>
            <p:cNvCxnSpPr>
              <a:cxnSpLocks/>
            </p:cNvCxnSpPr>
            <p:nvPr/>
          </p:nvCxnSpPr>
          <p:spPr>
            <a:xfrm>
              <a:off x="9404780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D6FF4BC8-6DEC-AF2B-361D-FEA51D3C7868}"/>
                </a:ext>
              </a:extLst>
            </p:cNvPr>
            <p:cNvCxnSpPr>
              <a:cxnSpLocks/>
            </p:cNvCxnSpPr>
            <p:nvPr/>
          </p:nvCxnSpPr>
          <p:spPr>
            <a:xfrm>
              <a:off x="9647669" y="2562043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78C268E2-C0FD-5AFB-502A-A9EF9BAB16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027448" y="364204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95CEAB4E-1562-14FB-35B0-C88C59FF2B9F}"/>
                </a:ext>
              </a:extLst>
            </p:cNvPr>
            <p:cNvSpPr txBox="1"/>
            <p:nvPr/>
          </p:nvSpPr>
          <p:spPr>
            <a:xfrm>
              <a:off x="7161621" y="469604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/>
                <a:t>3</a:t>
              </a:r>
              <a:endParaRPr lang="es-ES" b="1" dirty="0"/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44B76D17-BC21-97E0-1BD6-EDA8FA9D5185}"/>
                </a:ext>
              </a:extLst>
            </p:cNvPr>
            <p:cNvSpPr txBox="1"/>
            <p:nvPr/>
          </p:nvSpPr>
          <p:spPr>
            <a:xfrm>
              <a:off x="7727347" y="4696048"/>
              <a:ext cx="475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</a:t>
              </a:r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5DC54425-9092-CF69-756D-9313E98C2419}"/>
                </a:ext>
              </a:extLst>
            </p:cNvPr>
            <p:cNvCxnSpPr>
              <a:cxnSpLocks/>
            </p:cNvCxnSpPr>
            <p:nvPr/>
          </p:nvCxnSpPr>
          <p:spPr>
            <a:xfrm>
              <a:off x="7237821" y="466686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BB371BFC-C80B-BF2D-5FA6-BD0EFE3844B9}"/>
                </a:ext>
              </a:extLst>
            </p:cNvPr>
            <p:cNvCxnSpPr>
              <a:cxnSpLocks/>
            </p:cNvCxnSpPr>
            <p:nvPr/>
          </p:nvCxnSpPr>
          <p:spPr>
            <a:xfrm>
              <a:off x="7950627" y="466686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6C41258E-547E-A7F1-06F1-2698D05461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8879" y="297450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995B48F0-2B5A-97E1-2E60-A4605B8AC611}"/>
                </a:ext>
              </a:extLst>
            </p:cNvPr>
            <p:cNvSpPr txBox="1"/>
            <p:nvPr/>
          </p:nvSpPr>
          <p:spPr>
            <a:xfrm>
              <a:off x="6302000" y="283501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7</a:t>
              </a:r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81EC01D4-BF3C-B180-FB00-5423B7075F51}"/>
                </a:ext>
              </a:extLst>
            </p:cNvPr>
            <p:cNvCxnSpPr>
              <a:cxnSpLocks/>
            </p:cNvCxnSpPr>
            <p:nvPr/>
          </p:nvCxnSpPr>
          <p:spPr>
            <a:xfrm>
              <a:off x="5711311" y="4722044"/>
              <a:ext cx="4396137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950ED33A-2EEA-0A8D-9EF1-9F7AF1278D9F}"/>
                </a:ext>
              </a:extLst>
            </p:cNvPr>
            <p:cNvCxnSpPr>
              <a:cxnSpLocks/>
            </p:cNvCxnSpPr>
            <p:nvPr/>
          </p:nvCxnSpPr>
          <p:spPr>
            <a:xfrm>
              <a:off x="6522057" y="2562044"/>
              <a:ext cx="0" cy="3766132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C71FACF6-3D7B-D472-66A4-ACBD2CEF5098}"/>
                </a:ext>
              </a:extLst>
            </p:cNvPr>
            <p:cNvCxnSpPr>
              <a:cxnSpLocks/>
            </p:cNvCxnSpPr>
            <p:nvPr/>
          </p:nvCxnSpPr>
          <p:spPr>
            <a:xfrm>
              <a:off x="9876269" y="25557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5662FE03-3130-1806-4CBC-6DB70C7C8E4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2130" y="255385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5CB1F4A6-E18E-B252-0B5C-2F2B4DA5F3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4782" y="44311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2DCDEFB1-03ED-EBBF-ED04-F0DE0A8B9BE5}"/>
                </a:ext>
              </a:extLst>
            </p:cNvPr>
            <p:cNvSpPr txBox="1"/>
            <p:nvPr/>
          </p:nvSpPr>
          <p:spPr>
            <a:xfrm>
              <a:off x="6297903" y="429169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</p:grp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FD448459-9452-9C0F-4C22-8BF07F8518E9}"/>
              </a:ext>
            </a:extLst>
          </p:cNvPr>
          <p:cNvCxnSpPr/>
          <p:nvPr/>
        </p:nvCxnSpPr>
        <p:spPr>
          <a:xfrm flipH="1">
            <a:off x="5772516" y="3021823"/>
            <a:ext cx="1465549" cy="1457332"/>
          </a:xfrm>
          <a:prstGeom prst="line">
            <a:avLst/>
          </a:prstGeom>
          <a:ln w="28575" cap="rnd">
            <a:solidFill>
              <a:srgbClr val="E61E3F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B81CAB25-73A0-75B9-72AE-D0FB5A98B708}"/>
              </a:ext>
            </a:extLst>
          </p:cNvPr>
          <p:cNvCxnSpPr>
            <a:cxnSpLocks/>
          </p:cNvCxnSpPr>
          <p:nvPr/>
        </p:nvCxnSpPr>
        <p:spPr>
          <a:xfrm flipH="1" flipV="1">
            <a:off x="7241242" y="3023293"/>
            <a:ext cx="715847" cy="1460664"/>
          </a:xfrm>
          <a:prstGeom prst="line">
            <a:avLst/>
          </a:prstGeom>
          <a:ln w="28575" cap="rnd">
            <a:solidFill>
              <a:srgbClr val="E61E3F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B1BDFAFD-02EF-5719-9592-E18485E2FEEE}"/>
              </a:ext>
            </a:extLst>
          </p:cNvPr>
          <p:cNvCxnSpPr>
            <a:cxnSpLocks/>
          </p:cNvCxnSpPr>
          <p:nvPr/>
        </p:nvCxnSpPr>
        <p:spPr>
          <a:xfrm flipH="1">
            <a:off x="7959826" y="4479155"/>
            <a:ext cx="2147621" cy="4302"/>
          </a:xfrm>
          <a:prstGeom prst="line">
            <a:avLst/>
          </a:prstGeom>
          <a:ln w="28575" cap="rnd">
            <a:solidFill>
              <a:srgbClr val="E61E3F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9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4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/>
      <p:bldP spid="11" grpId="0"/>
      <p:bldP spid="12" grpId="0" animBg="1"/>
      <p:bldP spid="13" grpId="0"/>
      <p:bldP spid="14" grpId="0"/>
      <p:bldP spid="15" grpId="0"/>
      <p:bldP spid="17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93</Words>
  <Application>Microsoft Office PowerPoint</Application>
  <PresentationFormat>Panorámica</PresentationFormat>
  <Paragraphs>19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79</cp:revision>
  <dcterms:created xsi:type="dcterms:W3CDTF">2024-08-18T18:48:07Z</dcterms:created>
  <dcterms:modified xsi:type="dcterms:W3CDTF">2024-10-22T10:59:40Z</dcterms:modified>
</cp:coreProperties>
</file>
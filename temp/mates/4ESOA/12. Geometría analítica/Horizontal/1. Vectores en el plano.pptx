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95D9"/>
    <a:srgbClr val="EF4246"/>
    <a:srgbClr val="960119"/>
    <a:srgbClr val="FE8A9D"/>
    <a:srgbClr val="156082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86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25/10/2024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25/10/2024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25/10/2024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25/10/2024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25/10/2024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25/10/2024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25/10/2024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25/10/2024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25/10/2024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25/10/2024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25/10/2024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25/10/2024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17/06/relationships/model3d" Target="../media/model3d1.glb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17/06/relationships/model3d" Target="../media/model3d2.glb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rupo 114">
            <a:extLst>
              <a:ext uri="{FF2B5EF4-FFF2-40B4-BE49-F238E27FC236}">
                <a16:creationId xmlns:a16="http://schemas.microsoft.com/office/drawing/2014/main" id="{1875D95A-20E1-D947-93B2-04321193314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601" y="0"/>
            <a:ext cx="12184798" cy="6858000"/>
            <a:chOff x="3601" y="0"/>
            <a:chExt cx="12184798" cy="6858000"/>
          </a:xfrm>
        </p:grpSpPr>
        <p:pic>
          <p:nvPicPr>
            <p:cNvPr id="113" name="Imagen 112">
              <a:extLst>
                <a:ext uri="{FF2B5EF4-FFF2-40B4-BE49-F238E27FC236}">
                  <a16:creationId xmlns:a16="http://schemas.microsoft.com/office/drawing/2014/main" id="{3A8A379F-D036-778F-3C84-2E90E578B92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01" y="0"/>
              <a:ext cx="7970217" cy="6858000"/>
            </a:xfrm>
            <a:prstGeom prst="rect">
              <a:avLst/>
            </a:prstGeom>
          </p:spPr>
        </p:pic>
        <p:pic>
          <p:nvPicPr>
            <p:cNvPr id="114" name="Imagen 113">
              <a:extLst>
                <a:ext uri="{FF2B5EF4-FFF2-40B4-BE49-F238E27FC236}">
                  <a16:creationId xmlns:a16="http://schemas.microsoft.com/office/drawing/2014/main" id="{1DC43CFD-784F-B694-E8A0-D05C052D07E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2"/>
            <a:srcRect l="35501" r="5319"/>
            <a:stretch/>
          </p:blipFill>
          <p:spPr>
            <a:xfrm>
              <a:off x="7471606" y="0"/>
              <a:ext cx="4716793" cy="6858000"/>
            </a:xfrm>
            <a:prstGeom prst="rect">
              <a:avLst/>
            </a:prstGeom>
          </p:spPr>
        </p:pic>
      </p:grp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32063" y="574828"/>
            <a:ext cx="911673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12:</a:t>
            </a:r>
          </a:p>
          <a:p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Geometría Analítica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8" name="Modelo 3D 7" descr="Pirámide roja tetragonal">
                <a:extLst>
                  <a:ext uri="{FF2B5EF4-FFF2-40B4-BE49-F238E27FC236}">
                    <a16:creationId xmlns:a16="http://schemas.microsoft.com/office/drawing/2014/main" id="{BDC228AA-8F5F-FD3D-FFFA-2FF684901F06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744927794"/>
                  </p:ext>
                </p:extLst>
              </p:nvPr>
            </p:nvGraphicFramePr>
            <p:xfrm>
              <a:off x="545866" y="2393471"/>
              <a:ext cx="342000" cy="432000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342000" cy="432000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781" ay="-304177" az="-53636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58102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8" name="Modelo 3D 7" descr="Pirámide roja tetragonal">
                <a:extLst>
                  <a:ext uri="{FF2B5EF4-FFF2-40B4-BE49-F238E27FC236}">
                    <a16:creationId xmlns:a16="http://schemas.microsoft.com/office/drawing/2014/main" id="{BDC228AA-8F5F-FD3D-FFFA-2FF684901F0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5866" y="2393471"/>
                <a:ext cx="342000" cy="4320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CuadroTexto 21">
            <a:extLst>
              <a:ext uri="{FF2B5EF4-FFF2-40B4-BE49-F238E27FC236}">
                <a16:creationId xmlns:a16="http://schemas.microsoft.com/office/drawing/2014/main" id="{54F5365F-030C-6924-C5E3-9C4F1D0E4AB9}"/>
              </a:ext>
            </a:extLst>
          </p:cNvPr>
          <p:cNvSpPr txBox="1"/>
          <p:nvPr/>
        </p:nvSpPr>
        <p:spPr>
          <a:xfrm>
            <a:off x="861140" y="3617047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PUNTO MEDIO. DISTANCIA ENTRE 2 PUNTOS.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Modelo 3D 3" descr="Pirámide gris tetragonal">
                <a:extLst>
                  <a:ext uri="{FF2B5EF4-FFF2-40B4-BE49-F238E27FC236}">
                    <a16:creationId xmlns:a16="http://schemas.microsoft.com/office/drawing/2014/main" id="{281CF13F-6788-410B-4E74-134488BA767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12812522"/>
                  </p:ext>
                </p:extLst>
              </p:nvPr>
            </p:nvGraphicFramePr>
            <p:xfrm>
              <a:off x="545068" y="3662738"/>
              <a:ext cx="342798" cy="431838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Modelo 3D 3" descr="Pirámide gris tetragonal">
                <a:extLst>
                  <a:ext uri="{FF2B5EF4-FFF2-40B4-BE49-F238E27FC236}">
                    <a16:creationId xmlns:a16="http://schemas.microsoft.com/office/drawing/2014/main" id="{281CF13F-6788-410B-4E74-134488BA767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5068" y="3662738"/>
                <a:ext cx="342798" cy="431838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!!1">
            <a:extLst>
              <a:ext uri="{FF2B5EF4-FFF2-40B4-BE49-F238E27FC236}">
                <a16:creationId xmlns:a16="http://schemas.microsoft.com/office/drawing/2014/main" id="{7BC3C1B2-47DF-D395-2549-C1865E2D904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477F6EEA-3D47-CF72-DBFF-353B69A645FB}"/>
              </a:ext>
            </a:extLst>
          </p:cNvPr>
          <p:cNvSpPr/>
          <p:nvPr/>
        </p:nvSpPr>
        <p:spPr>
          <a:xfrm>
            <a:off x="9772650" y="3196371"/>
            <a:ext cx="438150" cy="8219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9" name="!!2">
            <a:extLst>
              <a:ext uri="{FF2B5EF4-FFF2-40B4-BE49-F238E27FC236}">
                <a16:creationId xmlns:a16="http://schemas.microsoft.com/office/drawing/2014/main" id="{CB3732CC-67F9-3321-B21A-AEBB61ADAB2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pic>
        <p:nvPicPr>
          <p:cNvPr id="10" name="!!3">
            <a:extLst>
              <a:ext uri="{FF2B5EF4-FFF2-40B4-BE49-F238E27FC236}">
                <a16:creationId xmlns:a16="http://schemas.microsoft.com/office/drawing/2014/main" id="{F3EF4A45-382F-1D99-BF65-152A2BA65C4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pic>
        <p:nvPicPr>
          <p:cNvPr id="11" name="!!4">
            <a:extLst>
              <a:ext uri="{FF2B5EF4-FFF2-40B4-BE49-F238E27FC236}">
                <a16:creationId xmlns:a16="http://schemas.microsoft.com/office/drawing/2014/main" id="{D2F4685D-E9D0-B992-D69A-6AD53D90B79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3" y="466806"/>
            <a:ext cx="3029373" cy="6287377"/>
          </a:xfrm>
          <a:prstGeom prst="rect">
            <a:avLst/>
          </a:prstGeom>
        </p:spPr>
      </p:pic>
      <p:sp>
        <p:nvSpPr>
          <p:cNvPr id="12" name="Elipse 11">
            <a:extLst>
              <a:ext uri="{FF2B5EF4-FFF2-40B4-BE49-F238E27FC236}">
                <a16:creationId xmlns:a16="http://schemas.microsoft.com/office/drawing/2014/main" id="{3D873195-389B-F3F1-3D78-7C9F39F2EAAE}"/>
              </a:ext>
            </a:extLst>
          </p:cNvPr>
          <p:cNvSpPr/>
          <p:nvPr/>
        </p:nvSpPr>
        <p:spPr>
          <a:xfrm>
            <a:off x="7361499" y="2037144"/>
            <a:ext cx="324091" cy="37039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3A48F03A-9935-7607-08EC-E68B03447160}"/>
              </a:ext>
            </a:extLst>
          </p:cNvPr>
          <p:cNvSpPr/>
          <p:nvPr/>
        </p:nvSpPr>
        <p:spPr>
          <a:xfrm>
            <a:off x="7336286" y="4016375"/>
            <a:ext cx="324091" cy="37039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Modelo 3D 14" descr="Pirámide gris tetragonal">
                <a:extLst>
                  <a:ext uri="{FF2B5EF4-FFF2-40B4-BE49-F238E27FC236}">
                    <a16:creationId xmlns:a16="http://schemas.microsoft.com/office/drawing/2014/main" id="{0032D165-EFCA-CFD9-D9D3-FD4CDB66C92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17753415"/>
                  </p:ext>
                </p:extLst>
              </p:nvPr>
            </p:nvGraphicFramePr>
            <p:xfrm>
              <a:off x="545068" y="3026883"/>
              <a:ext cx="342798" cy="431838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Modelo 3D 14" descr="Pirámide gris tetragonal">
                <a:extLst>
                  <a:ext uri="{FF2B5EF4-FFF2-40B4-BE49-F238E27FC236}">
                    <a16:creationId xmlns:a16="http://schemas.microsoft.com/office/drawing/2014/main" id="{0032D165-EFCA-CFD9-D9D3-FD4CDB66C92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5068" y="3026883"/>
                <a:ext cx="342798" cy="431838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CuadroTexto 15">
            <a:extLst>
              <a:ext uri="{FF2B5EF4-FFF2-40B4-BE49-F238E27FC236}">
                <a16:creationId xmlns:a16="http://schemas.microsoft.com/office/drawing/2014/main" id="{014081C4-D3ED-A383-D535-E7AFCA285ACC}"/>
              </a:ext>
            </a:extLst>
          </p:cNvPr>
          <p:cNvSpPr txBox="1"/>
          <p:nvPr/>
        </p:nvSpPr>
        <p:spPr>
          <a:xfrm>
            <a:off x="861140" y="2347861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VECTORES EN EL PLANO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06771BA-0FC2-03A4-AA75-21D94F9EBDF5}"/>
              </a:ext>
            </a:extLst>
          </p:cNvPr>
          <p:cNvSpPr txBox="1"/>
          <p:nvPr/>
        </p:nvSpPr>
        <p:spPr>
          <a:xfrm>
            <a:off x="861140" y="2982454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OPERACIONES CON VECTORES</a:t>
            </a:r>
          </a:p>
        </p:txBody>
      </p:sp>
    </p:spTree>
    <p:extLst>
      <p:ext uri="{BB962C8B-B14F-4D97-AF65-F5344CB8AC3E}">
        <p14:creationId xmlns:p14="http://schemas.microsoft.com/office/powerpoint/2010/main" val="146835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25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750"/>
                            </p:stCondLst>
                            <p:childTnLst>
                              <p:par>
                                <p:cTn id="45" presetID="39" presetClass="emph" presetSubtype="5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4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.0012"/>
                                          </p:val>
                                        </p:tav>
                                        <p:tav tm="2250">
                                          <p:val>
                                            <p:fltVal val="0.0098"/>
                                          </p:val>
                                        </p:tav>
                                        <p:tav tm="3370">
                                          <p:val>
                                            <p:fltVal val="0.033"/>
                                          </p:val>
                                        </p:tav>
                                        <p:tav tm="4490">
                                          <p:val>
                                            <p:fltVal val="0.0789"/>
                                          </p:val>
                                        </p:tav>
                                        <p:tav tm="5620">
                                          <p:val>
                                            <p:fltVal val="0.1548"/>
                                          </p:val>
                                        </p:tav>
                                        <p:tav tm="6740">
                                          <p:val>
                                            <p:fltVal val="0.267"/>
                                          </p:val>
                                        </p:tav>
                                        <p:tav tm="7870">
                                          <p:val>
                                            <p:fltVal val="0.4235"/>
                                          </p:val>
                                        </p:tav>
                                        <p:tav tm="8990">
                                          <p:val>
                                            <p:fltVal val="0.6337"/>
                                          </p:val>
                                        </p:tav>
                                        <p:tav tm="10110">
                                          <p:val>
                                            <p:fltVal val="0.9013"/>
                                          </p:val>
                                        </p:tav>
                                        <p:tav tm="11240">
                                          <p:val>
                                            <p:fltVal val="1.2353"/>
                                          </p:val>
                                        </p:tav>
                                        <p:tav tm="12360">
                                          <p:val>
                                            <p:fltVal val="1.647"/>
                                          </p:val>
                                        </p:tav>
                                        <p:tav tm="13480">
                                          <p:val>
                                            <p:fltVal val="2.0869"/>
                                          </p:val>
                                        </p:tav>
                                        <p:tav tm="14610">
                                          <p:val>
                                            <p:fltVal val="2.4538"/>
                                          </p:val>
                                        </p:tav>
                                        <p:tav tm="15730">
                                          <p:val>
                                            <p:fltVal val="2.7534"/>
                                          </p:val>
                                        </p:tav>
                                        <p:tav tm="16850">
                                          <p:val>
                                            <p:fltVal val="2.9876"/>
                                          </p:val>
                                        </p:tav>
                                        <p:tav tm="17980">
                                          <p:val>
                                            <p:fltVal val="3.1669"/>
                                          </p:val>
                                        </p:tav>
                                        <p:tav tm="19100">
                                          <p:val>
                                            <p:fltVal val="3.2996"/>
                                          </p:val>
                                        </p:tav>
                                        <p:tav tm="20220">
                                          <p:val>
                                            <p:fltVal val="3.3906"/>
                                          </p:val>
                                        </p:tav>
                                        <p:tav tm="21350">
                                          <p:val>
                                            <p:fltVal val="3.4488"/>
                                          </p:val>
                                        </p:tav>
                                        <p:tav tm="22470">
                                          <p:val>
                                            <p:fltVal val="3.4815"/>
                                          </p:val>
                                        </p:tav>
                                        <p:tav tm="23600">
                                          <p:val>
                                            <p:fltVal val="3.4961"/>
                                          </p:val>
                                        </p:tav>
                                        <p:tav tm="24720">
                                          <p:val>
                                            <p:fltVal val="3.4998"/>
                                          </p:val>
                                        </p:tav>
                                        <p:tav tm="25840">
                                          <p:val>
                                            <p:fltVal val="3.0301"/>
                                          </p:val>
                                        </p:tav>
                                        <p:tav tm="26970">
                                          <p:val>
                                            <p:fltVal val="0.9661"/>
                                          </p:val>
                                        </p:tav>
                                        <p:tav tm="28090">
                                          <p:val>
                                            <p:fltVal val="-2.1525"/>
                                          </p:val>
                                        </p:tav>
                                        <p:tav tm="29210">
                                          <p:val>
                                            <p:fltVal val="-6.1215"/>
                                          </p:val>
                                        </p:tav>
                                        <p:tav tm="30340">
                                          <p:val>
                                            <p:fltVal val="-10.8322"/>
                                          </p:val>
                                        </p:tav>
                                        <p:tav tm="31460">
                                          <p:val>
                                            <p:fltVal val="-16.2132"/>
                                          </p:val>
                                        </p:tav>
                                        <p:tav tm="32580">
                                          <p:val>
                                            <p:fltVal val="-22.2128"/>
                                          </p:val>
                                        </p:tav>
                                        <p:tav tm="33710">
                                          <p:val>
                                            <p:fltVal val="-28.7297"/>
                                          </p:val>
                                        </p:tav>
                                        <p:tav tm="34830">
                                          <p:val>
                                            <p:fltVal val="-35.8493"/>
                                          </p:val>
                                        </p:tav>
                                        <p:tav tm="35960">
                                          <p:val>
                                            <p:fltVal val="-43.4888"/>
                                          </p:val>
                                        </p:tav>
                                        <p:tav tm="37080">
                                          <p:val>
                                            <p:fltVal val="-51.6257"/>
                                          </p:val>
                                        </p:tav>
                                        <p:tav tm="38200">
                                          <p:val>
                                            <p:fltVal val="-60.2402"/>
                                          </p:val>
                                        </p:tav>
                                        <p:tav tm="39330">
                                          <p:val>
                                            <p:fltVal val="-69.3155"/>
                                          </p:val>
                                        </p:tav>
                                        <p:tav tm="40450">
                                          <p:val>
                                            <p:fltVal val="-78.8364"/>
                                          </p:val>
                                        </p:tav>
                                        <p:tav tm="41570">
                                          <p:val>
                                            <p:fltVal val="-88.6987"/>
                                          </p:val>
                                        </p:tav>
                                        <p:tav tm="42700">
                                          <p:val>
                                            <p:fltVal val="-99.0679"/>
                                          </p:val>
                                        </p:tav>
                                        <p:tav tm="43820">
                                          <p:val>
                                            <p:fltVal val="-109.8461"/>
                                          </p:val>
                                        </p:tav>
                                        <p:tav tm="44940">
                                          <p:val>
                                            <p:fltVal val="-121.0232"/>
                                          </p:val>
                                        </p:tav>
                                        <p:tav tm="46070">
                                          <p:val>
                                            <p:fltVal val="-132.5899"/>
                                          </p:val>
                                        </p:tav>
                                        <p:tav tm="47190">
                                          <p:val>
                                            <p:fltVal val="-144.5376"/>
                                          </p:val>
                                        </p:tav>
                                        <p:tav tm="48310">
                                          <p:val>
                                            <p:fltVal val="-156.85851"/>
                                          </p:val>
                                        </p:tav>
                                        <p:tav tm="49440">
                                          <p:val>
                                            <p:fltVal val="-169.43021"/>
                                          </p:val>
                                        </p:tav>
                                        <p:tav tm="50560">
                                          <p:val>
                                            <p:fltVal val="-182.34309"/>
                                          </p:val>
                                        </p:tav>
                                        <p:tav tm="51690">
                                          <p:val>
                                            <p:fltVal val="-195.1411"/>
                                          </p:val>
                                        </p:tav>
                                        <p:tav tm="52810">
                                          <p:val>
                                            <p:fltVal val="-207.6945"/>
                                          </p:val>
                                        </p:tav>
                                        <p:tav tm="53930">
                                          <p:val>
                                            <p:fltVal val="-219.77251"/>
                                          </p:val>
                                        </p:tav>
                                        <p:tav tm="55060">
                                          <p:val>
                                            <p:fltVal val="-231.4814"/>
                                          </p:val>
                                        </p:tav>
                                        <p:tav tm="56180">
                                          <p:val>
                                            <p:fltVal val="-242.91341"/>
                                          </p:val>
                                        </p:tav>
                                        <p:tav tm="57300">
                                          <p:val>
                                            <p:fltVal val="-253.8558"/>
                                          </p:val>
                                        </p:tav>
                                        <p:tav tm="58430">
                                          <p:val>
                                            <p:fltVal val="-264.40329"/>
                                          </p:val>
                                        </p:tav>
                                        <p:tav tm="59550">
                                          <p:val>
                                            <p:fltVal val="-274.63501"/>
                                          </p:val>
                                        </p:tav>
                                        <p:tav tm="60670">
                                          <p:val>
                                            <p:fltVal val="-284.35721"/>
                                          </p:val>
                                        </p:tav>
                                        <p:tav tm="61800">
                                          <p:val>
                                            <p:fltVal val="-293.6507"/>
                                          </p:val>
                                        </p:tav>
                                        <p:tav tm="62920">
                                          <p:val>
                                            <p:fltVal val="-302.57959"/>
                                          </p:val>
                                        </p:tav>
                                        <p:tav tm="64040">
                                          <p:val>
                                            <p:fltVal val="-310.96921"/>
                                          </p:val>
                                        </p:tav>
                                        <p:tav tm="65170">
                                          <p:val>
                                            <p:fltVal val="-318.88379"/>
                                          </p:val>
                                        </p:tav>
                                        <p:tav tm="66290">
                                          <p:val>
                                            <p:fltVal val="-326.36801"/>
                                          </p:val>
                                        </p:tav>
                                        <p:tav tm="67420">
                                          <p:val>
                                            <p:fltVal val="-333.26511"/>
                                          </p:val>
                                        </p:tav>
                                        <p:tav tm="68540">
                                          <p:val>
                                            <p:fltVal val="-339.6712"/>
                                          </p:val>
                                        </p:tav>
                                        <p:tav tm="69660">
                                          <p:val>
                                            <p:fltVal val="-345.43851"/>
                                          </p:val>
                                        </p:tav>
                                        <p:tav tm="70790">
                                          <p:val>
                                            <p:fltVal val="-350.58469"/>
                                          </p:val>
                                        </p:tav>
                                        <p:tav tm="71910">
                                          <p:val>
                                            <p:fltVal val="-355.09189"/>
                                          </p:val>
                                        </p:tav>
                                        <p:tav tm="73030">
                                          <p:val>
                                            <p:fltVal val="-358.80179"/>
                                          </p:val>
                                        </p:tav>
                                        <p:tav tm="74160">
                                          <p:val>
                                            <p:fltVal val="-361.63531"/>
                                          </p:val>
                                        </p:tav>
                                        <p:tav tm="75280">
                                          <p:val>
                                            <p:fltVal val="-363.345"/>
                                          </p:val>
                                        </p:tav>
                                        <p:tav tm="76400">
                                          <p:val>
                                            <p:fltVal val="-363.4978"/>
                                          </p:val>
                                        </p:tav>
                                        <p:tav tm="77530">
                                          <p:val>
                                            <p:fltVal val="-363.47061"/>
                                          </p:val>
                                        </p:tav>
                                        <p:tav tm="78650">
                                          <p:val>
                                            <p:fltVal val="-363.38339"/>
                                          </p:val>
                                        </p:tav>
                                        <p:tav tm="79780">
                                          <p:val>
                                            <p:fltVal val="-363.20349"/>
                                          </p:val>
                                        </p:tav>
                                        <p:tav tm="80900">
                                          <p:val>
                                            <p:fltVal val="-362.8963"/>
                                          </p:val>
                                        </p:tav>
                                        <p:tav tm="82020">
                                          <p:val>
                                            <p:fltVal val="-362.4227"/>
                                          </p:val>
                                        </p:tav>
                                        <p:tav tm="83150">
                                          <p:val>
                                            <p:fltVal val="-361.7569"/>
                                          </p:val>
                                        </p:tav>
                                        <p:tav tm="84270">
                                          <p:val>
                                            <p:fltVal val="-361.0874"/>
                                          </p:val>
                                        </p:tav>
                                        <p:tav tm="85390">
                                          <p:val>
                                            <p:fltVal val="-360.6105"/>
                                          </p:val>
                                        </p:tav>
                                        <p:tav tm="86520">
                                          <p:val>
                                            <p:fltVal val="-360.30069"/>
                                          </p:val>
                                        </p:tav>
                                        <p:tav tm="87640">
                                          <p:val>
                                            <p:fltVal val="-360.1188"/>
                                          </p:val>
                                        </p:tav>
                                        <p:tav tm="88760">
                                          <p:val>
                                            <p:fltVal val="-360.03021"/>
                                          </p:val>
                                        </p:tav>
                                        <p:tav tm="89890">
                                          <p:val>
                                            <p:fltVal val="-360.00229"/>
                                          </p:val>
                                        </p:tav>
                                        <p:tav tm="91010">
                                          <p:val>
                                            <p:fltVal val="-360"/>
                                          </p:val>
                                        </p:tav>
                                        <p:tav tm="92130">
                                          <p:val>
                                            <p:fltVal val="-360"/>
                                          </p:val>
                                        </p:tav>
                                        <p:tav tm="93260">
                                          <p:val>
                                            <p:fltVal val="-360"/>
                                          </p:val>
                                        </p:tav>
                                        <p:tav tm="94380">
                                          <p:val>
                                            <p:fltVal val="-360"/>
                                          </p:val>
                                        </p:tav>
                                        <p:tav tm="95510">
                                          <p:val>
                                            <p:fltVal val="-360"/>
                                          </p:val>
                                        </p:tav>
                                        <p:tav tm="96630">
                                          <p:val>
                                            <p:fltVal val="-360"/>
                                          </p:val>
                                        </p:tav>
                                        <p:tav tm="97750">
                                          <p:val>
                                            <p:fltVal val="-360"/>
                                          </p:val>
                                        </p:tav>
                                        <p:tav tm="98880">
                                          <p:val>
                                            <p:fltVal val="-360"/>
                                          </p:val>
                                        </p:tav>
                                        <p:tav tm="100000">
                                          <p:val>
                                            <p:fltVal val="-36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sum">
                                        <p:cTn id="4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3d.view.translation.y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"/>
                                          </p:val>
                                        </p:tav>
                                        <p:tav tm="2250">
                                          <p:val>
                                            <p:fltVal val="-10E-5"/>
                                          </p:val>
                                        </p:tav>
                                        <p:tav tm="3370">
                                          <p:val>
                                            <p:fltVal val="-0.0004"/>
                                          </p:val>
                                        </p:tav>
                                        <p:tav tm="4490">
                                          <p:val>
                                            <p:fltVal val="-0.0011"/>
                                          </p:val>
                                        </p:tav>
                                        <p:tav tm="5620">
                                          <p:val>
                                            <p:fltVal val="-0.0021"/>
                                          </p:val>
                                        </p:tav>
                                        <p:tav tm="6740">
                                          <p:val>
                                            <p:fltVal val="-0.0037"/>
                                          </p:val>
                                        </p:tav>
                                        <p:tav tm="7870">
                                          <p:val>
                                            <p:fltVal val="-0.0059"/>
                                          </p:val>
                                        </p:tav>
                                        <p:tav tm="8990">
                                          <p:val>
                                            <p:fltVal val="-0.0088"/>
                                          </p:val>
                                        </p:tav>
                                        <p:tav tm="10110">
                                          <p:val>
                                            <p:fltVal val="-0.0125"/>
                                          </p:val>
                                        </p:tav>
                                        <p:tav tm="11240">
                                          <p:val>
                                            <p:fltVal val="-0.0162"/>
                                          </p:val>
                                        </p:tav>
                                        <p:tav tm="12360">
                                          <p:val>
                                            <p:fltVal val="-0.0191"/>
                                          </p:val>
                                        </p:tav>
                                        <p:tav tm="13480">
                                          <p:val>
                                            <p:fltVal val="-0.0213"/>
                                          </p:val>
                                        </p:tav>
                                        <p:tav tm="14610">
                                          <p:val>
                                            <p:fltVal val="-0.0228"/>
                                          </p:val>
                                        </p:tav>
                                        <p:tav tm="15730">
                                          <p:val>
                                            <p:fltVal val="-0.0239"/>
                                          </p:val>
                                        </p:tav>
                                        <p:tav tm="16850">
                                          <p:val>
                                            <p:fltVal val="-0.0245"/>
                                          </p:val>
                                        </p:tav>
                                        <p:tav tm="17980">
                                          <p:val>
                                            <p:fltVal val="-0.0248"/>
                                          </p:val>
                                        </p:tav>
                                        <p:tav tm="19100">
                                          <p:val>
                                            <p:fltVal val="-0.0249"/>
                                          </p:val>
                                        </p:tav>
                                        <p:tav tm="20220">
                                          <p:val>
                                            <p:fltVal val="-0.0249"/>
                                          </p:val>
                                        </p:tav>
                                        <p:tav tm="21350">
                                          <p:val>
                                            <p:fltVal val="-0.0248"/>
                                          </p:val>
                                        </p:tav>
                                        <p:tav tm="22470">
                                          <p:val>
                                            <p:fltVal val="-0.0241"/>
                                          </p:val>
                                        </p:tav>
                                        <p:tav tm="23600">
                                          <p:val>
                                            <p:fltVal val="-0.022"/>
                                          </p:val>
                                        </p:tav>
                                        <p:tav tm="24720">
                                          <p:val>
                                            <p:fltVal val="-0.0179"/>
                                          </p:val>
                                        </p:tav>
                                        <p:tav tm="25840">
                                          <p:val>
                                            <p:fltVal val="-0.0113"/>
                                          </p:val>
                                        </p:tav>
                                        <p:tav tm="26970">
                                          <p:val>
                                            <p:fltVal val="-0.0013"/>
                                          </p:val>
                                        </p:tav>
                                        <p:tav tm="28090">
                                          <p:val>
                                            <p:fltVal val="0.0124"/>
                                          </p:val>
                                        </p:tav>
                                        <p:tav tm="29210">
                                          <p:val>
                                            <p:fltVal val="0.0309"/>
                                          </p:val>
                                        </p:tav>
                                        <p:tav tm="30340">
                                          <p:val>
                                            <p:fltVal val="0.0546"/>
                                          </p:val>
                                        </p:tav>
                                        <p:tav tm="31460">
                                          <p:val>
                                            <p:fltVal val="0.0842"/>
                                          </p:val>
                                        </p:tav>
                                        <p:tav tm="32580">
                                          <p:val>
                                            <p:fltVal val="0.1204"/>
                                          </p:val>
                                        </p:tav>
                                        <p:tav tm="33710">
                                          <p:val>
                                            <p:fltVal val="0.1634"/>
                                          </p:val>
                                        </p:tav>
                                        <p:tav tm="34830">
                                          <p:val>
                                            <p:fltVal val="0.2145"/>
                                          </p:val>
                                        </p:tav>
                                        <p:tav tm="35960">
                                          <p:val>
                                            <p:fltVal val="0.2711"/>
                                          </p:val>
                                        </p:tav>
                                        <p:tav tm="37080">
                                          <p:val>
                                            <p:fltVal val="0.3207"/>
                                          </p:val>
                                        </p:tav>
                                        <p:tav tm="38200">
                                          <p:val>
                                            <p:fltVal val="0.3625"/>
                                          </p:val>
                                        </p:tav>
                                        <p:tav tm="39330">
                                          <p:val>
                                            <p:fltVal val="0.3973"/>
                                          </p:val>
                                        </p:tav>
                                        <p:tav tm="40450">
                                          <p:val>
                                            <p:fltVal val="0.4256"/>
                                          </p:val>
                                        </p:tav>
                                        <p:tav tm="41570">
                                          <p:val>
                                            <p:fltVal val="0.448"/>
                                          </p:val>
                                        </p:tav>
                                        <p:tav tm="42700">
                                          <p:val>
                                            <p:fltVal val="0.4655"/>
                                          </p:val>
                                        </p:tav>
                                        <p:tav tm="43820">
                                          <p:val>
                                            <p:fltVal val="0.4786"/>
                                          </p:val>
                                        </p:tav>
                                        <p:tav tm="44940">
                                          <p:val>
                                            <p:fltVal val="0.4878"/>
                                          </p:val>
                                        </p:tav>
                                        <p:tav tm="46070">
                                          <p:val>
                                            <p:fltVal val="0.4939"/>
                                          </p:val>
                                        </p:tav>
                                        <p:tav tm="47190">
                                          <p:val>
                                            <p:fltVal val="0.4975"/>
                                          </p:val>
                                        </p:tav>
                                        <p:tav tm="48310">
                                          <p:val>
                                            <p:fltVal val="0.4993"/>
                                          </p:val>
                                        </p:tav>
                                        <p:tav tm="49440">
                                          <p:val>
                                            <p:fltVal val="0.4999"/>
                                          </p:val>
                                        </p:tav>
                                        <p:tav tm="50560">
                                          <p:val>
                                            <p:fltVal val="0.4999"/>
                                          </p:val>
                                        </p:tav>
                                        <p:tav tm="51690">
                                          <p:val>
                                            <p:fltVal val="0.4998"/>
                                          </p:val>
                                        </p:tav>
                                        <p:tav tm="52810">
                                          <p:val>
                                            <p:fltVal val="0.4988"/>
                                          </p:val>
                                        </p:tav>
                                        <p:tav tm="53930">
                                          <p:val>
                                            <p:fltVal val="0.4965"/>
                                          </p:val>
                                        </p:tav>
                                        <p:tav tm="55060">
                                          <p:val>
                                            <p:fltVal val="0.4921"/>
                                          </p:val>
                                        </p:tav>
                                        <p:tav tm="56180">
                                          <p:val>
                                            <p:fltVal val="0.485"/>
                                          </p:val>
                                        </p:tav>
                                        <p:tav tm="57300">
                                          <p:val>
                                            <p:fltVal val="0.4746"/>
                                          </p:val>
                                        </p:tav>
                                        <p:tav tm="58430">
                                          <p:val>
                                            <p:fltVal val="0.4603"/>
                                          </p:val>
                                        </p:tav>
                                        <p:tav tm="59550">
                                          <p:val>
                                            <p:fltVal val="0.4411"/>
                                          </p:val>
                                        </p:tav>
                                        <p:tav tm="60670">
                                          <p:val>
                                            <p:fltVal val="0.4169"/>
                                          </p:val>
                                        </p:tav>
                                        <p:tav tm="61800">
                                          <p:val>
                                            <p:fltVal val="0.3868"/>
                                          </p:val>
                                        </p:tav>
                                        <p:tav tm="62920">
                                          <p:val>
                                            <p:fltVal val="0.3499"/>
                                          </p:val>
                                        </p:tav>
                                        <p:tav tm="64040">
                                          <p:val>
                                            <p:fltVal val="0.306"/>
                                          </p:val>
                                        </p:tav>
                                        <p:tav tm="65170">
                                          <p:val>
                                            <p:fltVal val="0.2544"/>
                                          </p:val>
                                        </p:tav>
                                        <p:tav tm="66290">
                                          <p:val>
                                            <p:fltVal val="0.1981"/>
                                          </p:val>
                                        </p:tav>
                                        <p:tav tm="67420">
                                          <p:val>
                                            <p:fltVal val="0.1498"/>
                                          </p:val>
                                        </p:tav>
                                        <p:tav tm="68540">
                                          <p:val>
                                            <p:fltVal val="0.1087"/>
                                          </p:val>
                                        </p:tav>
                                        <p:tav tm="69660">
                                          <p:val>
                                            <p:fltVal val="0.0748"/>
                                          </p:val>
                                        </p:tav>
                                        <p:tav tm="70790">
                                          <p:val>
                                            <p:fltVal val="0.0473"/>
                                          </p:val>
                                        </p:tav>
                                        <p:tav tm="71910">
                                          <p:val>
                                            <p:fltVal val="0.0251"/>
                                          </p:val>
                                        </p:tav>
                                        <p:tav tm="73030">
                                          <p:val>
                                            <p:fltVal val="0.0082"/>
                                          </p:val>
                                        </p:tav>
                                        <p:tav tm="74160">
                                          <p:val>
                                            <p:fltVal val="-0.0044"/>
                                          </p:val>
                                        </p:tav>
                                        <p:tav tm="75280">
                                          <p:val>
                                            <p:fltVal val="-0.0134"/>
                                          </p:val>
                                        </p:tav>
                                        <p:tav tm="76400">
                                          <p:val>
                                            <p:fltVal val="-0.0192"/>
                                          </p:val>
                                        </p:tav>
                                        <p:tav tm="77530">
                                          <p:val>
                                            <p:fltVal val="-0.0227"/>
                                          </p:val>
                                        </p:tav>
                                        <p:tav tm="78650">
                                          <p:val>
                                            <p:fltVal val="-0.0244"/>
                                          </p:val>
                                        </p:tav>
                                        <p:tav tm="79780">
                                          <p:val>
                                            <p:fltVal val="-0.0249"/>
                                          </p:val>
                                        </p:tav>
                                        <p:tav tm="80900">
                                          <p:val>
                                            <p:fltVal val="-0.0249"/>
                                          </p:val>
                                        </p:tav>
                                        <p:tav tm="82020">
                                          <p:val>
                                            <p:fltVal val="-0.0244"/>
                                          </p:val>
                                        </p:tav>
                                        <p:tav tm="83150">
                                          <p:val>
                                            <p:fltVal val="-0.0219"/>
                                          </p:val>
                                        </p:tav>
                                        <p:tav tm="84270">
                                          <p:val>
                                            <p:fltVal val="-0.0156"/>
                                          </p:val>
                                        </p:tav>
                                        <p:tav tm="85390">
                                          <p:val>
                                            <p:fltVal val="-0.0039"/>
                                          </p:val>
                                        </p:tav>
                                        <p:tav tm="86520">
                                          <p:val>
                                            <p:fltVal val="0.0104"/>
                                          </p:val>
                                        </p:tav>
                                        <p:tav tm="87640">
                                          <p:val>
                                            <p:fltVal val="0.0192"/>
                                          </p:val>
                                        </p:tav>
                                        <p:tav tm="88760">
                                          <p:val>
                                            <p:fltVal val="0.0235"/>
                                          </p:val>
                                        </p:tav>
                                        <p:tav tm="89890">
                                          <p:val>
                                            <p:fltVal val="0.0248"/>
                                          </p:val>
                                        </p:tav>
                                        <p:tav tm="91010">
                                          <p:val>
                                            <p:fltVal val="0.0249"/>
                                          </p:val>
                                        </p:tav>
                                        <p:tav tm="92130">
                                          <p:val>
                                            <p:fltVal val="0.0247"/>
                                          </p:val>
                                        </p:tav>
                                        <p:tav tm="93260">
                                          <p:val>
                                            <p:fltVal val="0.0234"/>
                                          </p:val>
                                        </p:tav>
                                        <p:tav tm="94380">
                                          <p:val>
                                            <p:fltVal val="0.0202"/>
                                          </p:val>
                                        </p:tav>
                                        <p:tav tm="95510">
                                          <p:val>
                                            <p:fltVal val="0.0143"/>
                                          </p:val>
                                        </p:tav>
                                        <p:tav tm="96630">
                                          <p:val>
                                            <p:fltVal val="0.0071"/>
                                          </p:val>
                                        </p:tav>
                                        <p:tav tm="97750">
                                          <p:val>
                                            <p:fltVal val="0.0027"/>
                                          </p:val>
                                        </p:tav>
                                        <p:tav tm="98880">
                                          <p:val>
                                            <p:fltVal val="0.0007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4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4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0.9999"/>
                                          </p:val>
                                        </p:tav>
                                        <p:tav tm="2250">
                                          <p:val>
                                            <p:fltVal val="0.9994"/>
                                          </p:val>
                                        </p:tav>
                                        <p:tav tm="3370">
                                          <p:val>
                                            <p:fltVal val="0.9981"/>
                                          </p:val>
                                        </p:tav>
                                        <p:tav tm="4490">
                                          <p:val>
                                            <p:fltVal val="0.9955"/>
                                          </p:val>
                                        </p:tav>
                                        <p:tav tm="5620">
                                          <p:val>
                                            <p:fltVal val="0.9913"/>
                                          </p:val>
                                        </p:tav>
                                        <p:tav tm="6740">
                                          <p:val>
                                            <p:fltVal val="0.985"/>
                                          </p:val>
                                        </p:tav>
                                        <p:tav tm="7870">
                                          <p:val>
                                            <p:fltVal val="0.9763"/>
                                          </p:val>
                                        </p:tav>
                                        <p:tav tm="8990">
                                          <p:val>
                                            <p:fltVal val="0.9646"/>
                                          </p:val>
                                        </p:tav>
                                        <p:tav tm="10110">
                                          <p:val>
                                            <p:fltVal val="0.9497"/>
                                          </p:val>
                                        </p:tav>
                                        <p:tav tm="11240">
                                          <p:val>
                                            <p:fltVal val="0.9348"/>
                                          </p:val>
                                        </p:tav>
                                        <p:tav tm="12360">
                                          <p:val>
                                            <p:fltVal val="0.9232"/>
                                          </p:val>
                                        </p:tav>
                                        <p:tav tm="13480">
                                          <p:val>
                                            <p:fltVal val="0.9146"/>
                                          </p:val>
                                        </p:tav>
                                        <p:tav tm="14610">
                                          <p:val>
                                            <p:fltVal val="0.9084"/>
                                          </p:val>
                                        </p:tav>
                                        <p:tav tm="15730">
                                          <p:val>
                                            <p:fltVal val="0.9042"/>
                                          </p:val>
                                        </p:tav>
                                        <p:tav tm="16850">
                                          <p:val>
                                            <p:fltVal val="0.9017"/>
                                          </p:val>
                                        </p:tav>
                                        <p:tav tm="17980">
                                          <p:val>
                                            <p:fltVal val="0.9005"/>
                                          </p:val>
                                        </p:tav>
                                        <p:tav tm="19100">
                                          <p:val>
                                            <p:fltVal val="0.9"/>
                                          </p:val>
                                        </p:tav>
                                        <p:tav tm="20220">
                                          <p:val>
                                            <p:fltVal val="0.8999"/>
                                          </p:val>
                                        </p:tav>
                                        <p:tav tm="21350">
                                          <p:val>
                                            <p:fltVal val="0.9006"/>
                                          </p:val>
                                        </p:tav>
                                        <p:tav tm="22470">
                                          <p:val>
                                            <p:fltVal val="0.9046"/>
                                          </p:val>
                                        </p:tav>
                                        <p:tav tm="23600">
                                          <p:val>
                                            <p:fltVal val="0.9153"/>
                                          </p:val>
                                        </p:tav>
                                        <p:tav tm="24720">
                                          <p:val>
                                            <p:fltVal val="0.9362"/>
                                          </p:val>
                                        </p:tav>
                                        <p:tav tm="25840">
                                          <p:val>
                                            <p:fltVal val="0.9659"/>
                                          </p:val>
                                        </p:tav>
                                        <p:tav tm="26970">
                                          <p:val>
                                            <p:fltVal val="0.9858"/>
                                          </p:val>
                                        </p:tav>
                                        <p:tav tm="28090">
                                          <p:val>
                                            <p:fltVal val="0.9959"/>
                                          </p:val>
                                        </p:tav>
                                        <p:tav tm="29210">
                                          <p:val>
                                            <p:fltVal val="0.9995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0.9998"/>
                                          </p:val>
                                        </p:tav>
                                        <p:tav tm="68540">
                                          <p:val>
                                            <p:fltVal val="0.9987"/>
                                          </p:val>
                                        </p:tav>
                                        <p:tav tm="69660">
                                          <p:val>
                                            <p:fltVal val="0.9955"/>
                                          </p:val>
                                        </p:tav>
                                        <p:tav tm="70790">
                                          <p:val>
                                            <p:fltVal val="0.9888"/>
                                          </p:val>
                                        </p:tav>
                                        <p:tav tm="71910">
                                          <p:val>
                                            <p:fltVal val="0.9775"/>
                                          </p:val>
                                        </p:tav>
                                        <p:tav tm="73030">
                                          <p:val>
                                            <p:fltVal val="0.9605"/>
                                          </p:val>
                                        </p:tav>
                                        <p:tav tm="74160">
                                          <p:val>
                                            <p:fltVal val="0.9385"/>
                                          </p:val>
                                        </p:tav>
                                        <p:tav tm="75280">
                                          <p:val>
                                            <p:fltVal val="0.9217"/>
                                          </p:val>
                                        </p:tav>
                                        <p:tav tm="76400">
                                          <p:val>
                                            <p:fltVal val="0.9107"/>
                                          </p:val>
                                        </p:tav>
                                        <p:tav tm="77530">
                                          <p:val>
                                            <p:fltVal val="0.9042"/>
                                          </p:val>
                                        </p:tav>
                                        <p:tav tm="78650">
                                          <p:val>
                                            <p:fltVal val="0.901"/>
                                          </p:val>
                                        </p:tav>
                                        <p:tav tm="79780">
                                          <p:val>
                                            <p:fltVal val="0.9"/>
                                          </p:val>
                                        </p:tav>
                                        <p:tav tm="80900">
                                          <p:val>
                                            <p:fltVal val="0.9"/>
                                          </p:val>
                                        </p:tav>
                                        <p:tav tm="82020">
                                          <p:val>
                                            <p:fltVal val="0.901"/>
                                          </p:val>
                                        </p:tav>
                                        <p:tav tm="83150">
                                          <p:val>
                                            <p:fltVal val="0.9061"/>
                                          </p:val>
                                        </p:tav>
                                        <p:tav tm="84270">
                                          <p:val>
                                            <p:fltVal val="0.9186"/>
                                          </p:val>
                                        </p:tav>
                                        <p:tav tm="85390">
                                          <p:val>
                                            <p:fltVal val="0.942"/>
                                          </p:val>
                                        </p:tav>
                                        <p:tav tm="86520">
                                          <p:val>
                                            <p:fltVal val="0.9709"/>
                                          </p:val>
                                        </p:tav>
                                        <p:tav tm="87640">
                                          <p:val>
                                            <p:fltVal val="0.9885"/>
                                          </p:val>
                                        </p:tav>
                                        <p:tav tm="88760">
                                          <p:val>
                                            <p:fltVal val="0.997"/>
                                          </p:val>
                                        </p:tav>
                                        <p:tav tm="89890">
                                          <p:val>
                                            <p:fltVal val="0.9997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2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3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4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22" grpId="0"/>
      <p:bldP spid="7" grpId="0" animBg="1"/>
      <p:bldP spid="16" grpId="0"/>
      <p:bldP spid="16" grpId="1"/>
      <p:bldP spid="1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94C2FDB7-6423-2174-2E2C-C17142BE4A82}"/>
              </a:ext>
            </a:extLst>
          </p:cNvPr>
          <p:cNvCxnSpPr>
            <a:cxnSpLocks/>
          </p:cNvCxnSpPr>
          <p:nvPr/>
        </p:nvCxnSpPr>
        <p:spPr>
          <a:xfrm flipV="1">
            <a:off x="4071303" y="3393000"/>
            <a:ext cx="0" cy="148135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B71FFDFB-995F-C603-CCE1-313C1FFF4246}"/>
              </a:ext>
            </a:extLst>
          </p:cNvPr>
          <p:cNvCxnSpPr>
            <a:stCxn id="25" idx="6"/>
          </p:cNvCxnSpPr>
          <p:nvPr/>
        </p:nvCxnSpPr>
        <p:spPr>
          <a:xfrm flipV="1">
            <a:off x="1580686" y="4861216"/>
            <a:ext cx="2491654" cy="1314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12: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Geometría Analítica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BC53F746-513E-817B-C4A9-A4683C12EB48}"/>
              </a:ext>
            </a:extLst>
          </p:cNvPr>
          <p:cNvSpPr/>
          <p:nvPr/>
        </p:nvSpPr>
        <p:spPr>
          <a:xfrm>
            <a:off x="535084" y="1048971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1EEA7333-76FF-65D2-463D-815EE19913CD}"/>
              </a:ext>
            </a:extLst>
          </p:cNvPr>
          <p:cNvSpPr txBox="1"/>
          <p:nvPr/>
        </p:nvSpPr>
        <p:spPr>
          <a:xfrm>
            <a:off x="535084" y="105625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Un vector es una flecha que une 2 puntos. Está definido por su módulo y por su dirección y sentido.</a:t>
            </a:r>
            <a:endParaRPr lang="es-ES" sz="36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6D328C37-2A0C-0C87-7333-250DDAEDB5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714C0D6C-B63A-BE74-15FB-DA74808E8A46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EB50E424-E0D5-F97F-B7CA-A659A14ED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D6EDEA7B-509F-53A3-C7AB-FD4A7073B7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BF80DDBD-C7A4-B1A9-90AE-6F72C74DFA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11" name="!Marco 10">
            <a:extLst>
              <a:ext uri="{FF2B5EF4-FFF2-40B4-BE49-F238E27FC236}">
                <a16:creationId xmlns:a16="http://schemas.microsoft.com/office/drawing/2014/main" id="{DEB2CF59-DBB1-72BD-EA6F-A03EF38FDDCF}"/>
              </a:ext>
            </a:extLst>
          </p:cNvPr>
          <p:cNvSpPr/>
          <p:nvPr/>
        </p:nvSpPr>
        <p:spPr>
          <a:xfrm>
            <a:off x="535084" y="1892546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2" name="!CuadroTexto 1">
            <a:extLst>
              <a:ext uri="{FF2B5EF4-FFF2-40B4-BE49-F238E27FC236}">
                <a16:creationId xmlns:a16="http://schemas.microsoft.com/office/drawing/2014/main" id="{25A3DEDE-D09B-B293-8D65-40FB496EA7BB}"/>
              </a:ext>
            </a:extLst>
          </p:cNvPr>
          <p:cNvSpPr txBox="1"/>
          <p:nvPr/>
        </p:nvSpPr>
        <p:spPr>
          <a:xfrm>
            <a:off x="535084" y="1899833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El módulo del vector se calcula como la raíz cuadrada de la suma de las coordenadas del vector al cuadrado. Representa el tamaño del vector.</a:t>
            </a:r>
            <a:endParaRPr lang="es-ES" sz="36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D098D652-027B-636A-53A2-F9096F56C971}"/>
              </a:ext>
            </a:extLst>
          </p:cNvPr>
          <p:cNvCxnSpPr/>
          <p:nvPr/>
        </p:nvCxnSpPr>
        <p:spPr>
          <a:xfrm>
            <a:off x="998146" y="3024513"/>
            <a:ext cx="0" cy="2667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3E8DDAB8-0189-1258-CF41-0D8360D03662}"/>
              </a:ext>
            </a:extLst>
          </p:cNvPr>
          <p:cNvCxnSpPr>
            <a:cxnSpLocks/>
          </p:cNvCxnSpPr>
          <p:nvPr/>
        </p:nvCxnSpPr>
        <p:spPr>
          <a:xfrm flipH="1">
            <a:off x="750496" y="5473335"/>
            <a:ext cx="40005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1631E67D-82AD-82D0-BB3F-0ED8FE986FFA}"/>
              </a:ext>
            </a:extLst>
          </p:cNvPr>
          <p:cNvCxnSpPr>
            <a:cxnSpLocks/>
            <a:endCxn id="26" idx="3"/>
          </p:cNvCxnSpPr>
          <p:nvPr/>
        </p:nvCxnSpPr>
        <p:spPr>
          <a:xfrm flipV="1">
            <a:off x="1544686" y="3418456"/>
            <a:ext cx="2502198" cy="145590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Elipse 25">
            <a:extLst>
              <a:ext uri="{FF2B5EF4-FFF2-40B4-BE49-F238E27FC236}">
                <a16:creationId xmlns:a16="http://schemas.microsoft.com/office/drawing/2014/main" id="{7C3ED3B8-AB7D-5A6A-7D8A-EC7E2F3CDDB4}"/>
              </a:ext>
            </a:extLst>
          </p:cNvPr>
          <p:cNvSpPr>
            <a:spLocks noChangeAspect="1"/>
          </p:cNvSpPr>
          <p:nvPr/>
        </p:nvSpPr>
        <p:spPr>
          <a:xfrm>
            <a:off x="4036340" y="3357000"/>
            <a:ext cx="72000" cy="72000"/>
          </a:xfrm>
          <a:prstGeom prst="ellipse">
            <a:avLst/>
          </a:prstGeom>
          <a:solidFill>
            <a:srgbClr val="EF4246"/>
          </a:solidFill>
          <a:ln>
            <a:solidFill>
              <a:srgbClr val="EF42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CECFB7A0-A550-84BF-62C3-1962D943B3D7}"/>
              </a:ext>
            </a:extLst>
          </p:cNvPr>
          <p:cNvSpPr>
            <a:spLocks noChangeAspect="1"/>
          </p:cNvSpPr>
          <p:nvPr/>
        </p:nvSpPr>
        <p:spPr>
          <a:xfrm>
            <a:off x="1508686" y="4838356"/>
            <a:ext cx="72000" cy="72000"/>
          </a:xfrm>
          <a:prstGeom prst="ellipse">
            <a:avLst/>
          </a:prstGeom>
          <a:solidFill>
            <a:srgbClr val="EF4246"/>
          </a:solidFill>
          <a:ln>
            <a:solidFill>
              <a:srgbClr val="EF42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988E584D-D6D3-B517-D33F-03A4C3D87B81}"/>
              </a:ext>
            </a:extLst>
          </p:cNvPr>
          <p:cNvSpPr txBox="1"/>
          <p:nvPr/>
        </p:nvSpPr>
        <p:spPr>
          <a:xfrm>
            <a:off x="1259553" y="4929296"/>
            <a:ext cx="1076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 (2, 2)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F6248DB9-DF3E-4492-E0C6-02AE327C8D3F}"/>
              </a:ext>
            </a:extLst>
          </p:cNvPr>
          <p:cNvSpPr txBox="1"/>
          <p:nvPr/>
        </p:nvSpPr>
        <p:spPr>
          <a:xfrm>
            <a:off x="4106267" y="3285114"/>
            <a:ext cx="1076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 (10, 6)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E2A0E04A-DC53-75F9-7971-5C7F36B0839E}"/>
                  </a:ext>
                </a:extLst>
              </p:cNvPr>
              <p:cNvSpPr txBox="1"/>
              <p:nvPr/>
            </p:nvSpPr>
            <p:spPr>
              <a:xfrm>
                <a:off x="2122827" y="3563526"/>
                <a:ext cx="1076679" cy="4047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ES" b="1" i="1" dirty="0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b="1" i="1" dirty="0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𝑨𝑩</m:t>
                          </m:r>
                        </m:e>
                      </m:acc>
                      <m:r>
                        <a:rPr lang="es-ES" b="1" i="1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s-ES" b="1" i="1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s-ES" b="1" i="1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s-ES" b="1" i="1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s-ES" b="1" i="1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ES" b="1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E2A0E04A-DC53-75F9-7971-5C7F36B083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2827" y="3563526"/>
                <a:ext cx="1076679" cy="404791"/>
              </a:xfrm>
              <a:prstGeom prst="rect">
                <a:avLst/>
              </a:prstGeom>
              <a:blipFill>
                <a:blip r:embed="rId6"/>
                <a:stretch>
                  <a:fillRect l="-2825" b="-1363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CuadroTexto 42">
            <a:extLst>
              <a:ext uri="{FF2B5EF4-FFF2-40B4-BE49-F238E27FC236}">
                <a16:creationId xmlns:a16="http://schemas.microsoft.com/office/drawing/2014/main" id="{D67AA898-A5A6-A85E-36A4-FD538AF26F8D}"/>
              </a:ext>
            </a:extLst>
          </p:cNvPr>
          <p:cNvSpPr txBox="1"/>
          <p:nvPr/>
        </p:nvSpPr>
        <p:spPr>
          <a:xfrm>
            <a:off x="2917139" y="4532494"/>
            <a:ext cx="346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8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56547226-9CE7-31DC-3EE6-58D801DBCF3F}"/>
              </a:ext>
            </a:extLst>
          </p:cNvPr>
          <p:cNvSpPr txBox="1"/>
          <p:nvPr/>
        </p:nvSpPr>
        <p:spPr>
          <a:xfrm>
            <a:off x="3980750" y="3967012"/>
            <a:ext cx="544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0885400D-4DDF-B874-88B9-35E205A1C5F4}"/>
                  </a:ext>
                </a:extLst>
              </p:cNvPr>
              <p:cNvSpPr txBox="1"/>
              <p:nvPr/>
            </p:nvSpPr>
            <p:spPr>
              <a:xfrm>
                <a:off x="5919789" y="2969249"/>
                <a:ext cx="5298909" cy="4410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E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s-ES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b="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𝐴𝐵</m:t>
                              </m:r>
                            </m:e>
                          </m:d>
                        </m:e>
                      </m:acc>
                      <m:r>
                        <a:rPr lang="es-E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E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s-E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E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E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s-E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s-E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s-E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ES" i="1" dirty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s-ES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b="0" i="1" dirty="0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sup>
                              <m:r>
                                <a:rPr lang="es-E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ES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s-E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b="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s-E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s-E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ES" i="1" dirty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b="0" i="1" dirty="0" smtClean="0">
                              <a:latin typeface="Cambria Math" panose="02040503050406030204" pitchFamily="18" charset="0"/>
                            </a:rPr>
                            <m:t>64</m:t>
                          </m:r>
                          <m:r>
                            <a:rPr lang="es-ES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b="0" i="1" dirty="0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e>
                      </m:rad>
                      <m:r>
                        <a:rPr lang="es-E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ES" i="1" dirty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b="0" i="1" dirty="0" smtClean="0">
                              <a:latin typeface="Cambria Math" panose="02040503050406030204" pitchFamily="18" charset="0"/>
                            </a:rPr>
                            <m:t>80</m:t>
                          </m:r>
                        </m:e>
                      </m:rad>
                    </m:oMath>
                  </m:oMathPara>
                </a14:m>
                <a:endParaRPr lang="es-E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0885400D-4DDF-B874-88B9-35E205A1C5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9789" y="2969249"/>
                <a:ext cx="5298909" cy="441018"/>
              </a:xfrm>
              <a:prstGeom prst="rect">
                <a:avLst/>
              </a:prstGeom>
              <a:blipFill>
                <a:blip r:embed="rId7"/>
                <a:stretch>
                  <a:fillRect b="-694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CuadroTexto 45">
                <a:extLst>
                  <a:ext uri="{FF2B5EF4-FFF2-40B4-BE49-F238E27FC236}">
                    <a16:creationId xmlns:a16="http://schemas.microsoft.com/office/drawing/2014/main" id="{5B4B52C5-F796-9114-5851-350FFFF337CF}"/>
                  </a:ext>
                </a:extLst>
              </p:cNvPr>
              <p:cNvSpPr txBox="1"/>
              <p:nvPr/>
            </p:nvSpPr>
            <p:spPr>
              <a:xfrm>
                <a:off x="5919789" y="3429000"/>
                <a:ext cx="5298909" cy="4508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E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s-ES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b="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𝐴𝐵</m:t>
                              </m:r>
                            </m:e>
                          </m:d>
                        </m:e>
                      </m:acc>
                      <m:r>
                        <a:rPr lang="es-E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E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80</m:t>
                          </m:r>
                        </m:e>
                      </m:rad>
                      <m:r>
                        <a:rPr lang="es-E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ES" i="1" dirty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s-E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s-ES" b="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es-E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∙5</m:t>
                          </m:r>
                        </m:e>
                      </m:rad>
                      <m:r>
                        <a:rPr lang="es-ES" b="0" i="1" dirty="0" smtClean="0">
                          <a:latin typeface="Cambria Math" panose="02040503050406030204" pitchFamily="18" charset="0"/>
                        </a:rPr>
                        <m:t>=4</m:t>
                      </m:r>
                      <m:r>
                        <a:rPr lang="es-E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ad>
                        <m:radPr>
                          <m:degHide m:val="on"/>
                          <m:ctrlPr>
                            <a:rPr lang="es-ES" i="1" dirty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rad>
                    </m:oMath>
                  </m:oMathPara>
                </a14:m>
                <a:endParaRPr lang="es-E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CuadroTexto 45">
                <a:extLst>
                  <a:ext uri="{FF2B5EF4-FFF2-40B4-BE49-F238E27FC236}">
                    <a16:creationId xmlns:a16="http://schemas.microsoft.com/office/drawing/2014/main" id="{5B4B52C5-F796-9114-5851-350FFFF337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9789" y="3429000"/>
                <a:ext cx="5298909" cy="45089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125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2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625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11" grpId="0" animBg="1"/>
      <p:bldP spid="12" grpId="0"/>
      <p:bldP spid="26" grpId="0" animBg="1"/>
      <p:bldP spid="25" grpId="0" animBg="1"/>
      <p:bldP spid="35" grpId="0"/>
      <p:bldP spid="36" grpId="0"/>
      <p:bldP spid="37" grpId="0"/>
      <p:bldP spid="43" grpId="0"/>
      <p:bldP spid="44" grpId="0"/>
      <p:bldP spid="45" grpId="0"/>
      <p:bldP spid="4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14CA26-3675-88F1-F323-D1FBF6B60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0964FB16-FFCB-5573-5ADE-9D77BE889071}"/>
              </a:ext>
            </a:extLst>
          </p:cNvPr>
          <p:cNvCxnSpPr>
            <a:cxnSpLocks/>
          </p:cNvCxnSpPr>
          <p:nvPr/>
        </p:nvCxnSpPr>
        <p:spPr>
          <a:xfrm flipV="1">
            <a:off x="1075935" y="3668756"/>
            <a:ext cx="3182735" cy="18519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25256761-8C63-A9E7-E3F0-98D93F43FAEC}"/>
              </a:ext>
            </a:extLst>
          </p:cNvPr>
          <p:cNvCxnSpPr>
            <a:cxnSpLocks/>
          </p:cNvCxnSpPr>
          <p:nvPr/>
        </p:nvCxnSpPr>
        <p:spPr>
          <a:xfrm flipV="1">
            <a:off x="1295043" y="4156364"/>
            <a:ext cx="3363320" cy="195699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FAED0ACD-E57D-CA0A-458E-2AA701F8D328}"/>
              </a:ext>
            </a:extLst>
          </p:cNvPr>
          <p:cNvCxnSpPr>
            <a:cxnSpLocks/>
          </p:cNvCxnSpPr>
          <p:nvPr/>
        </p:nvCxnSpPr>
        <p:spPr>
          <a:xfrm flipV="1">
            <a:off x="1076098" y="3912560"/>
            <a:ext cx="3363320" cy="195699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ángulo 1">
            <a:extLst>
              <a:ext uri="{FF2B5EF4-FFF2-40B4-BE49-F238E27FC236}">
                <a16:creationId xmlns:a16="http://schemas.microsoft.com/office/drawing/2014/main" id="{F99EC54F-8EAA-3EFD-B102-6DE1D39ADB5F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4B0C0C3A-DB49-2CFC-D748-C12E1BA3EC11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12: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Geometría Analítica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D29AF972-186F-7B9E-90A0-5EC7871C73BA}"/>
              </a:ext>
            </a:extLst>
          </p:cNvPr>
          <p:cNvSpPr/>
          <p:nvPr/>
        </p:nvSpPr>
        <p:spPr>
          <a:xfrm>
            <a:off x="535084" y="1048971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ED6F8242-B0E0-65A0-5B3A-E1FDE516DD25}"/>
              </a:ext>
            </a:extLst>
          </p:cNvPr>
          <p:cNvSpPr txBox="1"/>
          <p:nvPr/>
        </p:nvSpPr>
        <p:spPr>
          <a:xfrm>
            <a:off x="535084" y="105625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Un vector es una flecha que une 2 puntos. Está definido por su módulo y por su dirección y sentido.</a:t>
            </a:r>
            <a:endParaRPr lang="es-ES" sz="36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E923641A-4B32-EF21-30DC-6B39E1F903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789A8BB8-0D2E-7A26-9653-A320B735CCA4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8416A899-5DBE-BB13-6DD5-22A4D64D97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2F0C806E-18C0-A1AF-BC7E-D0356FAE7B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92C915D8-CD13-238E-A088-81E7296D85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11" name="!Marco 10">
            <a:extLst>
              <a:ext uri="{FF2B5EF4-FFF2-40B4-BE49-F238E27FC236}">
                <a16:creationId xmlns:a16="http://schemas.microsoft.com/office/drawing/2014/main" id="{6CD2579E-3F38-3940-0481-167D11484032}"/>
              </a:ext>
            </a:extLst>
          </p:cNvPr>
          <p:cNvSpPr/>
          <p:nvPr/>
        </p:nvSpPr>
        <p:spPr>
          <a:xfrm>
            <a:off x="535084" y="1892546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2" name="!CuadroTexto 1">
            <a:extLst>
              <a:ext uri="{FF2B5EF4-FFF2-40B4-BE49-F238E27FC236}">
                <a16:creationId xmlns:a16="http://schemas.microsoft.com/office/drawing/2014/main" id="{16BB2700-7EC5-EE77-B611-1169607BF4BD}"/>
              </a:ext>
            </a:extLst>
          </p:cNvPr>
          <p:cNvSpPr txBox="1"/>
          <p:nvPr/>
        </p:nvSpPr>
        <p:spPr>
          <a:xfrm>
            <a:off x="535084" y="1899833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El módulo del vector se calcula como la raíz cuadrada de la suma de las coordenadas del vector al cuadrado. Representa el tamaño del vector.</a:t>
            </a:r>
            <a:endParaRPr lang="es-ES" sz="36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!Marco 10">
            <a:extLst>
              <a:ext uri="{FF2B5EF4-FFF2-40B4-BE49-F238E27FC236}">
                <a16:creationId xmlns:a16="http://schemas.microsoft.com/office/drawing/2014/main" id="{390F9D19-4897-7D13-75EA-94866CB2901C}"/>
              </a:ext>
            </a:extLst>
          </p:cNvPr>
          <p:cNvSpPr/>
          <p:nvPr/>
        </p:nvSpPr>
        <p:spPr>
          <a:xfrm>
            <a:off x="535084" y="2728834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4" name="!CuadroTexto 1">
            <a:extLst>
              <a:ext uri="{FF2B5EF4-FFF2-40B4-BE49-F238E27FC236}">
                <a16:creationId xmlns:a16="http://schemas.microsoft.com/office/drawing/2014/main" id="{2FB27C53-6D22-2BA3-F931-1EC9202ABCFA}"/>
              </a:ext>
            </a:extLst>
          </p:cNvPr>
          <p:cNvSpPr txBox="1"/>
          <p:nvPr/>
        </p:nvSpPr>
        <p:spPr>
          <a:xfrm>
            <a:off x="535084" y="2736121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 dirección del vector es la recta en la que se encuentra y cualquier recta paralela a esta. Cada dirección admite dos sentidos distintos</a:t>
            </a:r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8675BC44-4EC2-6EAF-931D-4B087C2DE189}"/>
              </a:ext>
            </a:extLst>
          </p:cNvPr>
          <p:cNvCxnSpPr/>
          <p:nvPr/>
        </p:nvCxnSpPr>
        <p:spPr>
          <a:xfrm>
            <a:off x="895350" y="3800475"/>
            <a:ext cx="0" cy="2667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A3CD0526-9E27-373A-B42B-43A1E40C2E55}"/>
              </a:ext>
            </a:extLst>
          </p:cNvPr>
          <p:cNvCxnSpPr>
            <a:cxnSpLocks/>
          </p:cNvCxnSpPr>
          <p:nvPr/>
        </p:nvCxnSpPr>
        <p:spPr>
          <a:xfrm flipH="1">
            <a:off x="647700" y="6249297"/>
            <a:ext cx="40005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833EF36A-DAD1-3BA6-19E4-515E5AE7ACFE}"/>
              </a:ext>
            </a:extLst>
          </p:cNvPr>
          <p:cNvCxnSpPr>
            <a:cxnSpLocks/>
          </p:cNvCxnSpPr>
          <p:nvPr/>
        </p:nvCxnSpPr>
        <p:spPr>
          <a:xfrm flipV="1">
            <a:off x="2754446" y="4201561"/>
            <a:ext cx="1189642" cy="692191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Elipse 25">
            <a:extLst>
              <a:ext uri="{FF2B5EF4-FFF2-40B4-BE49-F238E27FC236}">
                <a16:creationId xmlns:a16="http://schemas.microsoft.com/office/drawing/2014/main" id="{3B6C2DBB-55B9-A1AA-24B5-31EC69C64453}"/>
              </a:ext>
            </a:extLst>
          </p:cNvPr>
          <p:cNvSpPr>
            <a:spLocks noChangeAspect="1"/>
          </p:cNvSpPr>
          <p:nvPr/>
        </p:nvSpPr>
        <p:spPr>
          <a:xfrm>
            <a:off x="3933544" y="4145662"/>
            <a:ext cx="72000" cy="72000"/>
          </a:xfrm>
          <a:prstGeom prst="ellipse">
            <a:avLst/>
          </a:prstGeom>
          <a:solidFill>
            <a:srgbClr val="EF4246"/>
          </a:solidFill>
          <a:ln>
            <a:solidFill>
              <a:srgbClr val="EF42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D79F3139-4075-71C7-23CD-A806584316B7}"/>
              </a:ext>
            </a:extLst>
          </p:cNvPr>
          <p:cNvSpPr>
            <a:spLocks noChangeAspect="1"/>
          </p:cNvSpPr>
          <p:nvPr/>
        </p:nvSpPr>
        <p:spPr>
          <a:xfrm>
            <a:off x="1405890" y="5614318"/>
            <a:ext cx="72000" cy="72000"/>
          </a:xfrm>
          <a:prstGeom prst="ellipse">
            <a:avLst/>
          </a:prstGeom>
          <a:solidFill>
            <a:srgbClr val="EF4246"/>
          </a:solidFill>
          <a:ln>
            <a:solidFill>
              <a:srgbClr val="EF42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0B9ACD9B-B6F9-569B-2222-2E5F3EBFB858}"/>
              </a:ext>
            </a:extLst>
          </p:cNvPr>
          <p:cNvSpPr>
            <a:spLocks noChangeAspect="1"/>
          </p:cNvSpPr>
          <p:nvPr/>
        </p:nvSpPr>
        <p:spPr>
          <a:xfrm>
            <a:off x="2732733" y="4849657"/>
            <a:ext cx="72000" cy="72000"/>
          </a:xfrm>
          <a:prstGeom prst="ellipse">
            <a:avLst/>
          </a:prstGeom>
          <a:solidFill>
            <a:srgbClr val="EF4246"/>
          </a:solidFill>
          <a:ln>
            <a:solidFill>
              <a:srgbClr val="EF42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D83C6222-C9D4-8C59-DFCB-AB9FB6199D53}"/>
              </a:ext>
            </a:extLst>
          </p:cNvPr>
          <p:cNvCxnSpPr>
            <a:cxnSpLocks/>
          </p:cNvCxnSpPr>
          <p:nvPr/>
        </p:nvCxnSpPr>
        <p:spPr>
          <a:xfrm flipH="1">
            <a:off x="1476375" y="4904426"/>
            <a:ext cx="1256195" cy="730915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2BE28559-D765-C061-D667-3C82D9DDE573}"/>
              </a:ext>
            </a:extLst>
          </p:cNvPr>
          <p:cNvSpPr txBox="1"/>
          <p:nvPr/>
        </p:nvSpPr>
        <p:spPr>
          <a:xfrm>
            <a:off x="1276350" y="5306738"/>
            <a:ext cx="243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R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2E56DD2E-3212-EEBE-F753-50637958CCF9}"/>
              </a:ext>
            </a:extLst>
          </p:cNvPr>
          <p:cNvSpPr txBox="1"/>
          <p:nvPr/>
        </p:nvSpPr>
        <p:spPr>
          <a:xfrm>
            <a:off x="2541225" y="4589375"/>
            <a:ext cx="243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P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1FE8BDD2-AE85-34C8-73CB-8501276C43C5}"/>
              </a:ext>
            </a:extLst>
          </p:cNvPr>
          <p:cNvSpPr txBox="1"/>
          <p:nvPr/>
        </p:nvSpPr>
        <p:spPr>
          <a:xfrm>
            <a:off x="3849724" y="3823378"/>
            <a:ext cx="243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Q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E96685FB-CB74-3D40-7F98-E9092E85F54D}"/>
                  </a:ext>
                </a:extLst>
              </p:cNvPr>
              <p:cNvSpPr txBox="1"/>
              <p:nvPr/>
            </p:nvSpPr>
            <p:spPr>
              <a:xfrm>
                <a:off x="5272662" y="3767577"/>
                <a:ext cx="4070947" cy="4047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ES" b="1" i="1" dirty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b="1" i="1" dirty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𝑷𝑹</m:t>
                        </m:r>
                      </m:e>
                    </m:acc>
                    <m:r>
                      <a:rPr lang="es-ES" b="1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1" dirty="0">
                        <a:latin typeface="Cambria Math" panose="02040503050406030204" pitchFamily="18" charset="0"/>
                      </a:rPr>
                      <m:t>𝐲</m:t>
                    </m:r>
                    <m:r>
                      <a:rPr lang="es-ES" b="1" i="1" dirty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⃗"/>
                        <m:ctrlPr>
                          <a:rPr lang="es-ES" b="1" i="1" dirty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b="1" i="1" dirty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𝑷𝑸</m:t>
                        </m:r>
                      </m:e>
                    </m:acc>
                  </m:oMath>
                </a14:m>
                <a:r>
                  <a:rPr lang="es-ES" i="0" dirty="0">
                    <a:solidFill>
                      <a:schemeClr val="tx1"/>
                    </a:solidFill>
                  </a:rPr>
                  <a:t> tienen la misma dirección</a:t>
                </a:r>
                <a:endParaRPr lang="es-E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E96685FB-CB74-3D40-7F98-E9092E85F5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662" y="3767577"/>
                <a:ext cx="4070947" cy="404791"/>
              </a:xfrm>
              <a:prstGeom prst="rect">
                <a:avLst/>
              </a:prstGeom>
              <a:blipFill>
                <a:blip r:embed="rId6"/>
                <a:stretch>
                  <a:fillRect b="-2272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E4CF18AD-0464-9BAD-38A9-91066D5C4675}"/>
                  </a:ext>
                </a:extLst>
              </p:cNvPr>
              <p:cNvSpPr txBox="1"/>
              <p:nvPr/>
            </p:nvSpPr>
            <p:spPr>
              <a:xfrm>
                <a:off x="5272662" y="4293542"/>
                <a:ext cx="4070947" cy="4047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ES" b="1" i="1" dirty="0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b="1" i="1" dirty="0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𝑷𝑹</m:t>
                        </m:r>
                      </m:e>
                    </m:acc>
                    <m:r>
                      <a:rPr lang="es-ES" b="1" i="0" dirty="0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1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𝐲</m:t>
                    </m:r>
                    <m:r>
                      <a:rPr lang="es-ES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⃗"/>
                        <m:ctrlPr>
                          <a:rPr lang="es-ES" b="1" i="1" dirty="0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b="1" i="1" dirty="0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𝑷𝑸</m:t>
                        </m:r>
                      </m:e>
                    </m:acc>
                  </m:oMath>
                </a14:m>
                <a:r>
                  <a:rPr lang="es-ES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s-ES" i="0" dirty="0">
                    <a:solidFill>
                      <a:schemeClr val="tx1"/>
                    </a:solidFill>
                  </a:rPr>
                  <a:t>tienen sentidos opuestos</a:t>
                </a:r>
                <a:endParaRPr lang="es-E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E4CF18AD-0464-9BAD-38A9-91066D5C46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662" y="4293542"/>
                <a:ext cx="4070947" cy="404791"/>
              </a:xfrm>
              <a:prstGeom prst="rect">
                <a:avLst/>
              </a:prstGeom>
              <a:blipFill>
                <a:blip r:embed="rId7"/>
                <a:stretch>
                  <a:fillRect b="-2089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581664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1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6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1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6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100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6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100"/>
                            </p:stCondLst>
                            <p:childTnLst>
                              <p:par>
                                <p:cTn id="4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66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7100"/>
                            </p:stCondLst>
                            <p:childTnLst>
                              <p:par>
                                <p:cTn id="5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7600"/>
                            </p:stCondLst>
                            <p:childTnLst>
                              <p:par>
                                <p:cTn id="5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8100"/>
                            </p:stCondLst>
                            <p:childTnLst>
                              <p:par>
                                <p:cTn id="5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5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  <p:bldP spid="26" grpId="0" animBg="1"/>
      <p:bldP spid="25" grpId="0" animBg="1"/>
      <p:bldP spid="15" grpId="0" animBg="1"/>
      <p:bldP spid="20" grpId="0"/>
      <p:bldP spid="21" grpId="0"/>
      <p:bldP spid="24" grpId="0"/>
      <p:bldP spid="27" grpId="0"/>
      <p:bldP spid="29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757</TotalTime>
  <Words>207</Words>
  <Application>Microsoft Office PowerPoint</Application>
  <PresentationFormat>Panorámica</PresentationFormat>
  <Paragraphs>24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8" baseType="lpstr"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Illán Linos Souto</dc:creator>
  <cp:lastModifiedBy>Illán Linos Souto</cp:lastModifiedBy>
  <cp:revision>80</cp:revision>
  <dcterms:created xsi:type="dcterms:W3CDTF">2024-08-18T18:48:07Z</dcterms:created>
  <dcterms:modified xsi:type="dcterms:W3CDTF">2024-10-24T22:28:24Z</dcterms:modified>
</cp:coreProperties>
</file>
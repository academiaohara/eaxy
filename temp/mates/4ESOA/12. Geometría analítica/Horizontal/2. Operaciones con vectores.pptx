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12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90653155"/>
                  </p:ext>
                </p:extLst>
              </p:nvPr>
            </p:nvGraphicFramePr>
            <p:xfrm>
              <a:off x="545866" y="3026592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66" y="3026592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PUNTO MEDIO. DISTANCIA ENTRE 2 PUNTOS.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2812522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6833475"/>
                  </p:ext>
                </p:extLst>
              </p:nvPr>
            </p:nvGraphicFramePr>
            <p:xfrm>
              <a:off x="545068" y="2398569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2398569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VECTORES EN EL PLANO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OPERACIONES CON VECTORES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7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328372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/>
              <p:nvPr/>
            </p:nvSpPr>
            <p:spPr>
              <a:xfrm>
                <a:off x="535084" y="1335658"/>
                <a:ext cx="11121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El producto de un número </a:t>
                </a:r>
                <a:r>
                  <a:rPr lang="es-ES" sz="2000" b="1" i="1" dirty="0"/>
                  <a:t>k </a:t>
                </a:r>
                <a:r>
                  <a:rPr lang="es-ES" sz="2000" b="1" dirty="0"/>
                  <a:t>por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s-ES" sz="2000" b="1" dirty="0"/>
                  <a:t> es otro vector </a:t>
                </a:r>
                <a14:m>
                  <m:oMath xmlns:m="http://schemas.openxmlformats.org/officeDocument/2006/math">
                    <m:r>
                      <a:rPr lang="es-ES" sz="2000" b="1" i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s-ES" sz="2000" b="1" dirty="0"/>
                  <a:t> que tiene.</a:t>
                </a:r>
                <a:endParaRPr lang="es-ES" sz="40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335658"/>
                <a:ext cx="11121832" cy="400110"/>
              </a:xfrm>
              <a:prstGeom prst="rect">
                <a:avLst/>
              </a:prstGeom>
              <a:blipFill>
                <a:blip r:embed="rId2"/>
                <a:stretch>
                  <a:fillRect l="-603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F5934761-7277-2876-C1DD-25892EE0F62C}"/>
              </a:ext>
            </a:extLst>
          </p:cNvPr>
          <p:cNvSpPr txBox="1"/>
          <p:nvPr/>
        </p:nvSpPr>
        <p:spPr>
          <a:xfrm>
            <a:off x="535001" y="907872"/>
            <a:ext cx="583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PRODUCTO DE UN VECTOR POR UN NÚMERO: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8775B703-9606-48DA-C8D0-EA3FDB52C2F8}"/>
              </a:ext>
            </a:extLst>
          </p:cNvPr>
          <p:cNvSpPr/>
          <p:nvPr/>
        </p:nvSpPr>
        <p:spPr>
          <a:xfrm>
            <a:off x="535001" y="1880748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!CuadroTexto 1">
                <a:extLst>
                  <a:ext uri="{FF2B5EF4-FFF2-40B4-BE49-F238E27FC236}">
                    <a16:creationId xmlns:a16="http://schemas.microsoft.com/office/drawing/2014/main" id="{F473F59D-B1C3-6BEC-C96F-C6779F5CC9CD}"/>
                  </a:ext>
                </a:extLst>
              </p:cNvPr>
              <p:cNvSpPr txBox="1"/>
              <p:nvPr/>
            </p:nvSpPr>
            <p:spPr>
              <a:xfrm>
                <a:off x="535001" y="1888034"/>
                <a:ext cx="11121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El nuevo vector tendrá de módulo el valor de k por el módulo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s-ES" sz="2000" b="1" dirty="0"/>
                  <a:t>. </a:t>
                </a:r>
                <a:endParaRPr lang="es-ES" sz="40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!CuadroTexto 1">
                <a:extLst>
                  <a:ext uri="{FF2B5EF4-FFF2-40B4-BE49-F238E27FC236}">
                    <a16:creationId xmlns:a16="http://schemas.microsoft.com/office/drawing/2014/main" id="{F473F59D-B1C3-6BEC-C96F-C6779F5CC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01" y="1888034"/>
                <a:ext cx="11121832" cy="400110"/>
              </a:xfrm>
              <a:prstGeom prst="rect">
                <a:avLst/>
              </a:prstGeom>
              <a:blipFill>
                <a:blip r:embed="rId7"/>
                <a:stretch>
                  <a:fillRect l="-603" t="-9231" b="-2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!Marco 10">
            <a:extLst>
              <a:ext uri="{FF2B5EF4-FFF2-40B4-BE49-F238E27FC236}">
                <a16:creationId xmlns:a16="http://schemas.microsoft.com/office/drawing/2014/main" id="{1244A703-4063-2E72-E6E6-C2735F125251}"/>
              </a:ext>
            </a:extLst>
          </p:cNvPr>
          <p:cNvSpPr/>
          <p:nvPr/>
        </p:nvSpPr>
        <p:spPr>
          <a:xfrm>
            <a:off x="529212" y="2430189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!CuadroTexto 1">
            <a:extLst>
              <a:ext uri="{FF2B5EF4-FFF2-40B4-BE49-F238E27FC236}">
                <a16:creationId xmlns:a16="http://schemas.microsoft.com/office/drawing/2014/main" id="{D701449A-010C-9A9F-6B0F-58CAD780FD29}"/>
              </a:ext>
            </a:extLst>
          </p:cNvPr>
          <p:cNvSpPr txBox="1"/>
          <p:nvPr/>
        </p:nvSpPr>
        <p:spPr>
          <a:xfrm>
            <a:off x="529212" y="243747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nuevo vector tiene la misma dirección que el vector original.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89F58A9E-5242-B3FD-B3CD-4E72F3CE8945}"/>
              </a:ext>
            </a:extLst>
          </p:cNvPr>
          <p:cNvSpPr/>
          <p:nvPr/>
        </p:nvSpPr>
        <p:spPr>
          <a:xfrm>
            <a:off x="535084" y="2985115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9AE0D2A8-45F9-FFD5-A852-1C6E001CBE86}"/>
              </a:ext>
            </a:extLst>
          </p:cNvPr>
          <p:cNvSpPr txBox="1"/>
          <p:nvPr/>
        </p:nvSpPr>
        <p:spPr>
          <a:xfrm>
            <a:off x="535084" y="299240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nuevo vector tendrá el mismo sentido si k &gt; 0 y será opuesto si k &lt; 0.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0A2C1652-21AC-BBE3-5619-28561ACA382C}"/>
              </a:ext>
            </a:extLst>
          </p:cNvPr>
          <p:cNvGrpSpPr/>
          <p:nvPr/>
        </p:nvGrpSpPr>
        <p:grpSpPr>
          <a:xfrm>
            <a:off x="3345808" y="4267200"/>
            <a:ext cx="1101686" cy="1033415"/>
            <a:chOff x="2463355" y="4419992"/>
            <a:chExt cx="1101686" cy="1033415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1631E67D-82AD-82D0-BB3F-0ED8FE986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1927" y="4419992"/>
              <a:ext cx="1023114" cy="95279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7D9A4F5-6E70-0DB6-BB9F-8DF3B6380461}"/>
                </a:ext>
              </a:extLst>
            </p:cNvPr>
            <p:cNvCxnSpPr>
              <a:cxnSpLocks/>
            </p:cNvCxnSpPr>
            <p:nvPr/>
          </p:nvCxnSpPr>
          <p:spPr>
            <a:xfrm>
              <a:off x="2463355" y="5292169"/>
              <a:ext cx="156817" cy="1612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21823F2-E7B2-596D-A681-BABC7BA1705B}"/>
              </a:ext>
            </a:extLst>
          </p:cNvPr>
          <p:cNvGrpSpPr/>
          <p:nvPr/>
        </p:nvGrpSpPr>
        <p:grpSpPr>
          <a:xfrm>
            <a:off x="4447494" y="3813340"/>
            <a:ext cx="2101811" cy="1970808"/>
            <a:chOff x="2463355" y="3482599"/>
            <a:chExt cx="2101811" cy="197080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F29315CB-0344-BD3A-DDFC-65988781419E}"/>
                </a:ext>
              </a:extLst>
            </p:cNvPr>
            <p:cNvCxnSpPr>
              <a:cxnSpLocks/>
            </p:cNvCxnSpPr>
            <p:nvPr/>
          </p:nvCxnSpPr>
          <p:spPr>
            <a:xfrm>
              <a:off x="2463355" y="5292169"/>
              <a:ext cx="156817" cy="161238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4B581D-6249-A20B-42C4-E27281EC33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1763" y="3482599"/>
              <a:ext cx="2023403" cy="188433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AE05B49-33D9-CAF8-028A-BCCA3E66AB2C}"/>
                  </a:ext>
                </a:extLst>
              </p:cNvPr>
              <p:cNvSpPr txBox="1"/>
              <p:nvPr/>
            </p:nvSpPr>
            <p:spPr>
              <a:xfrm>
                <a:off x="3597800" y="4335643"/>
                <a:ext cx="3381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AE05B49-33D9-CAF8-028A-BCCA3E66A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00" y="4335643"/>
                <a:ext cx="33813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1469E32-A4E3-A560-697B-178C99E462DC}"/>
                  </a:ext>
                </a:extLst>
              </p:cNvPr>
              <p:cNvSpPr txBox="1"/>
              <p:nvPr/>
            </p:nvSpPr>
            <p:spPr>
              <a:xfrm>
                <a:off x="5054464" y="4406392"/>
                <a:ext cx="578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1469E32-A4E3-A560-697B-178C99E4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464" y="4406392"/>
                <a:ext cx="5783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upo 52">
            <a:extLst>
              <a:ext uri="{FF2B5EF4-FFF2-40B4-BE49-F238E27FC236}">
                <a16:creationId xmlns:a16="http://schemas.microsoft.com/office/drawing/2014/main" id="{E375C69D-9988-B664-B98C-2208D3DF5E03}"/>
              </a:ext>
            </a:extLst>
          </p:cNvPr>
          <p:cNvGrpSpPr/>
          <p:nvPr/>
        </p:nvGrpSpPr>
        <p:grpSpPr>
          <a:xfrm flipH="1" flipV="1">
            <a:off x="5933394" y="3860895"/>
            <a:ext cx="2101811" cy="1970808"/>
            <a:chOff x="2463355" y="3482599"/>
            <a:chExt cx="2101811" cy="1970808"/>
          </a:xfrm>
        </p:grpSpPr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D7FEFCD4-A5E7-516C-3C82-9757AA9BA4A2}"/>
                </a:ext>
              </a:extLst>
            </p:cNvPr>
            <p:cNvCxnSpPr>
              <a:cxnSpLocks/>
            </p:cNvCxnSpPr>
            <p:nvPr/>
          </p:nvCxnSpPr>
          <p:spPr>
            <a:xfrm>
              <a:off x="2463355" y="5292169"/>
              <a:ext cx="156817" cy="161238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1AC99B41-89D9-1237-BAF5-D7C6197A0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1763" y="3482599"/>
              <a:ext cx="2023403" cy="188433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0BE45E04-4084-A6F8-8871-0C01BAAA09FD}"/>
                  </a:ext>
                </a:extLst>
              </p:cNvPr>
              <p:cNvSpPr txBox="1"/>
              <p:nvPr/>
            </p:nvSpPr>
            <p:spPr>
              <a:xfrm>
                <a:off x="6216656" y="4634237"/>
                <a:ext cx="578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0BE45E04-4084-A6F8-8871-0C01BAAA0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656" y="4634237"/>
                <a:ext cx="578389" cy="369332"/>
              </a:xfrm>
              <a:prstGeom prst="rect">
                <a:avLst/>
              </a:prstGeom>
              <a:blipFill>
                <a:blip r:embed="rId10"/>
                <a:stretch>
                  <a:fillRect r="-4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23FC6919-413C-6AD6-6638-493A879E57EE}"/>
              </a:ext>
            </a:extLst>
          </p:cNvPr>
          <p:cNvGrpSpPr/>
          <p:nvPr/>
        </p:nvGrpSpPr>
        <p:grpSpPr>
          <a:xfrm>
            <a:off x="8546926" y="4200090"/>
            <a:ext cx="631602" cy="595640"/>
            <a:chOff x="2463355" y="4857767"/>
            <a:chExt cx="631602" cy="595640"/>
          </a:xfrm>
        </p:grpSpPr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6010357E-4EE1-82BD-DC90-E1DDD4ACE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1927" y="4857767"/>
              <a:ext cx="553030" cy="51502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4E1C7613-A069-7232-2ABD-B4D702B0D20F}"/>
                </a:ext>
              </a:extLst>
            </p:cNvPr>
            <p:cNvCxnSpPr>
              <a:cxnSpLocks/>
            </p:cNvCxnSpPr>
            <p:nvPr/>
          </p:nvCxnSpPr>
          <p:spPr>
            <a:xfrm>
              <a:off x="2463355" y="5292169"/>
              <a:ext cx="156817" cy="161238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5DFAC379-49A2-3B27-BF70-9B7881AB2066}"/>
                  </a:ext>
                </a:extLst>
              </p:cNvPr>
              <p:cNvSpPr txBox="1"/>
              <p:nvPr/>
            </p:nvSpPr>
            <p:spPr>
              <a:xfrm>
                <a:off x="8314875" y="4079566"/>
                <a:ext cx="3381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𝟓</m:t>
                      </m:r>
                      <m:acc>
                        <m:accPr>
                          <m:chr m:val="⃗"/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5DFAC379-49A2-3B27-BF70-9B7881AB2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875" y="4079566"/>
                <a:ext cx="338137" cy="369332"/>
              </a:xfrm>
              <a:prstGeom prst="rect">
                <a:avLst/>
              </a:prstGeom>
              <a:blipFill>
                <a:blip r:embed="rId11"/>
                <a:stretch>
                  <a:fillRect r="-9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upo 62">
            <a:extLst>
              <a:ext uri="{FF2B5EF4-FFF2-40B4-BE49-F238E27FC236}">
                <a16:creationId xmlns:a16="http://schemas.microsoft.com/office/drawing/2014/main" id="{CBC11E92-CF82-C7C6-524B-6D7722003712}"/>
              </a:ext>
            </a:extLst>
          </p:cNvPr>
          <p:cNvGrpSpPr/>
          <p:nvPr/>
        </p:nvGrpSpPr>
        <p:grpSpPr>
          <a:xfrm flipH="1" flipV="1">
            <a:off x="7484362" y="4755508"/>
            <a:ext cx="1101686" cy="1033415"/>
            <a:chOff x="2463355" y="4419992"/>
            <a:chExt cx="1101686" cy="1033415"/>
          </a:xfrm>
        </p:grpSpPr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D8BFBBD4-66B4-DCBC-0A49-A6729066C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1927" y="4419992"/>
              <a:ext cx="1023114" cy="95279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2224D1CD-A4EA-D1C0-123A-A8094382F958}"/>
                </a:ext>
              </a:extLst>
            </p:cNvPr>
            <p:cNvCxnSpPr>
              <a:cxnSpLocks/>
            </p:cNvCxnSpPr>
            <p:nvPr/>
          </p:nvCxnSpPr>
          <p:spPr>
            <a:xfrm>
              <a:off x="2463355" y="5292169"/>
              <a:ext cx="156817" cy="161238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D98F20F0-1396-8844-CB2B-D33FDF0EB645}"/>
                  </a:ext>
                </a:extLst>
              </p:cNvPr>
              <p:cNvSpPr txBox="1"/>
              <p:nvPr/>
            </p:nvSpPr>
            <p:spPr>
              <a:xfrm>
                <a:off x="7561033" y="4918095"/>
                <a:ext cx="3381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D98F20F0-1396-8844-CB2B-D33FDF0EB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033" y="4918095"/>
                <a:ext cx="338137" cy="369332"/>
              </a:xfrm>
              <a:prstGeom prst="rect">
                <a:avLst/>
              </a:prstGeom>
              <a:blipFill>
                <a:blip r:embed="rId12"/>
                <a:stretch>
                  <a:fillRect r="-35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41" grpId="0"/>
      <p:bldP spid="42" grpId="0"/>
      <p:bldP spid="56" grpId="0"/>
      <p:bldP spid="60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70570-6600-274C-DC00-EB05A285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E1EB54D-41B1-992B-BDE5-D6D6E15A506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EA7BD4D-BEC9-0114-0646-680C616F7758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B3528E7-C180-B1B8-67DC-6DF47D090006}"/>
              </a:ext>
            </a:extLst>
          </p:cNvPr>
          <p:cNvSpPr/>
          <p:nvPr/>
        </p:nvSpPr>
        <p:spPr>
          <a:xfrm>
            <a:off x="535084" y="1328372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55AC9CF4-1C41-C0C8-563D-65CEE19FC924}"/>
              </a:ext>
            </a:extLst>
          </p:cNvPr>
          <p:cNvSpPr txBox="1"/>
          <p:nvPr/>
        </p:nvSpPr>
        <p:spPr>
          <a:xfrm>
            <a:off x="535084" y="13356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vectores se suman o restan las coordenadas de los 2 vectores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A5153EAB-3298-C05F-A5A4-4482B8CEC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B95FE48-9D32-C7BF-BC2C-D8D81489910E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73684594-AD8D-642B-6698-5B0159C45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41816EE2-084B-1274-FCB4-2D2134441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9D6AD7BA-A11F-A439-87EF-17E5D61D7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60793409-93BE-3360-EB17-60314D834528}"/>
              </a:ext>
            </a:extLst>
          </p:cNvPr>
          <p:cNvSpPr txBox="1"/>
          <p:nvPr/>
        </p:nvSpPr>
        <p:spPr>
          <a:xfrm>
            <a:off x="535001" y="907872"/>
            <a:ext cx="583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SUMA Y RESTA DE VECTORES: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78F3B173-629B-034A-B29E-5C03BF83020E}"/>
              </a:ext>
            </a:extLst>
          </p:cNvPr>
          <p:cNvSpPr/>
          <p:nvPr/>
        </p:nvSpPr>
        <p:spPr>
          <a:xfrm>
            <a:off x="535001" y="2655448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53C12568-7EE7-414F-E2FD-3A65A8351B4D}"/>
              </a:ext>
            </a:extLst>
          </p:cNvPr>
          <p:cNvSpPr txBox="1"/>
          <p:nvPr/>
        </p:nvSpPr>
        <p:spPr>
          <a:xfrm>
            <a:off x="535001" y="266273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También se puede hacer gráficamente de la siguiente forma: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D119716-AAB0-87D4-2D1F-C9FC410CF04E}"/>
              </a:ext>
            </a:extLst>
          </p:cNvPr>
          <p:cNvCxnSpPr>
            <a:cxnSpLocks/>
          </p:cNvCxnSpPr>
          <p:nvPr/>
        </p:nvCxnSpPr>
        <p:spPr>
          <a:xfrm flipV="1">
            <a:off x="1191673" y="3578223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AE9D252-3E7D-4771-FAF2-EA952CC72B7A}"/>
              </a:ext>
            </a:extLst>
          </p:cNvPr>
          <p:cNvCxnSpPr>
            <a:cxnSpLocks/>
          </p:cNvCxnSpPr>
          <p:nvPr/>
        </p:nvCxnSpPr>
        <p:spPr>
          <a:xfrm>
            <a:off x="2076490" y="5179564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387D0B89-2C5F-A0C1-146F-013FCE209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045" y="1975680"/>
            <a:ext cx="2042337" cy="4633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60FD753-ABC1-A801-BABD-98F69B06BC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553" y="1969044"/>
            <a:ext cx="3511600" cy="53039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F066E9C-4F98-4306-1AFB-7C93B6668A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059" y="4195998"/>
            <a:ext cx="536494" cy="36579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61A4BD1-3E11-7441-BFA6-E31147E308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3027" y="5289648"/>
            <a:ext cx="469433" cy="3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9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/>
      <p:bldP spid="13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CB510-4EE3-7E0A-9B11-2431CF30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3F242A8-1923-95C1-695F-B82834D688A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6826E26-4442-C63F-0789-6EEC0CCBA1C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A4EDC7A9-E516-FE75-9E99-D56D42BA5CB5}"/>
              </a:ext>
            </a:extLst>
          </p:cNvPr>
          <p:cNvSpPr/>
          <p:nvPr/>
        </p:nvSpPr>
        <p:spPr>
          <a:xfrm>
            <a:off x="535084" y="1328372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3CFE48EF-83C5-DDFE-A75C-587577837299}"/>
              </a:ext>
            </a:extLst>
          </p:cNvPr>
          <p:cNvSpPr txBox="1"/>
          <p:nvPr/>
        </p:nvSpPr>
        <p:spPr>
          <a:xfrm>
            <a:off x="535084" y="13356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vectores se suman o restan las coordenadas de los 2 vectores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93947175-1F3D-BF07-F188-3660CD675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B43E914-8CEA-2DF2-4E64-EFA91D9BD21E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31615CD3-3582-2FA7-C230-5F9B594A5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55DB10C1-024E-CBBD-AD05-CB2E71354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6E880B28-2C66-42F2-97CA-05A0BB2E55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BCA0A08B-BBDE-90BA-5A26-7849C7C35FB4}"/>
              </a:ext>
            </a:extLst>
          </p:cNvPr>
          <p:cNvSpPr txBox="1"/>
          <p:nvPr/>
        </p:nvSpPr>
        <p:spPr>
          <a:xfrm>
            <a:off x="535001" y="907872"/>
            <a:ext cx="583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SUMA Y RESTA DE VECTORES: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C69B8E2-D9B2-46E7-4E12-11678555C456}"/>
              </a:ext>
            </a:extLst>
          </p:cNvPr>
          <p:cNvCxnSpPr>
            <a:cxnSpLocks/>
          </p:cNvCxnSpPr>
          <p:nvPr/>
        </p:nvCxnSpPr>
        <p:spPr>
          <a:xfrm flipV="1">
            <a:off x="1191673" y="3578223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AAA23EA-CC59-573D-6722-C2B8F4981C71}"/>
              </a:ext>
            </a:extLst>
          </p:cNvPr>
          <p:cNvCxnSpPr>
            <a:cxnSpLocks/>
          </p:cNvCxnSpPr>
          <p:nvPr/>
        </p:nvCxnSpPr>
        <p:spPr>
          <a:xfrm>
            <a:off x="3194696" y="3578223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A6CD73FB-726C-2850-513A-5F68DD453500}"/>
              </a:ext>
            </a:extLst>
          </p:cNvPr>
          <p:cNvCxnSpPr/>
          <p:nvPr/>
        </p:nvCxnSpPr>
        <p:spPr>
          <a:xfrm flipV="1">
            <a:off x="1191673" y="4542167"/>
            <a:ext cx="3491452" cy="91513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!Marco 10">
            <a:extLst>
              <a:ext uri="{FF2B5EF4-FFF2-40B4-BE49-F238E27FC236}">
                <a16:creationId xmlns:a16="http://schemas.microsoft.com/office/drawing/2014/main" id="{088ED217-25E5-6979-4EE5-0ADA4D9A8E8D}"/>
              </a:ext>
            </a:extLst>
          </p:cNvPr>
          <p:cNvSpPr/>
          <p:nvPr/>
        </p:nvSpPr>
        <p:spPr>
          <a:xfrm>
            <a:off x="535001" y="2655448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FCD6E312-70DD-6926-7B30-BC746771F036}"/>
              </a:ext>
            </a:extLst>
          </p:cNvPr>
          <p:cNvSpPr txBox="1"/>
          <p:nvPr/>
        </p:nvSpPr>
        <p:spPr>
          <a:xfrm>
            <a:off x="535001" y="266273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También se puede hacer gráficamente de la siguiente forma: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39A4FFD-44F0-29F9-D1C1-603847CFAE97}"/>
              </a:ext>
            </a:extLst>
          </p:cNvPr>
          <p:cNvCxnSpPr>
            <a:cxnSpLocks/>
          </p:cNvCxnSpPr>
          <p:nvPr/>
        </p:nvCxnSpPr>
        <p:spPr>
          <a:xfrm flipV="1">
            <a:off x="5568164" y="3446315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AA5686F3-8629-F672-6153-6E6990B5FA25}"/>
              </a:ext>
            </a:extLst>
          </p:cNvPr>
          <p:cNvCxnSpPr>
            <a:cxnSpLocks/>
          </p:cNvCxnSpPr>
          <p:nvPr/>
        </p:nvCxnSpPr>
        <p:spPr>
          <a:xfrm>
            <a:off x="6452981" y="5047656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3D949C86-8FD8-E05F-495F-CF1026925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045" y="1975680"/>
            <a:ext cx="2042337" cy="46333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CCB061E-8153-CDAE-0EB3-31A500C26C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553" y="1969044"/>
            <a:ext cx="3511600" cy="53039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2E60C4F-37CB-9DE9-E3A0-EED1E6189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059" y="4195998"/>
            <a:ext cx="536494" cy="36579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1D60E8F7-ADCA-4130-6916-D624EFE383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4834" y="3618539"/>
            <a:ext cx="469433" cy="37188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07E5C9E3-9A29-9F93-3294-AD2123527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550" y="3982524"/>
            <a:ext cx="536494" cy="365792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C2449678-B1F3-B680-89B3-13FE149C12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2478" y="5085416"/>
            <a:ext cx="469433" cy="371888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8536031E-DDFE-4615-A586-9E248BF03C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4533" y="5085416"/>
            <a:ext cx="1091279" cy="3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72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787D1-BD0E-80CB-0870-C9F95C44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EB014D0-12B0-AE96-8053-8A05788CF51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FA1D777-4F1E-EEF4-2F79-35DFF320DA1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8E3737A3-0BEB-AD16-4F29-EDEF3535B31A}"/>
              </a:ext>
            </a:extLst>
          </p:cNvPr>
          <p:cNvSpPr/>
          <p:nvPr/>
        </p:nvSpPr>
        <p:spPr>
          <a:xfrm>
            <a:off x="535084" y="1328372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84D73F62-23F9-D8AE-0C70-CFD021D4FEAB}"/>
              </a:ext>
            </a:extLst>
          </p:cNvPr>
          <p:cNvSpPr txBox="1"/>
          <p:nvPr/>
        </p:nvSpPr>
        <p:spPr>
          <a:xfrm>
            <a:off x="535084" y="13356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vectores se suman o restan las coordenadas de los 2 vectores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767CAD4D-ED59-C961-ECD3-849BECE58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0503491-8E54-E134-5311-E5385E6B263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6508F66B-5BFB-FB2E-4D02-7219138FC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FA6A0268-B56E-2EF6-5267-0ECDEE4E4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55EA05FA-7C5E-A19E-A28C-DBE3A0F369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277680B3-580A-15F6-6F2B-C6DB38CEB723}"/>
              </a:ext>
            </a:extLst>
          </p:cNvPr>
          <p:cNvSpPr txBox="1"/>
          <p:nvPr/>
        </p:nvSpPr>
        <p:spPr>
          <a:xfrm>
            <a:off x="535001" y="907872"/>
            <a:ext cx="583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SUMA Y RESTA DE VECTORES: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!Marco 10">
            <a:extLst>
              <a:ext uri="{FF2B5EF4-FFF2-40B4-BE49-F238E27FC236}">
                <a16:creationId xmlns:a16="http://schemas.microsoft.com/office/drawing/2014/main" id="{21D8A284-8D1D-9EBF-76B8-2D8B99BC91D5}"/>
              </a:ext>
            </a:extLst>
          </p:cNvPr>
          <p:cNvSpPr/>
          <p:nvPr/>
        </p:nvSpPr>
        <p:spPr>
          <a:xfrm>
            <a:off x="535001" y="2655448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8226EB0E-144C-7BDC-3C71-9C1A1A90748A}"/>
              </a:ext>
            </a:extLst>
          </p:cNvPr>
          <p:cNvSpPr txBox="1"/>
          <p:nvPr/>
        </p:nvSpPr>
        <p:spPr>
          <a:xfrm>
            <a:off x="535001" y="266273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También se puede hacer gráficamente de la siguiente forma: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8DCD57A-2795-602C-02FE-D00EB6713A5D}"/>
              </a:ext>
            </a:extLst>
          </p:cNvPr>
          <p:cNvCxnSpPr>
            <a:cxnSpLocks/>
          </p:cNvCxnSpPr>
          <p:nvPr/>
        </p:nvCxnSpPr>
        <p:spPr>
          <a:xfrm flipV="1">
            <a:off x="5568164" y="3446315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FDFA0EB9-6597-64C0-EA8F-2CF39CAC8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045" y="1975680"/>
            <a:ext cx="2042337" cy="46333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E38FD13-E512-EC4B-4537-0F0D42797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553" y="1969044"/>
            <a:ext cx="3511600" cy="53039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8D365566-9579-7739-657A-768F03E10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550" y="3982524"/>
            <a:ext cx="536494" cy="36579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53D6FFB-3060-9F6E-0DE5-869A444CF9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5307" y="5119810"/>
            <a:ext cx="670618" cy="365792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29A0724-3BF8-94CF-1C10-E62CD4D5C24C}"/>
              </a:ext>
            </a:extLst>
          </p:cNvPr>
          <p:cNvCxnSpPr>
            <a:cxnSpLocks/>
          </p:cNvCxnSpPr>
          <p:nvPr/>
        </p:nvCxnSpPr>
        <p:spPr>
          <a:xfrm flipH="1" flipV="1">
            <a:off x="6452981" y="5047656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DAAAFD3-29C2-52D5-ADD4-145AD4C700C7}"/>
              </a:ext>
            </a:extLst>
          </p:cNvPr>
          <p:cNvCxnSpPr>
            <a:cxnSpLocks/>
          </p:cNvCxnSpPr>
          <p:nvPr/>
        </p:nvCxnSpPr>
        <p:spPr>
          <a:xfrm flipV="1">
            <a:off x="1191673" y="3578223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D57AD22-3D34-5866-8AAA-DF972E5843E3}"/>
              </a:ext>
            </a:extLst>
          </p:cNvPr>
          <p:cNvCxnSpPr>
            <a:cxnSpLocks/>
          </p:cNvCxnSpPr>
          <p:nvPr/>
        </p:nvCxnSpPr>
        <p:spPr>
          <a:xfrm>
            <a:off x="3194696" y="3578223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E2BC3F4-9F65-E802-63A4-09F3A3ACB689}"/>
              </a:ext>
            </a:extLst>
          </p:cNvPr>
          <p:cNvCxnSpPr/>
          <p:nvPr/>
        </p:nvCxnSpPr>
        <p:spPr>
          <a:xfrm flipV="1">
            <a:off x="1191673" y="4542167"/>
            <a:ext cx="3491452" cy="91513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DED472E3-CEFB-666C-A7BA-77CC5A00A0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059" y="4195998"/>
            <a:ext cx="536494" cy="36579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B10861C-26F4-425E-EB68-695FEDAF70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4834" y="3618539"/>
            <a:ext cx="469433" cy="37188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701D271-11DF-CDAE-5063-199550E737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4533" y="5085416"/>
            <a:ext cx="1091279" cy="3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51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AAEDC-B986-C56E-34FF-138A6E9E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6539485-4F8A-32AD-5552-B4D4F8CA390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3A822E5-12F3-B3C7-BC6E-4160723FA7E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56877301-672F-552A-F97C-86176B2C88B6}"/>
              </a:ext>
            </a:extLst>
          </p:cNvPr>
          <p:cNvSpPr/>
          <p:nvPr/>
        </p:nvSpPr>
        <p:spPr>
          <a:xfrm>
            <a:off x="535084" y="1328372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C16BCAA9-7BB6-A080-A13B-E56E40130B86}"/>
              </a:ext>
            </a:extLst>
          </p:cNvPr>
          <p:cNvSpPr txBox="1"/>
          <p:nvPr/>
        </p:nvSpPr>
        <p:spPr>
          <a:xfrm>
            <a:off x="535084" y="13356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vectores se suman o restan las coordenadas de los 2 vectores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219A237C-E265-3543-1D02-0C1D1914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D4711B7-80B0-A0AC-585B-3EE54173E15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70D64E0A-B2D1-FD28-1BBE-A36759CFB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14706267-1728-77E0-E48B-72EBAEAB0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F6E19F11-8F6D-A47E-6399-C94F9ABF2F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A55CAFC6-4C3B-DA7B-5811-1C013439567E}"/>
              </a:ext>
            </a:extLst>
          </p:cNvPr>
          <p:cNvSpPr txBox="1"/>
          <p:nvPr/>
        </p:nvSpPr>
        <p:spPr>
          <a:xfrm>
            <a:off x="535001" y="907872"/>
            <a:ext cx="583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SUMA Y RESTA DE VECTORES: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!Marco 10">
            <a:extLst>
              <a:ext uri="{FF2B5EF4-FFF2-40B4-BE49-F238E27FC236}">
                <a16:creationId xmlns:a16="http://schemas.microsoft.com/office/drawing/2014/main" id="{AA49656B-4655-6A49-23D1-6D0779DEB7B4}"/>
              </a:ext>
            </a:extLst>
          </p:cNvPr>
          <p:cNvSpPr/>
          <p:nvPr/>
        </p:nvSpPr>
        <p:spPr>
          <a:xfrm>
            <a:off x="535001" y="2655448"/>
            <a:ext cx="11121832" cy="43406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9D63FB75-A124-D654-04DF-3C14BBBFCFB8}"/>
              </a:ext>
            </a:extLst>
          </p:cNvPr>
          <p:cNvSpPr txBox="1"/>
          <p:nvPr/>
        </p:nvSpPr>
        <p:spPr>
          <a:xfrm>
            <a:off x="535001" y="266273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También se puede hacer gráficamente de la siguiente forma: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8E0160F-7159-7908-D67B-615F7952666C}"/>
              </a:ext>
            </a:extLst>
          </p:cNvPr>
          <p:cNvCxnSpPr>
            <a:cxnSpLocks/>
          </p:cNvCxnSpPr>
          <p:nvPr/>
        </p:nvCxnSpPr>
        <p:spPr>
          <a:xfrm flipV="1">
            <a:off x="7386022" y="4420520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ECE3D5E-8CAD-25DF-972E-211DA07A2D42}"/>
              </a:ext>
            </a:extLst>
          </p:cNvPr>
          <p:cNvCxnSpPr>
            <a:cxnSpLocks/>
          </p:cNvCxnSpPr>
          <p:nvPr/>
        </p:nvCxnSpPr>
        <p:spPr>
          <a:xfrm flipH="1" flipV="1">
            <a:off x="7906168" y="3464759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96C0E54-6187-AF1D-2C3C-B715421A06B9}"/>
              </a:ext>
            </a:extLst>
          </p:cNvPr>
          <p:cNvCxnSpPr>
            <a:cxnSpLocks/>
          </p:cNvCxnSpPr>
          <p:nvPr/>
        </p:nvCxnSpPr>
        <p:spPr>
          <a:xfrm flipV="1">
            <a:off x="7393328" y="3464759"/>
            <a:ext cx="512677" cy="28348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7AF2C458-0497-9C59-5052-4E4FDEE204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148" y="4517763"/>
            <a:ext cx="1091279" cy="37188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1DAD52D-62BA-D23B-BA2E-CE99A6E33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3263" y="3607454"/>
            <a:ext cx="670618" cy="36579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29F34AC-2199-1F7F-E8BC-683D01E12C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7045" y="1975680"/>
            <a:ext cx="2042337" cy="46333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A6C1826-1EA2-7111-5B66-5294EE419A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4553" y="1969044"/>
            <a:ext cx="3511600" cy="530398"/>
          </a:xfrm>
          <a:prstGeom prst="rect">
            <a:avLst/>
          </a:prstGeom>
        </p:spPr>
      </p:pic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7D2B280-0E43-4FF2-5D20-C29620ED7F9A}"/>
              </a:ext>
            </a:extLst>
          </p:cNvPr>
          <p:cNvCxnSpPr>
            <a:cxnSpLocks/>
          </p:cNvCxnSpPr>
          <p:nvPr/>
        </p:nvCxnSpPr>
        <p:spPr>
          <a:xfrm flipV="1">
            <a:off x="1191673" y="3578223"/>
            <a:ext cx="2017761" cy="18790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CD14758-B388-E87A-4A12-E66504FB17F1}"/>
              </a:ext>
            </a:extLst>
          </p:cNvPr>
          <p:cNvCxnSpPr>
            <a:cxnSpLocks/>
          </p:cNvCxnSpPr>
          <p:nvPr/>
        </p:nvCxnSpPr>
        <p:spPr>
          <a:xfrm>
            <a:off x="3194696" y="3578223"/>
            <a:ext cx="1488429" cy="963944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9C301D9-49CC-C86D-2DFE-F577F5489D37}"/>
              </a:ext>
            </a:extLst>
          </p:cNvPr>
          <p:cNvCxnSpPr/>
          <p:nvPr/>
        </p:nvCxnSpPr>
        <p:spPr>
          <a:xfrm flipV="1">
            <a:off x="1191673" y="4542167"/>
            <a:ext cx="3491452" cy="91513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2DD737DF-5C87-D895-4A83-763BCBB67F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4059" y="4195998"/>
            <a:ext cx="536494" cy="365792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A814226-A388-3723-02EF-1E8F648A0A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84834" y="3618539"/>
            <a:ext cx="469433" cy="371888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542D6F5F-380E-9220-CF7E-0A02115B68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24533" y="5085416"/>
            <a:ext cx="1091279" cy="371888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DBB7605-C52B-5D58-54CB-F0347787B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9385" y="4902520"/>
            <a:ext cx="536494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4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255</Words>
  <Application>Microsoft Office PowerPoint</Application>
  <PresentationFormat>Panorámica</PresentationFormat>
  <Paragraphs>32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84</cp:revision>
  <dcterms:created xsi:type="dcterms:W3CDTF">2024-08-18T18:48:07Z</dcterms:created>
  <dcterms:modified xsi:type="dcterms:W3CDTF">2024-10-24T22:28:36Z</dcterms:modified>
</cp:coreProperties>
</file>
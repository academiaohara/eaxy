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61E3F"/>
    <a:srgbClr val="960119"/>
    <a:srgbClr val="FE8A9D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26/10/2024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83757200"/>
                  </p:ext>
                </p:extLst>
              </p:nvPr>
            </p:nvGraphicFramePr>
            <p:xfrm>
              <a:off x="545068" y="3657865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657865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39" y="3617047"/>
            <a:ext cx="797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INDEPENDIENTES</a:t>
            </a:r>
          </a:p>
        </p:txBody>
      </p:sp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8059563"/>
                  </p:ext>
                </p:extLst>
              </p:nvPr>
            </p:nvGraphicFramePr>
            <p:xfrm>
              <a:off x="545068" y="302814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28145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6274745"/>
                  </p:ext>
                </p:extLst>
              </p:nvPr>
            </p:nvGraphicFramePr>
            <p:xfrm>
              <a:off x="545068" y="239355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2393552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61140" y="234786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SIMPLES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82454"/>
            <a:ext cx="823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PROBABILIDAD DE EVENTOS COMPUESTOS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0C8091-5F22-A7B0-0D2E-5FB4D0F1FD8B}"/>
              </a:ext>
            </a:extLst>
          </p:cNvPr>
          <p:cNvSpPr txBox="1"/>
          <p:nvPr/>
        </p:nvSpPr>
        <p:spPr>
          <a:xfrm>
            <a:off x="861140" y="426287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COMPOSICIÓN DE EVENTOS DEPENDIENTES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E74DB84-0F81-6104-3D95-C720BAEACC4B}"/>
              </a:ext>
            </a:extLst>
          </p:cNvPr>
          <p:cNvSpPr/>
          <p:nvPr/>
        </p:nvSpPr>
        <p:spPr>
          <a:xfrm>
            <a:off x="7336286" y="4662201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9129728"/>
                  </p:ext>
                </p:extLst>
              </p:nvPr>
            </p:nvGraphicFramePr>
            <p:xfrm>
              <a:off x="545068" y="430481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82AD831F-9CD6-19D7-6BC7-8869FB3066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304812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0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22" grpId="1"/>
      <p:bldP spid="7" grpId="0" animBg="1"/>
      <p:bldP spid="16" grpId="0"/>
      <p:bldP spid="1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0" y="33951"/>
            <a:ext cx="114068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Cálculo de Probabilidades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4" name="!Marco 10">
            <a:extLst>
              <a:ext uri="{FF2B5EF4-FFF2-40B4-BE49-F238E27FC236}">
                <a16:creationId xmlns:a16="http://schemas.microsoft.com/office/drawing/2014/main" id="{5780A807-D93E-7BE3-C19A-4F7A69386F24}"/>
              </a:ext>
            </a:extLst>
          </p:cNvPr>
          <p:cNvSpPr/>
          <p:nvPr/>
        </p:nvSpPr>
        <p:spPr>
          <a:xfrm>
            <a:off x="535084" y="1092513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3035EE5-A379-BD03-95F8-297CB5E6A809}"/>
              </a:ext>
            </a:extLst>
          </p:cNvPr>
          <p:cNvSpPr txBox="1"/>
          <p:nvPr/>
        </p:nvSpPr>
        <p:spPr>
          <a:xfrm>
            <a:off x="535084" y="10998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varias experiencias aleatorias son independientes, la probabilidad de</a:t>
            </a:r>
          </a:p>
          <a:p>
            <a:r>
              <a:rPr lang="es-ES" sz="2000" b="1" dirty="0"/>
              <a:t>que ocurra S1 en la primera, S2 en la segunda, etc., es: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CCBFF8F-F3A6-1299-B937-23D25265E4F0}"/>
              </a:ext>
            </a:extLst>
          </p:cNvPr>
          <p:cNvSpPr txBox="1"/>
          <p:nvPr/>
        </p:nvSpPr>
        <p:spPr>
          <a:xfrm>
            <a:off x="535084" y="2581446"/>
            <a:ext cx="9809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La probabilidad de tirar un dado y sacar un 3 en la primera tirada y un número par en la segunda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014031F-34B4-08E4-36EB-72D1E54E7AB8}"/>
                  </a:ext>
                </a:extLst>
              </p:cNvPr>
              <p:cNvSpPr txBox="1"/>
              <p:nvPr/>
            </p:nvSpPr>
            <p:spPr>
              <a:xfrm>
                <a:off x="4428460" y="2058239"/>
                <a:ext cx="37408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014031F-34B4-08E4-36EB-72D1E54E7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460" y="2058239"/>
                <a:ext cx="3740832" cy="307777"/>
              </a:xfrm>
              <a:prstGeom prst="rect">
                <a:avLst/>
              </a:prstGeom>
              <a:blipFill>
                <a:blip r:embed="rId6"/>
                <a:stretch>
                  <a:fillRect l="-814" b="-3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7CB049E-4C33-115C-F081-7C7531358FA8}"/>
                  </a:ext>
                </a:extLst>
              </p:cNvPr>
              <p:cNvSpPr txBox="1"/>
              <p:nvPr/>
            </p:nvSpPr>
            <p:spPr>
              <a:xfrm>
                <a:off x="2109884" y="3619469"/>
                <a:ext cx="195322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7CB049E-4C33-115C-F081-7C7531358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884" y="3619469"/>
                <a:ext cx="1953227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8D408F2-CFBD-3B57-C648-D3CE1B62EC18}"/>
                  </a:ext>
                </a:extLst>
              </p:cNvPr>
              <p:cNvSpPr txBox="1"/>
              <p:nvPr/>
            </p:nvSpPr>
            <p:spPr>
              <a:xfrm>
                <a:off x="2109884" y="4398823"/>
                <a:ext cx="272286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8D408F2-CFBD-3B57-C648-D3CE1B62E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884" y="4398823"/>
                <a:ext cx="2722861" cy="5782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24F7EE8-462E-3E38-A7AE-3ABB66595FEB}"/>
                  </a:ext>
                </a:extLst>
              </p:cNvPr>
              <p:cNvSpPr txBox="1"/>
              <p:nvPr/>
            </p:nvSpPr>
            <p:spPr>
              <a:xfrm>
                <a:off x="5371773" y="4024992"/>
                <a:ext cx="459805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𝑃𝑎𝑟</m:t>
                          </m:r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24F7EE8-462E-3E38-A7AE-3ABB66595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773" y="4024992"/>
                <a:ext cx="4598054" cy="5782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errar llave 19">
            <a:extLst>
              <a:ext uri="{FF2B5EF4-FFF2-40B4-BE49-F238E27FC236}">
                <a16:creationId xmlns:a16="http://schemas.microsoft.com/office/drawing/2014/main" id="{A5E2909A-5B5D-4A59-A132-AD1C3592FC9E}"/>
              </a:ext>
            </a:extLst>
          </p:cNvPr>
          <p:cNvSpPr/>
          <p:nvPr/>
        </p:nvSpPr>
        <p:spPr>
          <a:xfrm>
            <a:off x="5095191" y="3660974"/>
            <a:ext cx="149909" cy="1378343"/>
          </a:xfrm>
          <a:prstGeom prst="rightBrace">
            <a:avLst>
              <a:gd name="adj1" fmla="val 57092"/>
              <a:gd name="adj2" fmla="val 50000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10" grpId="0"/>
      <p:bldP spid="15" grpId="0"/>
      <p:bldP spid="18" grpId="0"/>
      <p:bldP spid="19" grpId="0"/>
      <p:bldP spid="20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117</Words>
  <Application>Microsoft Office PowerPoint</Application>
  <PresentationFormat>Panorámica</PresentationFormat>
  <Paragraphs>14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87</cp:revision>
  <dcterms:created xsi:type="dcterms:W3CDTF">2024-08-18T18:48:07Z</dcterms:created>
  <dcterms:modified xsi:type="dcterms:W3CDTF">2024-10-26T13:49:56Z</dcterms:modified>
</cp:coreProperties>
</file>
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11" autoAdjust="0"/>
    <p:restoredTop sz="96238" autoAdjust="0"/>
  </p:normalViewPr>
  <p:slideViewPr>
    <p:cSldViewPr snapToGrid="0">
      <p:cViewPr varScale="1">
        <p:scale>
          <a:sx n="70" d="100"/>
          <a:sy n="70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51678047"/>
                  </p:ext>
                </p:extLst>
              </p:nvPr>
            </p:nvGraphicFramePr>
            <p:xfrm>
              <a:off x="545866" y="4294855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66" y="4294855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RAÍCES Y RADICALES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PROPIEDADES DE LAS RAÍCES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703566"/>
                  </p:ext>
                </p:extLst>
              </p:nvPr>
            </p:nvGraphicFramePr>
            <p:xfrm>
              <a:off x="550512" y="3027582"/>
              <a:ext cx="331909" cy="42674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31909" cy="426741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512" y="3027582"/>
                <a:ext cx="331909" cy="426741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5611105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0010619"/>
                  </p:ext>
                </p:extLst>
              </p:nvPr>
            </p:nvGraphicFramePr>
            <p:xfrm>
              <a:off x="546547" y="3665922"/>
              <a:ext cx="331911" cy="42674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31911" cy="426741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6547" y="3665922"/>
                <a:ext cx="331911" cy="426741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IRRACIONALES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REALES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3" grpId="1"/>
      <p:bldP spid="7" grpId="0" animBg="1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72088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el radicando está en forma de potencia, o puede ponerse así,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 posible que</a:t>
            </a:r>
          </a:p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el radical pueda simplificarse</a:t>
            </a:r>
            <a:r>
              <a:rPr lang="es-ES" sz="2000" b="1" dirty="0"/>
              <a:t>. Para ello, conviene expresarlo en forma de potencia.</a:t>
            </a:r>
            <a:endParaRPr lang="es-ES" sz="2400" b="1" dirty="0"/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/>
              <p:nvPr/>
            </p:nvSpPr>
            <p:spPr>
              <a:xfrm>
                <a:off x="260509" y="1892221"/>
                <a:ext cx="3442273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9" y="1892221"/>
                <a:ext cx="3442273" cy="6572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572A15A-720F-CF60-AA0C-885FCF348FB2}"/>
                  </a:ext>
                </a:extLst>
              </p:cNvPr>
              <p:cNvSpPr txBox="1"/>
              <p:nvPr/>
            </p:nvSpPr>
            <p:spPr>
              <a:xfrm>
                <a:off x="6870825" y="1917712"/>
                <a:ext cx="4959066" cy="637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g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𝟔𝟒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ra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572A15A-720F-CF60-AA0C-885FCF348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825" y="1917712"/>
                <a:ext cx="4959066" cy="637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DB634D2-1AD9-C949-BF97-4F0A8C84D4A7}"/>
                  </a:ext>
                </a:extLst>
              </p:cNvPr>
              <p:cNvSpPr txBox="1"/>
              <p:nvPr/>
            </p:nvSpPr>
            <p:spPr>
              <a:xfrm>
                <a:off x="3881428" y="1912650"/>
                <a:ext cx="2810750" cy="63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DB634D2-1AD9-C949-BF97-4F0A8C84D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28" y="1912650"/>
                <a:ext cx="2810750" cy="6392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!Marco 10">
            <a:extLst>
              <a:ext uri="{FF2B5EF4-FFF2-40B4-BE49-F238E27FC236}">
                <a16:creationId xmlns:a16="http://schemas.microsoft.com/office/drawing/2014/main" id="{5E0719C5-3FB0-3814-D6BD-B1F0E1517C16}"/>
              </a:ext>
            </a:extLst>
          </p:cNvPr>
          <p:cNvSpPr/>
          <p:nvPr/>
        </p:nvSpPr>
        <p:spPr>
          <a:xfrm>
            <a:off x="535084" y="2773116"/>
            <a:ext cx="11121832" cy="72088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!CuadroTexto 1">
            <a:extLst>
              <a:ext uri="{FF2B5EF4-FFF2-40B4-BE49-F238E27FC236}">
                <a16:creationId xmlns:a16="http://schemas.microsoft.com/office/drawing/2014/main" id="{305107CF-479C-F992-AE91-0608147B2CB5}"/>
              </a:ext>
            </a:extLst>
          </p:cNvPr>
          <p:cNvSpPr txBox="1"/>
          <p:nvPr/>
        </p:nvSpPr>
        <p:spPr>
          <a:xfrm>
            <a:off x="535084" y="278040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los factores que forman el radical tienen un exponente de igual o mayor grado que la raíz se puede sacar fuera de la raíz.</a:t>
            </a:r>
            <a:endParaRPr lang="es-E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0AC862-4726-0814-A256-150E9A118187}"/>
                  </a:ext>
                </a:extLst>
              </p:cNvPr>
              <p:cNvSpPr txBox="1"/>
              <p:nvPr/>
            </p:nvSpPr>
            <p:spPr>
              <a:xfrm>
                <a:off x="3464004" y="3638280"/>
                <a:ext cx="5263991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0AC862-4726-0814-A256-150E9A118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004" y="3638280"/>
                <a:ext cx="5263991" cy="5575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BCB68F92-9093-FE78-1834-0D476A286163}"/>
                  </a:ext>
                </a:extLst>
              </p:cNvPr>
              <p:cNvSpPr txBox="1"/>
              <p:nvPr/>
            </p:nvSpPr>
            <p:spPr>
              <a:xfrm>
                <a:off x="878699" y="4340153"/>
                <a:ext cx="10434600" cy="636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𝟕𝟐𝟎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BCB68F92-9093-FE78-1834-0D476A286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99" y="4340153"/>
                <a:ext cx="10434600" cy="6365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4" grpId="0"/>
      <p:bldP spid="10" grpId="0"/>
      <p:bldP spid="16" grpId="0"/>
      <p:bldP spid="36" grpId="0" animBg="1"/>
      <p:bldP spid="37" grpId="0"/>
      <p:bldP spid="41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2689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Producto de radicales:</a:t>
            </a:r>
            <a:endParaRPr lang="es-ES" sz="2400" b="1" dirty="0"/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/>
              <p:nvPr/>
            </p:nvSpPr>
            <p:spPr>
              <a:xfrm>
                <a:off x="535084" y="1638577"/>
                <a:ext cx="3442273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638577"/>
                <a:ext cx="3442273" cy="505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DB634D2-1AD9-C949-BF97-4F0A8C84D4A7}"/>
                  </a:ext>
                </a:extLst>
              </p:cNvPr>
              <p:cNvSpPr txBox="1"/>
              <p:nvPr/>
            </p:nvSpPr>
            <p:spPr>
              <a:xfrm>
                <a:off x="4155921" y="1612384"/>
                <a:ext cx="7500996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ctrlP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DB634D2-1AD9-C949-BF97-4F0A8C84D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921" y="1612384"/>
                <a:ext cx="7500996" cy="5575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!Marco 10">
            <a:extLst>
              <a:ext uri="{FF2B5EF4-FFF2-40B4-BE49-F238E27FC236}">
                <a16:creationId xmlns:a16="http://schemas.microsoft.com/office/drawing/2014/main" id="{5E0719C5-3FB0-3814-D6BD-B1F0E1517C16}"/>
              </a:ext>
            </a:extLst>
          </p:cNvPr>
          <p:cNvSpPr/>
          <p:nvPr/>
        </p:nvSpPr>
        <p:spPr>
          <a:xfrm>
            <a:off x="535084" y="2404624"/>
            <a:ext cx="11121832" cy="40739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!CuadroTexto 1">
            <a:extLst>
              <a:ext uri="{FF2B5EF4-FFF2-40B4-BE49-F238E27FC236}">
                <a16:creationId xmlns:a16="http://schemas.microsoft.com/office/drawing/2014/main" id="{305107CF-479C-F992-AE91-0608147B2CB5}"/>
              </a:ext>
            </a:extLst>
          </p:cNvPr>
          <p:cNvSpPr txBox="1"/>
          <p:nvPr/>
        </p:nvSpPr>
        <p:spPr>
          <a:xfrm>
            <a:off x="535084" y="241191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Potencia de un radical:</a:t>
            </a:r>
            <a:endParaRPr lang="es-E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0AC862-4726-0814-A256-150E9A118187}"/>
                  </a:ext>
                </a:extLst>
              </p:cNvPr>
              <p:cNvSpPr txBox="1"/>
              <p:nvPr/>
            </p:nvSpPr>
            <p:spPr>
              <a:xfrm>
                <a:off x="3464004" y="2932132"/>
                <a:ext cx="5263991" cy="73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s-E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s-E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E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s-E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</m:num>
                            <m:den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0AC862-4726-0814-A256-150E9A118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004" y="2932132"/>
                <a:ext cx="5263991" cy="7377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!Marco 10">
            <a:extLst>
              <a:ext uri="{FF2B5EF4-FFF2-40B4-BE49-F238E27FC236}">
                <a16:creationId xmlns:a16="http://schemas.microsoft.com/office/drawing/2014/main" id="{234E993B-05B0-937B-358D-8A7590F08EF1}"/>
              </a:ext>
            </a:extLst>
          </p:cNvPr>
          <p:cNvSpPr/>
          <p:nvPr/>
        </p:nvSpPr>
        <p:spPr>
          <a:xfrm>
            <a:off x="535084" y="3794803"/>
            <a:ext cx="11121832" cy="40739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A1233DA9-EA42-203A-8EA3-1A9FC20B76D5}"/>
              </a:ext>
            </a:extLst>
          </p:cNvPr>
          <p:cNvSpPr txBox="1"/>
          <p:nvPr/>
        </p:nvSpPr>
        <p:spPr>
          <a:xfrm>
            <a:off x="535084" y="380208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Raíz de un radical:</a:t>
            </a:r>
            <a:endParaRPr lang="es-E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D81FEC6-0912-569B-46BE-1C4473F8BA5B}"/>
                  </a:ext>
                </a:extLst>
              </p:cNvPr>
              <p:cNvSpPr txBox="1"/>
              <p:nvPr/>
            </p:nvSpPr>
            <p:spPr>
              <a:xfrm>
                <a:off x="3791552" y="4327104"/>
                <a:ext cx="1885918" cy="84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ad>
                            <m:radPr>
                              <m:degHide m:val="on"/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g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D81FEC6-0912-569B-46BE-1C4473F8B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552" y="4327104"/>
                <a:ext cx="1885918" cy="8438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14CA6124-F61F-3776-E841-45028A877153}"/>
                  </a:ext>
                </a:extLst>
              </p:cNvPr>
              <p:cNvSpPr txBox="1"/>
              <p:nvPr/>
            </p:nvSpPr>
            <p:spPr>
              <a:xfrm>
                <a:off x="6095999" y="4327103"/>
                <a:ext cx="2527362" cy="84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ad>
                            <m:rad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g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</m:rad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g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14CA6124-F61F-3776-E841-45028A877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327103"/>
                <a:ext cx="2527362" cy="8438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539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4" grpId="0"/>
      <p:bldP spid="16" grpId="0"/>
      <p:bldP spid="36" grpId="0" animBg="1"/>
      <p:bldP spid="37" grpId="0"/>
      <p:bldP spid="41" grpId="0"/>
      <p:bldP spid="11" grpId="0" animBg="1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2689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Suma y resta de radicales:</a:t>
            </a:r>
            <a:endParaRPr lang="es-ES" sz="2400" b="1" dirty="0"/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/>
              <p:nvPr/>
            </p:nvSpPr>
            <p:spPr>
              <a:xfrm>
                <a:off x="2077280" y="1721450"/>
                <a:ext cx="3442273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280" y="1721450"/>
                <a:ext cx="3442273" cy="505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9F86D99-E787-3815-DE96-865AEA604536}"/>
                  </a:ext>
                </a:extLst>
              </p:cNvPr>
              <p:cNvSpPr txBox="1"/>
              <p:nvPr/>
            </p:nvSpPr>
            <p:spPr>
              <a:xfrm>
                <a:off x="6672447" y="1721450"/>
                <a:ext cx="3442273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s-ES" sz="2400" b="1" i="1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9F86D99-E787-3815-DE96-865AEA604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447" y="1721450"/>
                <a:ext cx="3442273" cy="505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!Marco 10">
            <a:extLst>
              <a:ext uri="{FF2B5EF4-FFF2-40B4-BE49-F238E27FC236}">
                <a16:creationId xmlns:a16="http://schemas.microsoft.com/office/drawing/2014/main" id="{8DF412D1-48CC-FD94-0D65-0E227086AEF8}"/>
              </a:ext>
            </a:extLst>
          </p:cNvPr>
          <p:cNvSpPr/>
          <p:nvPr/>
        </p:nvSpPr>
        <p:spPr>
          <a:xfrm>
            <a:off x="535084" y="2503920"/>
            <a:ext cx="11121832" cy="42689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!CuadroTexto 1">
            <a:extLst>
              <a:ext uri="{FF2B5EF4-FFF2-40B4-BE49-F238E27FC236}">
                <a16:creationId xmlns:a16="http://schemas.microsoft.com/office/drawing/2014/main" id="{A3EA2594-237B-2626-3001-EBEE6E8174C1}"/>
              </a:ext>
            </a:extLst>
          </p:cNvPr>
          <p:cNvSpPr txBox="1"/>
          <p:nvPr/>
        </p:nvSpPr>
        <p:spPr>
          <a:xfrm>
            <a:off x="535084" y="251120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Eliminación de radical en el denominador:</a:t>
            </a:r>
            <a:endParaRPr lang="es-E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0C95905-B362-44BB-F9E1-9E988482D234}"/>
                  </a:ext>
                </a:extLst>
              </p:cNvPr>
              <p:cNvSpPr txBox="1"/>
              <p:nvPr/>
            </p:nvSpPr>
            <p:spPr>
              <a:xfrm>
                <a:off x="4374863" y="3165925"/>
                <a:ext cx="3442273" cy="93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0C95905-B362-44BB-F9E1-9E988482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863" y="3165925"/>
                <a:ext cx="3442273" cy="9396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33A1A93-DBF3-0C22-8B75-B613B4DAFA39}"/>
                  </a:ext>
                </a:extLst>
              </p:cNvPr>
              <p:cNvSpPr txBox="1"/>
              <p:nvPr/>
            </p:nvSpPr>
            <p:spPr>
              <a:xfrm>
                <a:off x="4374862" y="4340647"/>
                <a:ext cx="3442273" cy="962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g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g>
                            <m:e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ad>
                            <m:rad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  <m:sup>
                                  <m: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  <m:sup>
                                  <m: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33A1A93-DBF3-0C22-8B75-B613B4DAF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862" y="4340647"/>
                <a:ext cx="3442273" cy="962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867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4" grpId="0"/>
      <p:bldP spid="10" grpId="0"/>
      <p:bldP spid="15" grpId="0" animBg="1"/>
      <p:bldP spid="17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241</Words>
  <Application>Microsoft Office PowerPoint</Application>
  <PresentationFormat>Panorámica</PresentationFormat>
  <Paragraphs>31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76</cp:revision>
  <dcterms:created xsi:type="dcterms:W3CDTF">2024-08-18T18:48:07Z</dcterms:created>
  <dcterms:modified xsi:type="dcterms:W3CDTF">2024-10-17T17:15:09Z</dcterms:modified>
</cp:coreProperties>
</file>
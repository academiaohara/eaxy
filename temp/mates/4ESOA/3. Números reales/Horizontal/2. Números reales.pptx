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86" autoAdjust="0"/>
    <p:restoredTop sz="96238" autoAdjust="0"/>
  </p:normalViewPr>
  <p:slideViewPr>
    <p:cSldViewPr snapToGrid="0">
      <p:cViewPr>
        <p:scale>
          <a:sx n="66" d="100"/>
          <a:sy n="66" d="100"/>
        </p:scale>
        <p:origin x="37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84278096"/>
                  </p:ext>
                </p:extLst>
              </p:nvPr>
            </p:nvGraphicFramePr>
            <p:xfrm>
              <a:off x="545068" y="3033934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3033934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RAÍCES Y RADICALES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61140" y="42516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PROPIEDADES DE LAS RAÍCES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3105057"/>
                  </p:ext>
                </p:extLst>
              </p:nvPr>
            </p:nvGraphicFramePr>
            <p:xfrm>
              <a:off x="545068" y="366273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662738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5611105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3197711"/>
                  </p:ext>
                </p:extLst>
              </p:nvPr>
            </p:nvGraphicFramePr>
            <p:xfrm>
              <a:off x="545068" y="4297330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297330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IRRACIONALES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REALES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3" grpId="0"/>
      <p:bldP spid="7" grpId="0" animBg="1"/>
      <p:bldP spid="16" grpId="0"/>
      <p:bldP spid="17" grpId="0"/>
      <p:bldP spid="1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conjunto formado por los números racionales y los irracionales se llama conjunto</a:t>
            </a:r>
          </a:p>
          <a:p>
            <a:r>
              <a:rPr lang="es-ES" sz="2000" b="1" dirty="0"/>
              <a:t>de números reales y se designa por </a:t>
            </a:r>
            <a:r>
              <a:rPr lang="es-E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s-ES" sz="2000" b="1" dirty="0"/>
              <a:t>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3475B167-AC56-57D7-AF94-20102E0AC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53671" y="2073622"/>
            <a:ext cx="9484658" cy="3563556"/>
          </a:xfrm>
          <a:custGeom>
            <a:avLst/>
            <a:gdLst>
              <a:gd name="connsiteX0" fmla="*/ 0 w 9484658"/>
              <a:gd name="connsiteY0" fmla="*/ 0 h 3563556"/>
              <a:gd name="connsiteX1" fmla="*/ 3000615 w 9484658"/>
              <a:gd name="connsiteY1" fmla="*/ 0 h 3563556"/>
              <a:gd name="connsiteX2" fmla="*/ 3000615 w 9484658"/>
              <a:gd name="connsiteY2" fmla="*/ 2658035 h 3563556"/>
              <a:gd name="connsiteX3" fmla="*/ 9484658 w 9484658"/>
              <a:gd name="connsiteY3" fmla="*/ 2658035 h 3563556"/>
              <a:gd name="connsiteX4" fmla="*/ 9484658 w 9484658"/>
              <a:gd name="connsiteY4" fmla="*/ 3563556 h 3563556"/>
              <a:gd name="connsiteX5" fmla="*/ 0 w 9484658"/>
              <a:gd name="connsiteY5" fmla="*/ 3563556 h 3563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84658" h="3563556">
                <a:moveTo>
                  <a:pt x="0" y="0"/>
                </a:moveTo>
                <a:lnTo>
                  <a:pt x="3000615" y="0"/>
                </a:lnTo>
                <a:lnTo>
                  <a:pt x="3000615" y="2658035"/>
                </a:lnTo>
                <a:lnTo>
                  <a:pt x="9484658" y="2658035"/>
                </a:lnTo>
                <a:lnTo>
                  <a:pt x="9484658" y="3563556"/>
                </a:lnTo>
                <a:lnTo>
                  <a:pt x="0" y="3563556"/>
                </a:lnTo>
                <a:close/>
              </a:path>
            </a:pathLst>
          </a:cu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11D9E9A5-4FB1-6666-3322-5D47109BC3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53671" y="2073622"/>
            <a:ext cx="9484658" cy="3563556"/>
          </a:xfrm>
          <a:custGeom>
            <a:avLst/>
            <a:gdLst>
              <a:gd name="connsiteX0" fmla="*/ 0 w 9484658"/>
              <a:gd name="connsiteY0" fmla="*/ 0 h 3563556"/>
              <a:gd name="connsiteX1" fmla="*/ 4626215 w 9484658"/>
              <a:gd name="connsiteY1" fmla="*/ 0 h 3563556"/>
              <a:gd name="connsiteX2" fmla="*/ 4626215 w 9484658"/>
              <a:gd name="connsiteY2" fmla="*/ 1787178 h 3563556"/>
              <a:gd name="connsiteX3" fmla="*/ 9484658 w 9484658"/>
              <a:gd name="connsiteY3" fmla="*/ 1787178 h 3563556"/>
              <a:gd name="connsiteX4" fmla="*/ 9484658 w 9484658"/>
              <a:gd name="connsiteY4" fmla="*/ 3563556 h 3563556"/>
              <a:gd name="connsiteX5" fmla="*/ 0 w 9484658"/>
              <a:gd name="connsiteY5" fmla="*/ 3563556 h 3563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84658" h="3563556">
                <a:moveTo>
                  <a:pt x="0" y="0"/>
                </a:moveTo>
                <a:lnTo>
                  <a:pt x="4626215" y="0"/>
                </a:lnTo>
                <a:lnTo>
                  <a:pt x="4626215" y="1787178"/>
                </a:lnTo>
                <a:lnTo>
                  <a:pt x="9484658" y="1787178"/>
                </a:lnTo>
                <a:lnTo>
                  <a:pt x="9484658" y="3563556"/>
                </a:lnTo>
                <a:lnTo>
                  <a:pt x="0" y="3563556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D15CD5EC-E23F-D29D-695C-41111E847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671" y="2073622"/>
            <a:ext cx="9484658" cy="356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43</Words>
  <Application>Microsoft Office PowerPoint</Application>
  <PresentationFormat>Panorámica</PresentationFormat>
  <Paragraphs>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Cambria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69</cp:revision>
  <dcterms:created xsi:type="dcterms:W3CDTF">2024-08-18T18:48:07Z</dcterms:created>
  <dcterms:modified xsi:type="dcterms:W3CDTF">2024-10-17T11:48:07Z</dcterms:modified>
</cp:coreProperties>
</file>
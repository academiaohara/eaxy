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E95D9"/>
    <a:srgbClr val="960119"/>
    <a:srgbClr val="FE8A9D"/>
    <a:srgbClr val="156082"/>
    <a:srgbClr val="EF4246"/>
    <a:srgbClr val="5759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186" autoAdjust="0"/>
    <p:restoredTop sz="96238" autoAdjust="0"/>
  </p:normalViewPr>
  <p:slideViewPr>
    <p:cSldViewPr snapToGrid="0">
      <p:cViewPr varScale="1">
        <p:scale>
          <a:sx n="107" d="100"/>
          <a:sy n="107" d="100"/>
        </p:scale>
        <p:origin x="71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22/10/2024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22/10/2024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22/10/2024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22/10/2024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22/10/2024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22/10/2024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22/10/2024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22/10/2024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22/10/2024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22/10/2024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22/10/2024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22/10/2024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microsoft.com/office/2017/06/relationships/model3d" Target="../media/model3d1.glb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microsoft.com/office/2017/06/relationships/model3d" Target="../media/model3d2.glb"/><Relationship Id="rId10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" Type="http://schemas.openxmlformats.org/officeDocument/2006/relationships/image" Target="../media/image4.png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7.png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4" Type="http://schemas.openxmlformats.org/officeDocument/2006/relationships/image" Target="../media/image6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rupo 114">
            <a:extLst>
              <a:ext uri="{FF2B5EF4-FFF2-40B4-BE49-F238E27FC236}">
                <a16:creationId xmlns:a16="http://schemas.microsoft.com/office/drawing/2014/main" id="{1875D95A-20E1-D947-93B2-04321193314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601" y="0"/>
            <a:ext cx="12184798" cy="6858000"/>
            <a:chOff x="3601" y="0"/>
            <a:chExt cx="12184798" cy="6858000"/>
          </a:xfrm>
        </p:grpSpPr>
        <p:pic>
          <p:nvPicPr>
            <p:cNvPr id="113" name="Imagen 112">
              <a:extLst>
                <a:ext uri="{FF2B5EF4-FFF2-40B4-BE49-F238E27FC236}">
                  <a16:creationId xmlns:a16="http://schemas.microsoft.com/office/drawing/2014/main" id="{3A8A379F-D036-778F-3C84-2E90E578B92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01" y="0"/>
              <a:ext cx="7970217" cy="6858000"/>
            </a:xfrm>
            <a:prstGeom prst="rect">
              <a:avLst/>
            </a:prstGeom>
          </p:spPr>
        </p:pic>
        <p:pic>
          <p:nvPicPr>
            <p:cNvPr id="114" name="Imagen 113">
              <a:extLst>
                <a:ext uri="{FF2B5EF4-FFF2-40B4-BE49-F238E27FC236}">
                  <a16:creationId xmlns:a16="http://schemas.microsoft.com/office/drawing/2014/main" id="{1DC43CFD-784F-B694-E8A0-D05C052D07E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 rotWithShape="1">
            <a:blip r:embed="rId2"/>
            <a:srcRect l="35501" r="5319"/>
            <a:stretch/>
          </p:blipFill>
          <p:spPr>
            <a:xfrm>
              <a:off x="7471606" y="0"/>
              <a:ext cx="4716793" cy="6858000"/>
            </a:xfrm>
            <a:prstGeom prst="rect">
              <a:avLst/>
            </a:prstGeom>
          </p:spPr>
        </p:pic>
      </p:grp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32063" y="574828"/>
            <a:ext cx="9116737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5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7:</a:t>
            </a:r>
          </a:p>
          <a:p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Sistemas De Ecuaciones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8" name="Modelo 3D 7" descr="Pirámide roja tetragonal">
                <a:extLst>
                  <a:ext uri="{FF2B5EF4-FFF2-40B4-BE49-F238E27FC236}">
                    <a16:creationId xmlns:a16="http://schemas.microsoft.com/office/drawing/2014/main" id="{BDC228AA-8F5F-FD3D-FFFA-2FF684901F06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406286126"/>
                  </p:ext>
                </p:extLst>
              </p:nvPr>
            </p:nvGraphicFramePr>
            <p:xfrm>
              <a:off x="545068" y="4303420"/>
              <a:ext cx="342000" cy="432000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342000" cy="432000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600781" ay="-304177" az="-53636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581029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8" name="Modelo 3D 7" descr="Pirámide roja tetragonal">
                <a:extLst>
                  <a:ext uri="{FF2B5EF4-FFF2-40B4-BE49-F238E27FC236}">
                    <a16:creationId xmlns:a16="http://schemas.microsoft.com/office/drawing/2014/main" id="{BDC228AA-8F5F-FD3D-FFFA-2FF684901F0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5068" y="4303420"/>
                <a:ext cx="342000" cy="4320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CuadroTexto 21">
            <a:extLst>
              <a:ext uri="{FF2B5EF4-FFF2-40B4-BE49-F238E27FC236}">
                <a16:creationId xmlns:a16="http://schemas.microsoft.com/office/drawing/2014/main" id="{54F5365F-030C-6924-C5E3-9C4F1D0E4AB9}"/>
              </a:ext>
            </a:extLst>
          </p:cNvPr>
          <p:cNvSpPr txBox="1"/>
          <p:nvPr/>
        </p:nvSpPr>
        <p:spPr>
          <a:xfrm>
            <a:off x="861140" y="3617047"/>
            <a:ext cx="76292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575960"/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RESOLUCIÓN DE SISTEMA DE ECUACIONES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FDB21E1-C19E-8367-7D5E-D2372B5FC4CA}"/>
              </a:ext>
            </a:extLst>
          </p:cNvPr>
          <p:cNvSpPr txBox="1"/>
          <p:nvPr/>
        </p:nvSpPr>
        <p:spPr>
          <a:xfrm>
            <a:off x="861140" y="4251639"/>
            <a:ext cx="76292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575960"/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SISTEMAS NO LINEALES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" name="Modelo 3D 3" descr="Pirámide gris tetragonal">
                <a:extLst>
                  <a:ext uri="{FF2B5EF4-FFF2-40B4-BE49-F238E27FC236}">
                    <a16:creationId xmlns:a16="http://schemas.microsoft.com/office/drawing/2014/main" id="{281CF13F-6788-410B-4E74-134488BA767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212812522"/>
                  </p:ext>
                </p:extLst>
              </p:nvPr>
            </p:nvGraphicFramePr>
            <p:xfrm>
              <a:off x="545068" y="3662738"/>
              <a:ext cx="342798" cy="431838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342798" cy="431838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57847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" name="Modelo 3D 3" descr="Pirámide gris tetragonal">
                <a:extLst>
                  <a:ext uri="{FF2B5EF4-FFF2-40B4-BE49-F238E27FC236}">
                    <a16:creationId xmlns:a16="http://schemas.microsoft.com/office/drawing/2014/main" id="{281CF13F-6788-410B-4E74-134488BA767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45068" y="3662738"/>
                <a:ext cx="342798" cy="431838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!!1">
            <a:extLst>
              <a:ext uri="{FF2B5EF4-FFF2-40B4-BE49-F238E27FC236}">
                <a16:creationId xmlns:a16="http://schemas.microsoft.com/office/drawing/2014/main" id="{7BC3C1B2-47DF-D395-2549-C1865E2D904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28028" y="466806"/>
            <a:ext cx="3029373" cy="6287377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477F6EEA-3D47-CF72-DBFF-353B69A645FB}"/>
              </a:ext>
            </a:extLst>
          </p:cNvPr>
          <p:cNvSpPr/>
          <p:nvPr/>
        </p:nvSpPr>
        <p:spPr>
          <a:xfrm>
            <a:off x="9772650" y="3196371"/>
            <a:ext cx="438150" cy="8219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9" name="!!2">
            <a:extLst>
              <a:ext uri="{FF2B5EF4-FFF2-40B4-BE49-F238E27FC236}">
                <a16:creationId xmlns:a16="http://schemas.microsoft.com/office/drawing/2014/main" id="{CB3732CC-67F9-3321-B21A-AEBB61ADAB2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28028" y="466806"/>
            <a:ext cx="3029373" cy="6287377"/>
          </a:xfrm>
          <a:prstGeom prst="rect">
            <a:avLst/>
          </a:prstGeom>
        </p:spPr>
      </p:pic>
      <p:pic>
        <p:nvPicPr>
          <p:cNvPr id="10" name="!!3">
            <a:extLst>
              <a:ext uri="{FF2B5EF4-FFF2-40B4-BE49-F238E27FC236}">
                <a16:creationId xmlns:a16="http://schemas.microsoft.com/office/drawing/2014/main" id="{F3EF4A45-382F-1D99-BF65-152A2BA65C4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28028" y="466806"/>
            <a:ext cx="3029373" cy="6287377"/>
          </a:xfrm>
          <a:prstGeom prst="rect">
            <a:avLst/>
          </a:prstGeom>
        </p:spPr>
      </p:pic>
      <p:pic>
        <p:nvPicPr>
          <p:cNvPr id="11" name="!!4">
            <a:extLst>
              <a:ext uri="{FF2B5EF4-FFF2-40B4-BE49-F238E27FC236}">
                <a16:creationId xmlns:a16="http://schemas.microsoft.com/office/drawing/2014/main" id="{D2F4685D-E9D0-B992-D69A-6AD53D90B79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28023" y="466806"/>
            <a:ext cx="3029373" cy="6287377"/>
          </a:xfrm>
          <a:prstGeom prst="rect">
            <a:avLst/>
          </a:prstGeom>
        </p:spPr>
      </p:pic>
      <p:sp>
        <p:nvSpPr>
          <p:cNvPr id="12" name="Elipse 11">
            <a:extLst>
              <a:ext uri="{FF2B5EF4-FFF2-40B4-BE49-F238E27FC236}">
                <a16:creationId xmlns:a16="http://schemas.microsoft.com/office/drawing/2014/main" id="{3D873195-389B-F3F1-3D78-7C9F39F2EAAE}"/>
              </a:ext>
            </a:extLst>
          </p:cNvPr>
          <p:cNvSpPr/>
          <p:nvPr/>
        </p:nvSpPr>
        <p:spPr>
          <a:xfrm>
            <a:off x="7361499" y="2037144"/>
            <a:ext cx="324091" cy="37039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3A48F03A-9935-7607-08EC-E68B03447160}"/>
              </a:ext>
            </a:extLst>
          </p:cNvPr>
          <p:cNvSpPr/>
          <p:nvPr/>
        </p:nvSpPr>
        <p:spPr>
          <a:xfrm>
            <a:off x="7336286" y="4016375"/>
            <a:ext cx="324091" cy="37039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4" name="Modelo 3D 13" descr="Pirámide gris tetragonal">
                <a:extLst>
                  <a:ext uri="{FF2B5EF4-FFF2-40B4-BE49-F238E27FC236}">
                    <a16:creationId xmlns:a16="http://schemas.microsoft.com/office/drawing/2014/main" id="{EA6B823D-072B-0CC2-10E9-B19FC3ADD89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003450151"/>
                  </p:ext>
                </p:extLst>
              </p:nvPr>
            </p:nvGraphicFramePr>
            <p:xfrm>
              <a:off x="548148" y="2391140"/>
              <a:ext cx="342798" cy="431838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342798" cy="431838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57847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4" name="Modelo 3D 13" descr="Pirámide gris tetragonal">
                <a:extLst>
                  <a:ext uri="{FF2B5EF4-FFF2-40B4-BE49-F238E27FC236}">
                    <a16:creationId xmlns:a16="http://schemas.microsoft.com/office/drawing/2014/main" id="{EA6B823D-072B-0CC2-10E9-B19FC3ADD89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48148" y="2391140"/>
                <a:ext cx="342798" cy="43183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5" name="Modelo 3D 14" descr="Pirámide gris tetragonal">
                <a:extLst>
                  <a:ext uri="{FF2B5EF4-FFF2-40B4-BE49-F238E27FC236}">
                    <a16:creationId xmlns:a16="http://schemas.microsoft.com/office/drawing/2014/main" id="{0032D165-EFCA-CFD9-D9D3-FD4CDB66C92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517753415"/>
                  </p:ext>
                </p:extLst>
              </p:nvPr>
            </p:nvGraphicFramePr>
            <p:xfrm>
              <a:off x="545068" y="3026883"/>
              <a:ext cx="342798" cy="431838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342798" cy="431838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57847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5" name="Modelo 3D 14" descr="Pirámide gris tetragonal">
                <a:extLst>
                  <a:ext uri="{FF2B5EF4-FFF2-40B4-BE49-F238E27FC236}">
                    <a16:creationId xmlns:a16="http://schemas.microsoft.com/office/drawing/2014/main" id="{0032D165-EFCA-CFD9-D9D3-FD4CDB66C92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45068" y="3026883"/>
                <a:ext cx="342798" cy="431838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CuadroTexto 15">
            <a:extLst>
              <a:ext uri="{FF2B5EF4-FFF2-40B4-BE49-F238E27FC236}">
                <a16:creationId xmlns:a16="http://schemas.microsoft.com/office/drawing/2014/main" id="{014081C4-D3ED-A383-D535-E7AFCA285ACC}"/>
              </a:ext>
            </a:extLst>
          </p:cNvPr>
          <p:cNvSpPr txBox="1"/>
          <p:nvPr/>
        </p:nvSpPr>
        <p:spPr>
          <a:xfrm>
            <a:off x="861140" y="2347861"/>
            <a:ext cx="76292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575960"/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ECUACIONES LINEALES CON 2 INCÓGNITAS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006771BA-0FC2-03A4-AA75-21D94F9EBDF5}"/>
              </a:ext>
            </a:extLst>
          </p:cNvPr>
          <p:cNvSpPr txBox="1"/>
          <p:nvPr/>
        </p:nvSpPr>
        <p:spPr>
          <a:xfrm>
            <a:off x="861140" y="2982454"/>
            <a:ext cx="76292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575960"/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SISTEMA DE ECUACIONES LINEALES</a:t>
            </a:r>
          </a:p>
        </p:txBody>
      </p:sp>
    </p:spTree>
    <p:extLst>
      <p:ext uri="{BB962C8B-B14F-4D97-AF65-F5344CB8AC3E}">
        <p14:creationId xmlns:p14="http://schemas.microsoft.com/office/powerpoint/2010/main" val="146835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25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750"/>
                            </p:stCondLst>
                            <p:childTnLst>
                              <p:par>
                                <p:cTn id="51" presetID="39" presetClass="emph" presetSubtype="5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sum">
                                        <p:cTn id="52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3d.view.rotation.x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120">
                                          <p:val>
                                            <p:fltVal val="0.0012"/>
                                          </p:val>
                                        </p:tav>
                                        <p:tav tm="2250">
                                          <p:val>
                                            <p:fltVal val="0.0098"/>
                                          </p:val>
                                        </p:tav>
                                        <p:tav tm="3370">
                                          <p:val>
                                            <p:fltVal val="0.033"/>
                                          </p:val>
                                        </p:tav>
                                        <p:tav tm="4490">
                                          <p:val>
                                            <p:fltVal val="0.0789"/>
                                          </p:val>
                                        </p:tav>
                                        <p:tav tm="5620">
                                          <p:val>
                                            <p:fltVal val="0.1548"/>
                                          </p:val>
                                        </p:tav>
                                        <p:tav tm="6740">
                                          <p:val>
                                            <p:fltVal val="0.267"/>
                                          </p:val>
                                        </p:tav>
                                        <p:tav tm="7870">
                                          <p:val>
                                            <p:fltVal val="0.4235"/>
                                          </p:val>
                                        </p:tav>
                                        <p:tav tm="8990">
                                          <p:val>
                                            <p:fltVal val="0.6337"/>
                                          </p:val>
                                        </p:tav>
                                        <p:tav tm="10110">
                                          <p:val>
                                            <p:fltVal val="0.9013"/>
                                          </p:val>
                                        </p:tav>
                                        <p:tav tm="11240">
                                          <p:val>
                                            <p:fltVal val="1.2353"/>
                                          </p:val>
                                        </p:tav>
                                        <p:tav tm="12360">
                                          <p:val>
                                            <p:fltVal val="1.647"/>
                                          </p:val>
                                        </p:tav>
                                        <p:tav tm="13480">
                                          <p:val>
                                            <p:fltVal val="2.0869"/>
                                          </p:val>
                                        </p:tav>
                                        <p:tav tm="14610">
                                          <p:val>
                                            <p:fltVal val="2.4538"/>
                                          </p:val>
                                        </p:tav>
                                        <p:tav tm="15730">
                                          <p:val>
                                            <p:fltVal val="2.7534"/>
                                          </p:val>
                                        </p:tav>
                                        <p:tav tm="16850">
                                          <p:val>
                                            <p:fltVal val="2.9876"/>
                                          </p:val>
                                        </p:tav>
                                        <p:tav tm="17980">
                                          <p:val>
                                            <p:fltVal val="3.1669"/>
                                          </p:val>
                                        </p:tav>
                                        <p:tav tm="19100">
                                          <p:val>
                                            <p:fltVal val="3.2996"/>
                                          </p:val>
                                        </p:tav>
                                        <p:tav tm="20220">
                                          <p:val>
                                            <p:fltVal val="3.3906"/>
                                          </p:val>
                                        </p:tav>
                                        <p:tav tm="21350">
                                          <p:val>
                                            <p:fltVal val="3.4488"/>
                                          </p:val>
                                        </p:tav>
                                        <p:tav tm="22470">
                                          <p:val>
                                            <p:fltVal val="3.4815"/>
                                          </p:val>
                                        </p:tav>
                                        <p:tav tm="23600">
                                          <p:val>
                                            <p:fltVal val="3.4961"/>
                                          </p:val>
                                        </p:tav>
                                        <p:tav tm="24720">
                                          <p:val>
                                            <p:fltVal val="3.4998"/>
                                          </p:val>
                                        </p:tav>
                                        <p:tav tm="25840">
                                          <p:val>
                                            <p:fltVal val="3.0301"/>
                                          </p:val>
                                        </p:tav>
                                        <p:tav tm="26970">
                                          <p:val>
                                            <p:fltVal val="0.9661"/>
                                          </p:val>
                                        </p:tav>
                                        <p:tav tm="28090">
                                          <p:val>
                                            <p:fltVal val="-2.1525"/>
                                          </p:val>
                                        </p:tav>
                                        <p:tav tm="29210">
                                          <p:val>
                                            <p:fltVal val="-6.1215"/>
                                          </p:val>
                                        </p:tav>
                                        <p:tav tm="30340">
                                          <p:val>
                                            <p:fltVal val="-10.8322"/>
                                          </p:val>
                                        </p:tav>
                                        <p:tav tm="31460">
                                          <p:val>
                                            <p:fltVal val="-16.2132"/>
                                          </p:val>
                                        </p:tav>
                                        <p:tav tm="32580">
                                          <p:val>
                                            <p:fltVal val="-22.2128"/>
                                          </p:val>
                                        </p:tav>
                                        <p:tav tm="33710">
                                          <p:val>
                                            <p:fltVal val="-28.7297"/>
                                          </p:val>
                                        </p:tav>
                                        <p:tav tm="34830">
                                          <p:val>
                                            <p:fltVal val="-35.8493"/>
                                          </p:val>
                                        </p:tav>
                                        <p:tav tm="35960">
                                          <p:val>
                                            <p:fltVal val="-43.4888"/>
                                          </p:val>
                                        </p:tav>
                                        <p:tav tm="37080">
                                          <p:val>
                                            <p:fltVal val="-51.6257"/>
                                          </p:val>
                                        </p:tav>
                                        <p:tav tm="38200">
                                          <p:val>
                                            <p:fltVal val="-60.2402"/>
                                          </p:val>
                                        </p:tav>
                                        <p:tav tm="39330">
                                          <p:val>
                                            <p:fltVal val="-69.3155"/>
                                          </p:val>
                                        </p:tav>
                                        <p:tav tm="40450">
                                          <p:val>
                                            <p:fltVal val="-78.8364"/>
                                          </p:val>
                                        </p:tav>
                                        <p:tav tm="41570">
                                          <p:val>
                                            <p:fltVal val="-88.6987"/>
                                          </p:val>
                                        </p:tav>
                                        <p:tav tm="42700">
                                          <p:val>
                                            <p:fltVal val="-99.0679"/>
                                          </p:val>
                                        </p:tav>
                                        <p:tav tm="43820">
                                          <p:val>
                                            <p:fltVal val="-109.8461"/>
                                          </p:val>
                                        </p:tav>
                                        <p:tav tm="44940">
                                          <p:val>
                                            <p:fltVal val="-121.0232"/>
                                          </p:val>
                                        </p:tav>
                                        <p:tav tm="46070">
                                          <p:val>
                                            <p:fltVal val="-132.5899"/>
                                          </p:val>
                                        </p:tav>
                                        <p:tav tm="47190">
                                          <p:val>
                                            <p:fltVal val="-144.5376"/>
                                          </p:val>
                                        </p:tav>
                                        <p:tav tm="48310">
                                          <p:val>
                                            <p:fltVal val="-156.85851"/>
                                          </p:val>
                                        </p:tav>
                                        <p:tav tm="49440">
                                          <p:val>
                                            <p:fltVal val="-169.43021"/>
                                          </p:val>
                                        </p:tav>
                                        <p:tav tm="50560">
                                          <p:val>
                                            <p:fltVal val="-182.34309"/>
                                          </p:val>
                                        </p:tav>
                                        <p:tav tm="51690">
                                          <p:val>
                                            <p:fltVal val="-195.1411"/>
                                          </p:val>
                                        </p:tav>
                                        <p:tav tm="52810">
                                          <p:val>
                                            <p:fltVal val="-207.6945"/>
                                          </p:val>
                                        </p:tav>
                                        <p:tav tm="53930">
                                          <p:val>
                                            <p:fltVal val="-219.77251"/>
                                          </p:val>
                                        </p:tav>
                                        <p:tav tm="55060">
                                          <p:val>
                                            <p:fltVal val="-231.4814"/>
                                          </p:val>
                                        </p:tav>
                                        <p:tav tm="56180">
                                          <p:val>
                                            <p:fltVal val="-242.91341"/>
                                          </p:val>
                                        </p:tav>
                                        <p:tav tm="57300">
                                          <p:val>
                                            <p:fltVal val="-253.8558"/>
                                          </p:val>
                                        </p:tav>
                                        <p:tav tm="58430">
                                          <p:val>
                                            <p:fltVal val="-264.40329"/>
                                          </p:val>
                                        </p:tav>
                                        <p:tav tm="59550">
                                          <p:val>
                                            <p:fltVal val="-274.63501"/>
                                          </p:val>
                                        </p:tav>
                                        <p:tav tm="60670">
                                          <p:val>
                                            <p:fltVal val="-284.35721"/>
                                          </p:val>
                                        </p:tav>
                                        <p:tav tm="61800">
                                          <p:val>
                                            <p:fltVal val="-293.6507"/>
                                          </p:val>
                                        </p:tav>
                                        <p:tav tm="62920">
                                          <p:val>
                                            <p:fltVal val="-302.57959"/>
                                          </p:val>
                                        </p:tav>
                                        <p:tav tm="64040">
                                          <p:val>
                                            <p:fltVal val="-310.96921"/>
                                          </p:val>
                                        </p:tav>
                                        <p:tav tm="65170">
                                          <p:val>
                                            <p:fltVal val="-318.88379"/>
                                          </p:val>
                                        </p:tav>
                                        <p:tav tm="66290">
                                          <p:val>
                                            <p:fltVal val="-326.36801"/>
                                          </p:val>
                                        </p:tav>
                                        <p:tav tm="67420">
                                          <p:val>
                                            <p:fltVal val="-333.26511"/>
                                          </p:val>
                                        </p:tav>
                                        <p:tav tm="68540">
                                          <p:val>
                                            <p:fltVal val="-339.6712"/>
                                          </p:val>
                                        </p:tav>
                                        <p:tav tm="69660">
                                          <p:val>
                                            <p:fltVal val="-345.43851"/>
                                          </p:val>
                                        </p:tav>
                                        <p:tav tm="70790">
                                          <p:val>
                                            <p:fltVal val="-350.58469"/>
                                          </p:val>
                                        </p:tav>
                                        <p:tav tm="71910">
                                          <p:val>
                                            <p:fltVal val="-355.09189"/>
                                          </p:val>
                                        </p:tav>
                                        <p:tav tm="73030">
                                          <p:val>
                                            <p:fltVal val="-358.80179"/>
                                          </p:val>
                                        </p:tav>
                                        <p:tav tm="74160">
                                          <p:val>
                                            <p:fltVal val="-361.63531"/>
                                          </p:val>
                                        </p:tav>
                                        <p:tav tm="75280">
                                          <p:val>
                                            <p:fltVal val="-363.345"/>
                                          </p:val>
                                        </p:tav>
                                        <p:tav tm="76400">
                                          <p:val>
                                            <p:fltVal val="-363.4978"/>
                                          </p:val>
                                        </p:tav>
                                        <p:tav tm="77530">
                                          <p:val>
                                            <p:fltVal val="-363.47061"/>
                                          </p:val>
                                        </p:tav>
                                        <p:tav tm="78650">
                                          <p:val>
                                            <p:fltVal val="-363.38339"/>
                                          </p:val>
                                        </p:tav>
                                        <p:tav tm="79780">
                                          <p:val>
                                            <p:fltVal val="-363.20349"/>
                                          </p:val>
                                        </p:tav>
                                        <p:tav tm="80900">
                                          <p:val>
                                            <p:fltVal val="-362.8963"/>
                                          </p:val>
                                        </p:tav>
                                        <p:tav tm="82020">
                                          <p:val>
                                            <p:fltVal val="-362.4227"/>
                                          </p:val>
                                        </p:tav>
                                        <p:tav tm="83150">
                                          <p:val>
                                            <p:fltVal val="-361.7569"/>
                                          </p:val>
                                        </p:tav>
                                        <p:tav tm="84270">
                                          <p:val>
                                            <p:fltVal val="-361.0874"/>
                                          </p:val>
                                        </p:tav>
                                        <p:tav tm="85390">
                                          <p:val>
                                            <p:fltVal val="-360.6105"/>
                                          </p:val>
                                        </p:tav>
                                        <p:tav tm="86520">
                                          <p:val>
                                            <p:fltVal val="-360.30069"/>
                                          </p:val>
                                        </p:tav>
                                        <p:tav tm="87640">
                                          <p:val>
                                            <p:fltVal val="-360.1188"/>
                                          </p:val>
                                        </p:tav>
                                        <p:tav tm="88760">
                                          <p:val>
                                            <p:fltVal val="-360.03021"/>
                                          </p:val>
                                        </p:tav>
                                        <p:tav tm="89890">
                                          <p:val>
                                            <p:fltVal val="-360.00229"/>
                                          </p:val>
                                        </p:tav>
                                        <p:tav tm="91010">
                                          <p:val>
                                            <p:fltVal val="-360"/>
                                          </p:val>
                                        </p:tav>
                                        <p:tav tm="92130">
                                          <p:val>
                                            <p:fltVal val="-360"/>
                                          </p:val>
                                        </p:tav>
                                        <p:tav tm="93260">
                                          <p:val>
                                            <p:fltVal val="-360"/>
                                          </p:val>
                                        </p:tav>
                                        <p:tav tm="94380">
                                          <p:val>
                                            <p:fltVal val="-360"/>
                                          </p:val>
                                        </p:tav>
                                        <p:tav tm="95510">
                                          <p:val>
                                            <p:fltVal val="-360"/>
                                          </p:val>
                                        </p:tav>
                                        <p:tav tm="96630">
                                          <p:val>
                                            <p:fltVal val="-360"/>
                                          </p:val>
                                        </p:tav>
                                        <p:tav tm="97750">
                                          <p:val>
                                            <p:fltVal val="-360"/>
                                          </p:val>
                                        </p:tav>
                                        <p:tav tm="98880">
                                          <p:val>
                                            <p:fltVal val="-360"/>
                                          </p:val>
                                        </p:tav>
                                        <p:tav tm="100000">
                                          <p:val>
                                            <p:fltVal val="-36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sum">
                                        <p:cTn id="53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3d.view.translation.y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120">
                                          <p:val>
                                            <p:fltVal val="0"/>
                                          </p:val>
                                        </p:tav>
                                        <p:tav tm="2250">
                                          <p:val>
                                            <p:fltVal val="-10E-5"/>
                                          </p:val>
                                        </p:tav>
                                        <p:tav tm="3370">
                                          <p:val>
                                            <p:fltVal val="-0.0004"/>
                                          </p:val>
                                        </p:tav>
                                        <p:tav tm="4490">
                                          <p:val>
                                            <p:fltVal val="-0.0011"/>
                                          </p:val>
                                        </p:tav>
                                        <p:tav tm="5620">
                                          <p:val>
                                            <p:fltVal val="-0.0021"/>
                                          </p:val>
                                        </p:tav>
                                        <p:tav tm="6740">
                                          <p:val>
                                            <p:fltVal val="-0.0037"/>
                                          </p:val>
                                        </p:tav>
                                        <p:tav tm="7870">
                                          <p:val>
                                            <p:fltVal val="-0.0059"/>
                                          </p:val>
                                        </p:tav>
                                        <p:tav tm="8990">
                                          <p:val>
                                            <p:fltVal val="-0.0088"/>
                                          </p:val>
                                        </p:tav>
                                        <p:tav tm="10110">
                                          <p:val>
                                            <p:fltVal val="-0.0125"/>
                                          </p:val>
                                        </p:tav>
                                        <p:tav tm="11240">
                                          <p:val>
                                            <p:fltVal val="-0.0162"/>
                                          </p:val>
                                        </p:tav>
                                        <p:tav tm="12360">
                                          <p:val>
                                            <p:fltVal val="-0.0191"/>
                                          </p:val>
                                        </p:tav>
                                        <p:tav tm="13480">
                                          <p:val>
                                            <p:fltVal val="-0.0213"/>
                                          </p:val>
                                        </p:tav>
                                        <p:tav tm="14610">
                                          <p:val>
                                            <p:fltVal val="-0.0228"/>
                                          </p:val>
                                        </p:tav>
                                        <p:tav tm="15730">
                                          <p:val>
                                            <p:fltVal val="-0.0239"/>
                                          </p:val>
                                        </p:tav>
                                        <p:tav tm="16850">
                                          <p:val>
                                            <p:fltVal val="-0.0245"/>
                                          </p:val>
                                        </p:tav>
                                        <p:tav tm="17980">
                                          <p:val>
                                            <p:fltVal val="-0.0248"/>
                                          </p:val>
                                        </p:tav>
                                        <p:tav tm="19100">
                                          <p:val>
                                            <p:fltVal val="-0.0249"/>
                                          </p:val>
                                        </p:tav>
                                        <p:tav tm="20220">
                                          <p:val>
                                            <p:fltVal val="-0.0249"/>
                                          </p:val>
                                        </p:tav>
                                        <p:tav tm="21350">
                                          <p:val>
                                            <p:fltVal val="-0.0248"/>
                                          </p:val>
                                        </p:tav>
                                        <p:tav tm="22470">
                                          <p:val>
                                            <p:fltVal val="-0.0241"/>
                                          </p:val>
                                        </p:tav>
                                        <p:tav tm="23600">
                                          <p:val>
                                            <p:fltVal val="-0.022"/>
                                          </p:val>
                                        </p:tav>
                                        <p:tav tm="24720">
                                          <p:val>
                                            <p:fltVal val="-0.0179"/>
                                          </p:val>
                                        </p:tav>
                                        <p:tav tm="25840">
                                          <p:val>
                                            <p:fltVal val="-0.0113"/>
                                          </p:val>
                                        </p:tav>
                                        <p:tav tm="26970">
                                          <p:val>
                                            <p:fltVal val="-0.0013"/>
                                          </p:val>
                                        </p:tav>
                                        <p:tav tm="28090">
                                          <p:val>
                                            <p:fltVal val="0.0124"/>
                                          </p:val>
                                        </p:tav>
                                        <p:tav tm="29210">
                                          <p:val>
                                            <p:fltVal val="0.0309"/>
                                          </p:val>
                                        </p:tav>
                                        <p:tav tm="30340">
                                          <p:val>
                                            <p:fltVal val="0.0546"/>
                                          </p:val>
                                        </p:tav>
                                        <p:tav tm="31460">
                                          <p:val>
                                            <p:fltVal val="0.0842"/>
                                          </p:val>
                                        </p:tav>
                                        <p:tav tm="32580">
                                          <p:val>
                                            <p:fltVal val="0.1204"/>
                                          </p:val>
                                        </p:tav>
                                        <p:tav tm="33710">
                                          <p:val>
                                            <p:fltVal val="0.1634"/>
                                          </p:val>
                                        </p:tav>
                                        <p:tav tm="34830">
                                          <p:val>
                                            <p:fltVal val="0.2145"/>
                                          </p:val>
                                        </p:tav>
                                        <p:tav tm="35960">
                                          <p:val>
                                            <p:fltVal val="0.2711"/>
                                          </p:val>
                                        </p:tav>
                                        <p:tav tm="37080">
                                          <p:val>
                                            <p:fltVal val="0.3207"/>
                                          </p:val>
                                        </p:tav>
                                        <p:tav tm="38200">
                                          <p:val>
                                            <p:fltVal val="0.3625"/>
                                          </p:val>
                                        </p:tav>
                                        <p:tav tm="39330">
                                          <p:val>
                                            <p:fltVal val="0.3973"/>
                                          </p:val>
                                        </p:tav>
                                        <p:tav tm="40450">
                                          <p:val>
                                            <p:fltVal val="0.4256"/>
                                          </p:val>
                                        </p:tav>
                                        <p:tav tm="41570">
                                          <p:val>
                                            <p:fltVal val="0.448"/>
                                          </p:val>
                                        </p:tav>
                                        <p:tav tm="42700">
                                          <p:val>
                                            <p:fltVal val="0.4655"/>
                                          </p:val>
                                        </p:tav>
                                        <p:tav tm="43820">
                                          <p:val>
                                            <p:fltVal val="0.4786"/>
                                          </p:val>
                                        </p:tav>
                                        <p:tav tm="44940">
                                          <p:val>
                                            <p:fltVal val="0.4878"/>
                                          </p:val>
                                        </p:tav>
                                        <p:tav tm="46070">
                                          <p:val>
                                            <p:fltVal val="0.4939"/>
                                          </p:val>
                                        </p:tav>
                                        <p:tav tm="47190">
                                          <p:val>
                                            <p:fltVal val="0.4975"/>
                                          </p:val>
                                        </p:tav>
                                        <p:tav tm="48310">
                                          <p:val>
                                            <p:fltVal val="0.4993"/>
                                          </p:val>
                                        </p:tav>
                                        <p:tav tm="49440">
                                          <p:val>
                                            <p:fltVal val="0.4999"/>
                                          </p:val>
                                        </p:tav>
                                        <p:tav tm="50560">
                                          <p:val>
                                            <p:fltVal val="0.4999"/>
                                          </p:val>
                                        </p:tav>
                                        <p:tav tm="51690">
                                          <p:val>
                                            <p:fltVal val="0.4998"/>
                                          </p:val>
                                        </p:tav>
                                        <p:tav tm="52810">
                                          <p:val>
                                            <p:fltVal val="0.4988"/>
                                          </p:val>
                                        </p:tav>
                                        <p:tav tm="53930">
                                          <p:val>
                                            <p:fltVal val="0.4965"/>
                                          </p:val>
                                        </p:tav>
                                        <p:tav tm="55060">
                                          <p:val>
                                            <p:fltVal val="0.4921"/>
                                          </p:val>
                                        </p:tav>
                                        <p:tav tm="56180">
                                          <p:val>
                                            <p:fltVal val="0.485"/>
                                          </p:val>
                                        </p:tav>
                                        <p:tav tm="57300">
                                          <p:val>
                                            <p:fltVal val="0.4746"/>
                                          </p:val>
                                        </p:tav>
                                        <p:tav tm="58430">
                                          <p:val>
                                            <p:fltVal val="0.4603"/>
                                          </p:val>
                                        </p:tav>
                                        <p:tav tm="59550">
                                          <p:val>
                                            <p:fltVal val="0.4411"/>
                                          </p:val>
                                        </p:tav>
                                        <p:tav tm="60670">
                                          <p:val>
                                            <p:fltVal val="0.4169"/>
                                          </p:val>
                                        </p:tav>
                                        <p:tav tm="61800">
                                          <p:val>
                                            <p:fltVal val="0.3868"/>
                                          </p:val>
                                        </p:tav>
                                        <p:tav tm="62920">
                                          <p:val>
                                            <p:fltVal val="0.3499"/>
                                          </p:val>
                                        </p:tav>
                                        <p:tav tm="64040">
                                          <p:val>
                                            <p:fltVal val="0.306"/>
                                          </p:val>
                                        </p:tav>
                                        <p:tav tm="65170">
                                          <p:val>
                                            <p:fltVal val="0.2544"/>
                                          </p:val>
                                        </p:tav>
                                        <p:tav tm="66290">
                                          <p:val>
                                            <p:fltVal val="0.1981"/>
                                          </p:val>
                                        </p:tav>
                                        <p:tav tm="67420">
                                          <p:val>
                                            <p:fltVal val="0.1498"/>
                                          </p:val>
                                        </p:tav>
                                        <p:tav tm="68540">
                                          <p:val>
                                            <p:fltVal val="0.1087"/>
                                          </p:val>
                                        </p:tav>
                                        <p:tav tm="69660">
                                          <p:val>
                                            <p:fltVal val="0.0748"/>
                                          </p:val>
                                        </p:tav>
                                        <p:tav tm="70790">
                                          <p:val>
                                            <p:fltVal val="0.0473"/>
                                          </p:val>
                                        </p:tav>
                                        <p:tav tm="71910">
                                          <p:val>
                                            <p:fltVal val="0.0251"/>
                                          </p:val>
                                        </p:tav>
                                        <p:tav tm="73030">
                                          <p:val>
                                            <p:fltVal val="0.0082"/>
                                          </p:val>
                                        </p:tav>
                                        <p:tav tm="74160">
                                          <p:val>
                                            <p:fltVal val="-0.0044"/>
                                          </p:val>
                                        </p:tav>
                                        <p:tav tm="75280">
                                          <p:val>
                                            <p:fltVal val="-0.0134"/>
                                          </p:val>
                                        </p:tav>
                                        <p:tav tm="76400">
                                          <p:val>
                                            <p:fltVal val="-0.0192"/>
                                          </p:val>
                                        </p:tav>
                                        <p:tav tm="77530">
                                          <p:val>
                                            <p:fltVal val="-0.0227"/>
                                          </p:val>
                                        </p:tav>
                                        <p:tav tm="78650">
                                          <p:val>
                                            <p:fltVal val="-0.0244"/>
                                          </p:val>
                                        </p:tav>
                                        <p:tav tm="79780">
                                          <p:val>
                                            <p:fltVal val="-0.0249"/>
                                          </p:val>
                                        </p:tav>
                                        <p:tav tm="80900">
                                          <p:val>
                                            <p:fltVal val="-0.0249"/>
                                          </p:val>
                                        </p:tav>
                                        <p:tav tm="82020">
                                          <p:val>
                                            <p:fltVal val="-0.0244"/>
                                          </p:val>
                                        </p:tav>
                                        <p:tav tm="83150">
                                          <p:val>
                                            <p:fltVal val="-0.0219"/>
                                          </p:val>
                                        </p:tav>
                                        <p:tav tm="84270">
                                          <p:val>
                                            <p:fltVal val="-0.0156"/>
                                          </p:val>
                                        </p:tav>
                                        <p:tav tm="85390">
                                          <p:val>
                                            <p:fltVal val="-0.0039"/>
                                          </p:val>
                                        </p:tav>
                                        <p:tav tm="86520">
                                          <p:val>
                                            <p:fltVal val="0.0104"/>
                                          </p:val>
                                        </p:tav>
                                        <p:tav tm="87640">
                                          <p:val>
                                            <p:fltVal val="0.0192"/>
                                          </p:val>
                                        </p:tav>
                                        <p:tav tm="88760">
                                          <p:val>
                                            <p:fltVal val="0.0235"/>
                                          </p:val>
                                        </p:tav>
                                        <p:tav tm="89890">
                                          <p:val>
                                            <p:fltVal val="0.0248"/>
                                          </p:val>
                                        </p:tav>
                                        <p:tav tm="91010">
                                          <p:val>
                                            <p:fltVal val="0.0249"/>
                                          </p:val>
                                        </p:tav>
                                        <p:tav tm="92130">
                                          <p:val>
                                            <p:fltVal val="0.0247"/>
                                          </p:val>
                                        </p:tav>
                                        <p:tav tm="93260">
                                          <p:val>
                                            <p:fltVal val="0.0234"/>
                                          </p:val>
                                        </p:tav>
                                        <p:tav tm="94380">
                                          <p:val>
                                            <p:fltVal val="0.0202"/>
                                          </p:val>
                                        </p:tav>
                                        <p:tav tm="95510">
                                          <p:val>
                                            <p:fltVal val="0.0143"/>
                                          </p:val>
                                        </p:tav>
                                        <p:tav tm="96630">
                                          <p:val>
                                            <p:fltVal val="0.0071"/>
                                          </p:val>
                                        </p:tav>
                                        <p:tav tm="97750">
                                          <p:val>
                                            <p:fltVal val="0.0027"/>
                                          </p:val>
                                        </p:tav>
                                        <p:tav tm="98880">
                                          <p:val>
                                            <p:fltVal val="0.0007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54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3d.view.scale.x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1"/>
                                          </p:val>
                                        </p:tav>
                                        <p:tav tm="2250">
                                          <p:val>
                                            <p:fltVal val="1.0002"/>
                                          </p:val>
                                        </p:tav>
                                        <p:tav tm="3370">
                                          <p:val>
                                            <p:fltVal val="1.0009"/>
                                          </p:val>
                                        </p:tav>
                                        <p:tav tm="4490">
                                          <p:val>
                                            <p:fltVal val="1.0023"/>
                                          </p:val>
                                        </p:tav>
                                        <p:tav tm="5620">
                                          <p:val>
                                            <p:fltVal val="1.0046"/>
                                          </p:val>
                                        </p:tav>
                                        <p:tav tm="6740">
                                          <p:val>
                                            <p:fltVal val="1.008"/>
                                          </p:val>
                                        </p:tav>
                                        <p:tav tm="7870">
                                          <p:val>
                                            <p:fltVal val="1.0127"/>
                                          </p:val>
                                        </p:tav>
                                        <p:tav tm="8990">
                                          <p:val>
                                            <p:fltVal val="1.019"/>
                                          </p:val>
                                        </p:tav>
                                        <p:tav tm="10110">
                                          <p:val>
                                            <p:fltVal val="1.0271"/>
                                          </p:val>
                                        </p:tav>
                                        <p:tav tm="11240">
                                          <p:val>
                                            <p:fltVal val="1.0351"/>
                                          </p:val>
                                        </p:tav>
                                        <p:tav tm="12360">
                                          <p:val>
                                            <p:fltVal val="1.0414"/>
                                          </p:val>
                                        </p:tav>
                                        <p:tav tm="13480">
                                          <p:val>
                                            <p:fltVal val="1.046"/>
                                          </p:val>
                                        </p:tav>
                                        <p:tav tm="14610">
                                          <p:val>
                                            <p:fltVal val="1.0494"/>
                                          </p:val>
                                        </p:tav>
                                        <p:tav tm="15730">
                                          <p:val>
                                            <p:fltVal val="1.0516"/>
                                          </p:val>
                                        </p:tav>
                                        <p:tav tm="16850">
                                          <p:val>
                                            <p:fltVal val="1.053"/>
                                          </p:val>
                                        </p:tav>
                                        <p:tav tm="17980">
                                          <p:val>
                                            <p:fltVal val="1.0537"/>
                                          </p:val>
                                        </p:tav>
                                        <p:tav tm="19100">
                                          <p:val>
                                            <p:fltVal val="1.0539"/>
                                          </p:val>
                                        </p:tav>
                                        <p:tav tm="20220">
                                          <p:val>
                                            <p:fltVal val="1.054"/>
                                          </p:val>
                                        </p:tav>
                                        <p:tav tm="21350">
                                          <p:val>
                                            <p:fltVal val="1.0536"/>
                                          </p:val>
                                        </p:tav>
                                        <p:tav tm="22470">
                                          <p:val>
                                            <p:fltVal val="1.0515"/>
                                          </p:val>
                                        </p:tav>
                                        <p:tav tm="23600">
                                          <p:val>
                                            <p:fltVal val="1.0457"/>
                                          </p:val>
                                        </p:tav>
                                        <p:tav tm="24720">
                                          <p:val>
                                            <p:fltVal val="1.0344"/>
                                          </p:val>
                                        </p:tav>
                                        <p:tav tm="25840">
                                          <p:val>
                                            <p:fltVal val="1.0183"/>
                                          </p:val>
                                        </p:tav>
                                        <p:tav tm="26970">
                                          <p:val>
                                            <p:fltVal val="1.0076"/>
                                          </p:val>
                                        </p:tav>
                                        <p:tav tm="28090">
                                          <p:val>
                                            <p:fltVal val="1.0021"/>
                                          </p:val>
                                        </p:tav>
                                        <p:tav tm="29210">
                                          <p:val>
                                            <p:fltVal val="1.0002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1"/>
                                          </p:val>
                                        </p:tav>
                                        <p:tav tm="68540">
                                          <p:val>
                                            <p:fltVal val="1.0006"/>
                                          </p:val>
                                        </p:tav>
                                        <p:tav tm="69660">
                                          <p:val>
                                            <p:fltVal val="1.0024"/>
                                          </p:val>
                                        </p:tav>
                                        <p:tav tm="70790">
                                          <p:val>
                                            <p:fltVal val="1.006"/>
                                          </p:val>
                                        </p:tav>
                                        <p:tav tm="71910">
                                          <p:val>
                                            <p:fltVal val="1.0121"/>
                                          </p:val>
                                        </p:tav>
                                        <p:tav tm="73030">
                                          <p:val>
                                            <p:fltVal val="1.0213"/>
                                          </p:val>
                                        </p:tav>
                                        <p:tav tm="74160">
                                          <p:val>
                                            <p:fltVal val="1.0331"/>
                                          </p:val>
                                        </p:tav>
                                        <p:tav tm="75280">
                                          <p:val>
                                            <p:fltVal val="1.0422"/>
                                          </p:val>
                                        </p:tav>
                                        <p:tav tm="76400">
                                          <p:val>
                                            <p:fltVal val="1.0482"/>
                                          </p:val>
                                        </p:tav>
                                        <p:tav tm="77530">
                                          <p:val>
                                            <p:fltVal val="1.0516"/>
                                          </p:val>
                                        </p:tav>
                                        <p:tav tm="78650">
                                          <p:val>
                                            <p:fltVal val="1.0534"/>
                                          </p:val>
                                        </p:tav>
                                        <p:tav tm="79780">
                                          <p:val>
                                            <p:fltVal val="1.0539"/>
                                          </p:val>
                                        </p:tav>
                                        <p:tav tm="80900">
                                          <p:val>
                                            <p:fltVal val="1.0539"/>
                                          </p:val>
                                        </p:tav>
                                        <p:tav tm="82020">
                                          <p:val>
                                            <p:fltVal val="1.0534"/>
                                          </p:val>
                                        </p:tav>
                                        <p:tav tm="83150">
                                          <p:val>
                                            <p:fltVal val="1.0506"/>
                                          </p:val>
                                        </p:tav>
                                        <p:tav tm="84270">
                                          <p:val>
                                            <p:fltVal val="1.0439"/>
                                          </p:val>
                                        </p:tav>
                                        <p:tav tm="85390">
                                          <p:val>
                                            <p:fltVal val="1.0312"/>
                                          </p:val>
                                        </p:tav>
                                        <p:tav tm="86520">
                                          <p:val>
                                            <p:fltVal val="1.0156"/>
                                          </p:val>
                                        </p:tav>
                                        <p:tav tm="87640">
                                          <p:val>
                                            <p:fltVal val="1.0061"/>
                                          </p:val>
                                        </p:tav>
                                        <p:tav tm="88760">
                                          <p:val>
                                            <p:fltVal val="1.0015"/>
                                          </p:val>
                                        </p:tav>
                                        <p:tav tm="89890">
                                          <p:val>
                                            <p:fltVal val="1.0001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55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3d.view.scale.y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0.9999"/>
                                          </p:val>
                                        </p:tav>
                                        <p:tav tm="2250">
                                          <p:val>
                                            <p:fltVal val="0.9994"/>
                                          </p:val>
                                        </p:tav>
                                        <p:tav tm="3370">
                                          <p:val>
                                            <p:fltVal val="0.9981"/>
                                          </p:val>
                                        </p:tav>
                                        <p:tav tm="4490">
                                          <p:val>
                                            <p:fltVal val="0.9955"/>
                                          </p:val>
                                        </p:tav>
                                        <p:tav tm="5620">
                                          <p:val>
                                            <p:fltVal val="0.9913"/>
                                          </p:val>
                                        </p:tav>
                                        <p:tav tm="6740">
                                          <p:val>
                                            <p:fltVal val="0.985"/>
                                          </p:val>
                                        </p:tav>
                                        <p:tav tm="7870">
                                          <p:val>
                                            <p:fltVal val="0.9763"/>
                                          </p:val>
                                        </p:tav>
                                        <p:tav tm="8990">
                                          <p:val>
                                            <p:fltVal val="0.9646"/>
                                          </p:val>
                                        </p:tav>
                                        <p:tav tm="10110">
                                          <p:val>
                                            <p:fltVal val="0.9497"/>
                                          </p:val>
                                        </p:tav>
                                        <p:tav tm="11240">
                                          <p:val>
                                            <p:fltVal val="0.9348"/>
                                          </p:val>
                                        </p:tav>
                                        <p:tav tm="12360">
                                          <p:val>
                                            <p:fltVal val="0.9232"/>
                                          </p:val>
                                        </p:tav>
                                        <p:tav tm="13480">
                                          <p:val>
                                            <p:fltVal val="0.9146"/>
                                          </p:val>
                                        </p:tav>
                                        <p:tav tm="14610">
                                          <p:val>
                                            <p:fltVal val="0.9084"/>
                                          </p:val>
                                        </p:tav>
                                        <p:tav tm="15730">
                                          <p:val>
                                            <p:fltVal val="0.9042"/>
                                          </p:val>
                                        </p:tav>
                                        <p:tav tm="16850">
                                          <p:val>
                                            <p:fltVal val="0.9017"/>
                                          </p:val>
                                        </p:tav>
                                        <p:tav tm="17980">
                                          <p:val>
                                            <p:fltVal val="0.9005"/>
                                          </p:val>
                                        </p:tav>
                                        <p:tav tm="19100">
                                          <p:val>
                                            <p:fltVal val="0.9"/>
                                          </p:val>
                                        </p:tav>
                                        <p:tav tm="20220">
                                          <p:val>
                                            <p:fltVal val="0.8999"/>
                                          </p:val>
                                        </p:tav>
                                        <p:tav tm="21350">
                                          <p:val>
                                            <p:fltVal val="0.9006"/>
                                          </p:val>
                                        </p:tav>
                                        <p:tav tm="22470">
                                          <p:val>
                                            <p:fltVal val="0.9046"/>
                                          </p:val>
                                        </p:tav>
                                        <p:tav tm="23600">
                                          <p:val>
                                            <p:fltVal val="0.9153"/>
                                          </p:val>
                                        </p:tav>
                                        <p:tav tm="24720">
                                          <p:val>
                                            <p:fltVal val="0.9362"/>
                                          </p:val>
                                        </p:tav>
                                        <p:tav tm="25840">
                                          <p:val>
                                            <p:fltVal val="0.9659"/>
                                          </p:val>
                                        </p:tav>
                                        <p:tav tm="26970">
                                          <p:val>
                                            <p:fltVal val="0.9858"/>
                                          </p:val>
                                        </p:tav>
                                        <p:tav tm="28090">
                                          <p:val>
                                            <p:fltVal val="0.9959"/>
                                          </p:val>
                                        </p:tav>
                                        <p:tav tm="29210">
                                          <p:val>
                                            <p:fltVal val="0.9995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0.9998"/>
                                          </p:val>
                                        </p:tav>
                                        <p:tav tm="68540">
                                          <p:val>
                                            <p:fltVal val="0.9987"/>
                                          </p:val>
                                        </p:tav>
                                        <p:tav tm="69660">
                                          <p:val>
                                            <p:fltVal val="0.9955"/>
                                          </p:val>
                                        </p:tav>
                                        <p:tav tm="70790">
                                          <p:val>
                                            <p:fltVal val="0.9888"/>
                                          </p:val>
                                        </p:tav>
                                        <p:tav tm="71910">
                                          <p:val>
                                            <p:fltVal val="0.9775"/>
                                          </p:val>
                                        </p:tav>
                                        <p:tav tm="73030">
                                          <p:val>
                                            <p:fltVal val="0.9605"/>
                                          </p:val>
                                        </p:tav>
                                        <p:tav tm="74160">
                                          <p:val>
                                            <p:fltVal val="0.9385"/>
                                          </p:val>
                                        </p:tav>
                                        <p:tav tm="75280">
                                          <p:val>
                                            <p:fltVal val="0.9217"/>
                                          </p:val>
                                        </p:tav>
                                        <p:tav tm="76400">
                                          <p:val>
                                            <p:fltVal val="0.9107"/>
                                          </p:val>
                                        </p:tav>
                                        <p:tav tm="77530">
                                          <p:val>
                                            <p:fltVal val="0.9042"/>
                                          </p:val>
                                        </p:tav>
                                        <p:tav tm="78650">
                                          <p:val>
                                            <p:fltVal val="0.901"/>
                                          </p:val>
                                        </p:tav>
                                        <p:tav tm="79780">
                                          <p:val>
                                            <p:fltVal val="0.9"/>
                                          </p:val>
                                        </p:tav>
                                        <p:tav tm="80900">
                                          <p:val>
                                            <p:fltVal val="0.9"/>
                                          </p:val>
                                        </p:tav>
                                        <p:tav tm="82020">
                                          <p:val>
                                            <p:fltVal val="0.901"/>
                                          </p:val>
                                        </p:tav>
                                        <p:tav tm="83150">
                                          <p:val>
                                            <p:fltVal val="0.9061"/>
                                          </p:val>
                                        </p:tav>
                                        <p:tav tm="84270">
                                          <p:val>
                                            <p:fltVal val="0.9186"/>
                                          </p:val>
                                        </p:tav>
                                        <p:tav tm="85390">
                                          <p:val>
                                            <p:fltVal val="0.942"/>
                                          </p:val>
                                        </p:tav>
                                        <p:tav tm="86520">
                                          <p:val>
                                            <p:fltVal val="0.9709"/>
                                          </p:val>
                                        </p:tav>
                                        <p:tav tm="87640">
                                          <p:val>
                                            <p:fltVal val="0.9885"/>
                                          </p:val>
                                        </p:tav>
                                        <p:tav tm="88760">
                                          <p:val>
                                            <p:fltVal val="0.997"/>
                                          </p:val>
                                        </p:tav>
                                        <p:tav tm="89890">
                                          <p:val>
                                            <p:fltVal val="0.9997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5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3d.view.scale.z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1"/>
                                          </p:val>
                                        </p:tav>
                                        <p:tav tm="2250">
                                          <p:val>
                                            <p:fltVal val="1.0002"/>
                                          </p:val>
                                        </p:tav>
                                        <p:tav tm="3370">
                                          <p:val>
                                            <p:fltVal val="1.0009"/>
                                          </p:val>
                                        </p:tav>
                                        <p:tav tm="4490">
                                          <p:val>
                                            <p:fltVal val="1.0023"/>
                                          </p:val>
                                        </p:tav>
                                        <p:tav tm="5620">
                                          <p:val>
                                            <p:fltVal val="1.0046"/>
                                          </p:val>
                                        </p:tav>
                                        <p:tav tm="6740">
                                          <p:val>
                                            <p:fltVal val="1.008"/>
                                          </p:val>
                                        </p:tav>
                                        <p:tav tm="7870">
                                          <p:val>
                                            <p:fltVal val="1.0127"/>
                                          </p:val>
                                        </p:tav>
                                        <p:tav tm="8990">
                                          <p:val>
                                            <p:fltVal val="1.019"/>
                                          </p:val>
                                        </p:tav>
                                        <p:tav tm="10110">
                                          <p:val>
                                            <p:fltVal val="1.0271"/>
                                          </p:val>
                                        </p:tav>
                                        <p:tav tm="11240">
                                          <p:val>
                                            <p:fltVal val="1.0351"/>
                                          </p:val>
                                        </p:tav>
                                        <p:tav tm="12360">
                                          <p:val>
                                            <p:fltVal val="1.0414"/>
                                          </p:val>
                                        </p:tav>
                                        <p:tav tm="13480">
                                          <p:val>
                                            <p:fltVal val="1.046"/>
                                          </p:val>
                                        </p:tav>
                                        <p:tav tm="14610">
                                          <p:val>
                                            <p:fltVal val="1.0494"/>
                                          </p:val>
                                        </p:tav>
                                        <p:tav tm="15730">
                                          <p:val>
                                            <p:fltVal val="1.0516"/>
                                          </p:val>
                                        </p:tav>
                                        <p:tav tm="16850">
                                          <p:val>
                                            <p:fltVal val="1.053"/>
                                          </p:val>
                                        </p:tav>
                                        <p:tav tm="17980">
                                          <p:val>
                                            <p:fltVal val="1.0537"/>
                                          </p:val>
                                        </p:tav>
                                        <p:tav tm="19100">
                                          <p:val>
                                            <p:fltVal val="1.0539"/>
                                          </p:val>
                                        </p:tav>
                                        <p:tav tm="20220">
                                          <p:val>
                                            <p:fltVal val="1.054"/>
                                          </p:val>
                                        </p:tav>
                                        <p:tav tm="21350">
                                          <p:val>
                                            <p:fltVal val="1.0536"/>
                                          </p:val>
                                        </p:tav>
                                        <p:tav tm="22470">
                                          <p:val>
                                            <p:fltVal val="1.0515"/>
                                          </p:val>
                                        </p:tav>
                                        <p:tav tm="23600">
                                          <p:val>
                                            <p:fltVal val="1.0457"/>
                                          </p:val>
                                        </p:tav>
                                        <p:tav tm="24720">
                                          <p:val>
                                            <p:fltVal val="1.0344"/>
                                          </p:val>
                                        </p:tav>
                                        <p:tav tm="25840">
                                          <p:val>
                                            <p:fltVal val="1.0183"/>
                                          </p:val>
                                        </p:tav>
                                        <p:tav tm="26970">
                                          <p:val>
                                            <p:fltVal val="1.0076"/>
                                          </p:val>
                                        </p:tav>
                                        <p:tav tm="28090">
                                          <p:val>
                                            <p:fltVal val="1.0021"/>
                                          </p:val>
                                        </p:tav>
                                        <p:tav tm="29210">
                                          <p:val>
                                            <p:fltVal val="1.0002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1"/>
                                          </p:val>
                                        </p:tav>
                                        <p:tav tm="68540">
                                          <p:val>
                                            <p:fltVal val="1.0006"/>
                                          </p:val>
                                        </p:tav>
                                        <p:tav tm="69660">
                                          <p:val>
                                            <p:fltVal val="1.0024"/>
                                          </p:val>
                                        </p:tav>
                                        <p:tav tm="70790">
                                          <p:val>
                                            <p:fltVal val="1.006"/>
                                          </p:val>
                                        </p:tav>
                                        <p:tav tm="71910">
                                          <p:val>
                                            <p:fltVal val="1.0121"/>
                                          </p:val>
                                        </p:tav>
                                        <p:tav tm="73030">
                                          <p:val>
                                            <p:fltVal val="1.0213"/>
                                          </p:val>
                                        </p:tav>
                                        <p:tav tm="74160">
                                          <p:val>
                                            <p:fltVal val="1.0331"/>
                                          </p:val>
                                        </p:tav>
                                        <p:tav tm="75280">
                                          <p:val>
                                            <p:fltVal val="1.0422"/>
                                          </p:val>
                                        </p:tav>
                                        <p:tav tm="76400">
                                          <p:val>
                                            <p:fltVal val="1.0482"/>
                                          </p:val>
                                        </p:tav>
                                        <p:tav tm="77530">
                                          <p:val>
                                            <p:fltVal val="1.0516"/>
                                          </p:val>
                                        </p:tav>
                                        <p:tav tm="78650">
                                          <p:val>
                                            <p:fltVal val="1.0534"/>
                                          </p:val>
                                        </p:tav>
                                        <p:tav tm="79780">
                                          <p:val>
                                            <p:fltVal val="1.0539"/>
                                          </p:val>
                                        </p:tav>
                                        <p:tav tm="80900">
                                          <p:val>
                                            <p:fltVal val="1.0539"/>
                                          </p:val>
                                        </p:tav>
                                        <p:tav tm="82020">
                                          <p:val>
                                            <p:fltVal val="1.0534"/>
                                          </p:val>
                                        </p:tav>
                                        <p:tav tm="83150">
                                          <p:val>
                                            <p:fltVal val="1.0506"/>
                                          </p:val>
                                        </p:tav>
                                        <p:tav tm="84270">
                                          <p:val>
                                            <p:fltVal val="1.0439"/>
                                          </p:val>
                                        </p:tav>
                                        <p:tav tm="85390">
                                          <p:val>
                                            <p:fltVal val="1.0312"/>
                                          </p:val>
                                        </p:tav>
                                        <p:tav tm="86520">
                                          <p:val>
                                            <p:fltVal val="1.0156"/>
                                          </p:val>
                                        </p:tav>
                                        <p:tav tm="87640">
                                          <p:val>
                                            <p:fltVal val="1.0061"/>
                                          </p:val>
                                        </p:tav>
                                        <p:tav tm="88760">
                                          <p:val>
                                            <p:fltVal val="1.0015"/>
                                          </p:val>
                                        </p:tav>
                                        <p:tav tm="89890">
                                          <p:val>
                                            <p:fltVal val="1.0001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6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58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EF424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9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EF424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0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  <p:bldP spid="22" grpId="0"/>
      <p:bldP spid="3" grpId="0"/>
      <p:bldP spid="3" grpId="1"/>
      <p:bldP spid="7" grpId="0" animBg="1"/>
      <p:bldP spid="16" grpId="0"/>
      <p:bldP spid="1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7: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Sistemas De Ecuaciones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  <p:sp>
        <p:nvSpPr>
          <p:cNvPr id="4" name="!Marco 10">
            <a:extLst>
              <a:ext uri="{FF2B5EF4-FFF2-40B4-BE49-F238E27FC236}">
                <a16:creationId xmlns:a16="http://schemas.microsoft.com/office/drawing/2014/main" id="{BC53F746-513E-817B-C4A9-A4683C12EB48}"/>
              </a:ext>
            </a:extLst>
          </p:cNvPr>
          <p:cNvSpPr/>
          <p:nvPr/>
        </p:nvSpPr>
        <p:spPr>
          <a:xfrm>
            <a:off x="535084" y="1048971"/>
            <a:ext cx="11121832" cy="1043704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!CuadroTexto 1">
                <a:extLst>
                  <a:ext uri="{FF2B5EF4-FFF2-40B4-BE49-F238E27FC236}">
                    <a16:creationId xmlns:a16="http://schemas.microsoft.com/office/drawing/2014/main" id="{1EEA7333-76FF-65D2-463D-815EE19913CD}"/>
                  </a:ext>
                </a:extLst>
              </p:cNvPr>
              <p:cNvSpPr txBox="1"/>
              <p:nvPr/>
            </p:nvSpPr>
            <p:spPr>
              <a:xfrm>
                <a:off x="535084" y="1056258"/>
                <a:ext cx="11121832" cy="1022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2000" b="1" dirty="0"/>
                  <a:t>Son aquellos en los que una de las dos ecuaciones, o ambas, son no lineales, es decir, tienen monomios de segundo grado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" sz="2000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b="1" i="1" dirty="0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s-ES" sz="2000" b="1" i="1" dirty="0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s-ES" sz="2000" b="1" i="1" dirty="0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s-ES" sz="2000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b="1" i="1" dirty="0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p>
                        <m:r>
                          <a:rPr lang="es-ES" sz="2000" b="1" i="1" dirty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s-ES" sz="2000" b="1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s-ES" sz="2000" b="1" i="1" dirty="0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s-ES" sz="2000" b="1" i="1" dirty="0" smtClean="0">
                        <a:latin typeface="Cambria Math" panose="02040503050406030204" pitchFamily="18" charset="0"/>
                      </a:rPr>
                      <m:t> ∙ </m:t>
                    </m:r>
                    <m:r>
                      <a:rPr lang="es-ES" sz="2000" b="1" i="1" dirty="0" smtClean="0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s-ES" sz="2000" b="1" dirty="0"/>
                  <a:t>) o de grado superior, o radicales, o alguna incógnita en el denominador…</a:t>
                </a:r>
                <a:endParaRPr lang="es-ES" sz="3600" b="1" dirty="0">
                  <a:solidFill>
                    <a:schemeClr val="tx2">
                      <a:lumMod val="50000"/>
                      <a:lumOff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" name="!CuadroTexto 1">
                <a:extLst>
                  <a:ext uri="{FF2B5EF4-FFF2-40B4-BE49-F238E27FC236}">
                    <a16:creationId xmlns:a16="http://schemas.microsoft.com/office/drawing/2014/main" id="{1EEA7333-76FF-65D2-463D-815EE19913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084" y="1056258"/>
                <a:ext cx="11121832" cy="1022652"/>
              </a:xfrm>
              <a:prstGeom prst="rect">
                <a:avLst/>
              </a:prstGeom>
              <a:blipFill>
                <a:blip r:embed="rId2"/>
                <a:stretch>
                  <a:fillRect l="-603" t="-2976" b="-9524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!!1">
            <a:extLst>
              <a:ext uri="{FF2B5EF4-FFF2-40B4-BE49-F238E27FC236}">
                <a16:creationId xmlns:a16="http://schemas.microsoft.com/office/drawing/2014/main" id="{6D328C37-2A0C-0C87-7333-250DDAEDB5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714C0D6C-B63A-BE74-15FB-DA74808E8A46}"/>
              </a:ext>
            </a:extLst>
          </p:cNvPr>
          <p:cNvSpPr/>
          <p:nvPr/>
        </p:nvSpPr>
        <p:spPr>
          <a:xfrm>
            <a:off x="11410444" y="5637178"/>
            <a:ext cx="246472" cy="4623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7" name="!!2">
            <a:extLst>
              <a:ext uri="{FF2B5EF4-FFF2-40B4-BE49-F238E27FC236}">
                <a16:creationId xmlns:a16="http://schemas.microsoft.com/office/drawing/2014/main" id="{EB50E424-E0D5-F97F-B7CA-A659A14ED5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8" name="!!3">
            <a:extLst>
              <a:ext uri="{FF2B5EF4-FFF2-40B4-BE49-F238E27FC236}">
                <a16:creationId xmlns:a16="http://schemas.microsoft.com/office/drawing/2014/main" id="{D6EDEA7B-509F-53A3-C7AB-FD4A7073B75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9" name="!!4">
            <a:extLst>
              <a:ext uri="{FF2B5EF4-FFF2-40B4-BE49-F238E27FC236}">
                <a16:creationId xmlns:a16="http://schemas.microsoft.com/office/drawing/2014/main" id="{BF80DDBD-C7A4-B1A9-90AE-6F72C74DFA4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699"/>
            <a:ext cx="875945" cy="1817998"/>
          </a:xfrm>
          <a:prstGeom prst="rect">
            <a:avLst/>
          </a:prstGeom>
        </p:spPr>
      </p:pic>
      <p:sp>
        <p:nvSpPr>
          <p:cNvPr id="16" name="!Marco 10">
            <a:extLst>
              <a:ext uri="{FF2B5EF4-FFF2-40B4-BE49-F238E27FC236}">
                <a16:creationId xmlns:a16="http://schemas.microsoft.com/office/drawing/2014/main" id="{43738A66-3939-DF17-737C-F9EE35046B8B}"/>
              </a:ext>
            </a:extLst>
          </p:cNvPr>
          <p:cNvSpPr/>
          <p:nvPr/>
        </p:nvSpPr>
        <p:spPr>
          <a:xfrm>
            <a:off x="535084" y="2246541"/>
            <a:ext cx="11121832" cy="1043704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8" name="!CuadroTexto 1">
            <a:extLst>
              <a:ext uri="{FF2B5EF4-FFF2-40B4-BE49-F238E27FC236}">
                <a16:creationId xmlns:a16="http://schemas.microsoft.com/office/drawing/2014/main" id="{EB253ED6-0447-6071-A0F3-6475785843F6}"/>
              </a:ext>
            </a:extLst>
          </p:cNvPr>
          <p:cNvSpPr txBox="1"/>
          <p:nvPr/>
        </p:nvSpPr>
        <p:spPr>
          <a:xfrm>
            <a:off x="535084" y="2253828"/>
            <a:ext cx="111218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Para resolverlos, podemos despejar una incógnita en una ecuación y sustituir el resultado en la otra (método de sustitución) o eliminar una incógnita simplificando entre las dos ecuaciones (método de reducción) entre otros métodos.</a:t>
            </a:r>
            <a:endParaRPr lang="es-ES" sz="40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9" name="!Marco 10">
            <a:extLst>
              <a:ext uri="{FF2B5EF4-FFF2-40B4-BE49-F238E27FC236}">
                <a16:creationId xmlns:a16="http://schemas.microsoft.com/office/drawing/2014/main" id="{E5923B62-5D5C-1E82-DDEA-08E4F6F93D3B}"/>
              </a:ext>
            </a:extLst>
          </p:cNvPr>
          <p:cNvSpPr/>
          <p:nvPr/>
        </p:nvSpPr>
        <p:spPr>
          <a:xfrm>
            <a:off x="535084" y="3447605"/>
            <a:ext cx="11121832" cy="1043704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0" name="!CuadroTexto 1">
            <a:extLst>
              <a:ext uri="{FF2B5EF4-FFF2-40B4-BE49-F238E27FC236}">
                <a16:creationId xmlns:a16="http://schemas.microsoft.com/office/drawing/2014/main" id="{26021FF5-1FE6-2B12-BEAC-6D5A36269187}"/>
              </a:ext>
            </a:extLst>
          </p:cNvPr>
          <p:cNvSpPr txBox="1"/>
          <p:nvPr/>
        </p:nvSpPr>
        <p:spPr>
          <a:xfrm>
            <a:off x="535084" y="3454892"/>
            <a:ext cx="111218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Si hay raíces o incógnitas en el denominador, al resolver la ecuación puede aparecer alguna solución falsa. Por eso, en tales casos, es necesario comprobar todas las soluciones sobre el sistema inicial.</a:t>
            </a:r>
            <a:endParaRPr lang="es-ES" sz="44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48256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8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6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16" grpId="0" animBg="1"/>
      <p:bldP spid="18" grpId="0"/>
      <p:bldP spid="19" grpId="0" animBg="1"/>
      <p:bldP spid="2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7: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Sistemas De Ecuaciones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  <p:pic>
        <p:nvPicPr>
          <p:cNvPr id="3" name="!!1">
            <a:extLst>
              <a:ext uri="{FF2B5EF4-FFF2-40B4-BE49-F238E27FC236}">
                <a16:creationId xmlns:a16="http://schemas.microsoft.com/office/drawing/2014/main" id="{6D328C37-2A0C-0C87-7333-250DDAEDB5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714C0D6C-B63A-BE74-15FB-DA74808E8A46}"/>
              </a:ext>
            </a:extLst>
          </p:cNvPr>
          <p:cNvSpPr/>
          <p:nvPr/>
        </p:nvSpPr>
        <p:spPr>
          <a:xfrm>
            <a:off x="11410444" y="5637178"/>
            <a:ext cx="246472" cy="4623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7" name="!!2">
            <a:extLst>
              <a:ext uri="{FF2B5EF4-FFF2-40B4-BE49-F238E27FC236}">
                <a16:creationId xmlns:a16="http://schemas.microsoft.com/office/drawing/2014/main" id="{EB50E424-E0D5-F97F-B7CA-A659A14ED5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8" name="!!3">
            <a:extLst>
              <a:ext uri="{FF2B5EF4-FFF2-40B4-BE49-F238E27FC236}">
                <a16:creationId xmlns:a16="http://schemas.microsoft.com/office/drawing/2014/main" id="{D6EDEA7B-509F-53A3-C7AB-FD4A7073B7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9" name="!!4">
            <a:extLst>
              <a:ext uri="{FF2B5EF4-FFF2-40B4-BE49-F238E27FC236}">
                <a16:creationId xmlns:a16="http://schemas.microsoft.com/office/drawing/2014/main" id="{BF80DDBD-C7A4-B1A9-90AE-6F72C74DFA4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699"/>
            <a:ext cx="875945" cy="1817998"/>
          </a:xfrm>
          <a:prstGeom prst="rect">
            <a:avLst/>
          </a:prstGeom>
        </p:spPr>
      </p:pic>
      <p:sp>
        <p:nvSpPr>
          <p:cNvPr id="10" name="!CuadroTexto 1">
            <a:extLst>
              <a:ext uri="{FF2B5EF4-FFF2-40B4-BE49-F238E27FC236}">
                <a16:creationId xmlns:a16="http://schemas.microsoft.com/office/drawing/2014/main" id="{5D271E21-1F5F-57B0-FFFF-5B611C38CDEF}"/>
              </a:ext>
            </a:extLst>
          </p:cNvPr>
          <p:cNvSpPr txBox="1"/>
          <p:nvPr/>
        </p:nvSpPr>
        <p:spPr>
          <a:xfrm>
            <a:off x="535084" y="1056258"/>
            <a:ext cx="22716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EJEMPLO:</a:t>
            </a:r>
            <a:endParaRPr lang="es-ES" sz="36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26" name="Grupo 25">
            <a:extLst>
              <a:ext uri="{FF2B5EF4-FFF2-40B4-BE49-F238E27FC236}">
                <a16:creationId xmlns:a16="http://schemas.microsoft.com/office/drawing/2014/main" id="{6105172E-B947-2C82-CC66-0C1F82E4267F}"/>
              </a:ext>
            </a:extLst>
          </p:cNvPr>
          <p:cNvGrpSpPr/>
          <p:nvPr/>
        </p:nvGrpSpPr>
        <p:grpSpPr>
          <a:xfrm>
            <a:off x="854869" y="1524567"/>
            <a:ext cx="1812131" cy="868590"/>
            <a:chOff x="854869" y="1524567"/>
            <a:chExt cx="1812131" cy="868590"/>
          </a:xfrm>
        </p:grpSpPr>
        <p:sp>
          <p:nvSpPr>
            <p:cNvPr id="11" name="Abrir llave 10">
              <a:extLst>
                <a:ext uri="{FF2B5EF4-FFF2-40B4-BE49-F238E27FC236}">
                  <a16:creationId xmlns:a16="http://schemas.microsoft.com/office/drawing/2014/main" id="{A720D0CB-F825-FE61-A1FA-49AEFC2BEDE4}"/>
                </a:ext>
              </a:extLst>
            </p:cNvPr>
            <p:cNvSpPr/>
            <p:nvPr/>
          </p:nvSpPr>
          <p:spPr>
            <a:xfrm>
              <a:off x="854869" y="1610519"/>
              <a:ext cx="133350" cy="782638"/>
            </a:xfrm>
            <a:prstGeom prst="leftBrace">
              <a:avLst>
                <a:gd name="adj1" fmla="val 47005"/>
                <a:gd name="adj2" fmla="val 50000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CuadroTexto 11">
                  <a:extLst>
                    <a:ext uri="{FF2B5EF4-FFF2-40B4-BE49-F238E27FC236}">
                      <a16:creationId xmlns:a16="http://schemas.microsoft.com/office/drawing/2014/main" id="{902BF593-475B-7261-D34C-3035A9C0711E}"/>
                    </a:ext>
                  </a:extLst>
                </p:cNvPr>
                <p:cNvSpPr txBox="1"/>
                <p:nvPr/>
              </p:nvSpPr>
              <p:spPr>
                <a:xfrm>
                  <a:off x="921544" y="1524567"/>
                  <a:ext cx="122396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s-ES" b="0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s-ES" b="0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ES" b="0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ES" b="0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oMath>
                    </m:oMathPara>
                  </a14:m>
                  <a:endParaRPr lang="es-ES" dirty="0">
                    <a:solidFill>
                      <a:schemeClr val="accent4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2" name="CuadroTexto 11">
                  <a:extLst>
                    <a:ext uri="{FF2B5EF4-FFF2-40B4-BE49-F238E27FC236}">
                      <a16:creationId xmlns:a16="http://schemas.microsoft.com/office/drawing/2014/main" id="{902BF593-475B-7261-D34C-3035A9C071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1544" y="1524567"/>
                  <a:ext cx="1223963" cy="369332"/>
                </a:xfrm>
                <a:prstGeom prst="rect">
                  <a:avLst/>
                </a:prstGeom>
                <a:blipFill>
                  <a:blip r:embed="rId6"/>
                  <a:stretch>
                    <a:fillRect b="-9836"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CuadroTexto 12">
                  <a:extLst>
                    <a:ext uri="{FF2B5EF4-FFF2-40B4-BE49-F238E27FC236}">
                      <a16:creationId xmlns:a16="http://schemas.microsoft.com/office/drawing/2014/main" id="{B4884939-36D0-A8EC-DD04-FC326D7A6828}"/>
                    </a:ext>
                  </a:extLst>
                </p:cNvPr>
                <p:cNvSpPr txBox="1"/>
                <p:nvPr/>
              </p:nvSpPr>
              <p:spPr>
                <a:xfrm>
                  <a:off x="921544" y="2001838"/>
                  <a:ext cx="174545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p>
                        <m:sSupPr>
                          <m:ctrlPr>
                            <a:rPr lang="es-ES" b="0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b="0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s-ES" b="0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ES" b="0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s-ES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b="0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s-ES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ES" b="0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=5</m:t>
                      </m:r>
                    </m:oMath>
                  </a14:m>
                  <a:r>
                    <a:rPr lang="es-ES" dirty="0">
                      <a:solidFill>
                        <a:schemeClr val="accent4">
                          <a:lumMod val="75000"/>
                        </a:schemeClr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3" name="CuadroTexto 12">
                  <a:extLst>
                    <a:ext uri="{FF2B5EF4-FFF2-40B4-BE49-F238E27FC236}">
                      <a16:creationId xmlns:a16="http://schemas.microsoft.com/office/drawing/2014/main" id="{B4884939-36D0-A8EC-DD04-FC326D7A68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1544" y="2001838"/>
                  <a:ext cx="1745456" cy="369332"/>
                </a:xfrm>
                <a:prstGeom prst="rect">
                  <a:avLst/>
                </a:prstGeom>
                <a:blipFill>
                  <a:blip r:embed="rId7"/>
                  <a:stretch>
                    <a:fillRect b="-9836"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674F664D-8C15-A2D2-6D17-D2BDDB9407A0}"/>
                  </a:ext>
                </a:extLst>
              </p:cNvPr>
              <p:cNvSpPr txBox="1"/>
              <p:nvPr/>
            </p:nvSpPr>
            <p:spPr>
              <a:xfrm>
                <a:off x="2245658" y="2048004"/>
                <a:ext cx="204088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s-E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(1+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674F664D-8C15-A2D2-6D17-D2BDDB9407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5658" y="2048004"/>
                <a:ext cx="2040880" cy="276999"/>
              </a:xfrm>
              <a:prstGeom prst="rect">
                <a:avLst/>
              </a:prstGeom>
              <a:blipFill>
                <a:blip r:embed="rId8"/>
                <a:stretch>
                  <a:fillRect l="-597" r="-2090" b="-400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788AC764-59FD-9DD1-B0D1-F60CDCF28B84}"/>
                  </a:ext>
                </a:extLst>
              </p:cNvPr>
              <p:cNvSpPr txBox="1"/>
              <p:nvPr/>
            </p:nvSpPr>
            <p:spPr>
              <a:xfrm>
                <a:off x="4286538" y="2048003"/>
                <a:ext cx="245265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s-E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+2</m:t>
                      </m:r>
                      <m:r>
                        <a:rPr lang="es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s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788AC764-59FD-9DD1-B0D1-F60CDCF28B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6538" y="2048003"/>
                <a:ext cx="2452659" cy="276999"/>
              </a:xfrm>
              <a:prstGeom prst="rect">
                <a:avLst/>
              </a:prstGeom>
              <a:blipFill>
                <a:blip r:embed="rId9"/>
                <a:stretch>
                  <a:fillRect l="-496" r="-1489" b="-13333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02F0E7CA-FAA4-CCA8-6F8B-BCAB0580674F}"/>
                  </a:ext>
                </a:extLst>
              </p:cNvPr>
              <p:cNvSpPr txBox="1"/>
              <p:nvPr/>
            </p:nvSpPr>
            <p:spPr>
              <a:xfrm>
                <a:off x="6739197" y="2048003"/>
                <a:ext cx="206178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s-E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+2</m:t>
                      </m:r>
                      <m:r>
                        <a:rPr lang="es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s-E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−4=0</m:t>
                      </m:r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02F0E7CA-FAA4-CCA8-6F8B-BCAB058067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9197" y="2048003"/>
                <a:ext cx="2061783" cy="276999"/>
              </a:xfrm>
              <a:prstGeom prst="rect">
                <a:avLst/>
              </a:prstGeom>
              <a:blipFill>
                <a:blip r:embed="rId10"/>
                <a:stretch>
                  <a:fillRect l="-888" r="-1775" b="-1111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5932114B-DE00-CE2F-0BB8-526561AFC4CB}"/>
                  </a:ext>
                </a:extLst>
              </p:cNvPr>
              <p:cNvSpPr txBox="1"/>
              <p:nvPr/>
            </p:nvSpPr>
            <p:spPr>
              <a:xfrm>
                <a:off x="8800980" y="2048003"/>
                <a:ext cx="180530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s-E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s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s-E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−2=0</m:t>
                      </m:r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5932114B-DE00-CE2F-0BB8-526561AFC4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0980" y="2048003"/>
                <a:ext cx="1805302" cy="276999"/>
              </a:xfrm>
              <a:prstGeom prst="rect">
                <a:avLst/>
              </a:prstGeom>
              <a:blipFill>
                <a:blip r:embed="rId11"/>
                <a:stretch>
                  <a:fillRect l="-1014" r="-2365" b="-1111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BA347F94-DCD0-5AD8-AD61-2889FE1FFF7B}"/>
                  </a:ext>
                </a:extLst>
              </p:cNvPr>
              <p:cNvSpPr txBox="1"/>
              <p:nvPr/>
            </p:nvSpPr>
            <p:spPr>
              <a:xfrm>
                <a:off x="2030223" y="1570733"/>
                <a:ext cx="127355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s-E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s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E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1+</m:t>
                      </m:r>
                      <m:r>
                        <m:rPr>
                          <m:sty m:val="p"/>
                        </m:rPr>
                        <a:rPr lang="es-E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x</m:t>
                      </m:r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BA347F94-DCD0-5AD8-AD61-2889FE1FFF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0223" y="1570733"/>
                <a:ext cx="1273554" cy="276999"/>
              </a:xfrm>
              <a:prstGeom prst="rect">
                <a:avLst/>
              </a:prstGeom>
              <a:blipFill>
                <a:blip r:embed="rId12"/>
                <a:stretch>
                  <a:fillRect l="-1435" r="-1435" b="-3111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20075A4B-4A6D-B425-71C3-CAFC8EDBFE2F}"/>
              </a:ext>
            </a:extLst>
          </p:cNvPr>
          <p:cNvSpPr/>
          <p:nvPr/>
        </p:nvSpPr>
        <p:spPr>
          <a:xfrm>
            <a:off x="9048750" y="2048003"/>
            <a:ext cx="1555151" cy="297528"/>
          </a:xfrm>
          <a:prstGeom prst="roundRect">
            <a:avLst>
              <a:gd name="adj" fmla="val 34720"/>
            </a:avLst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68D84FC4-E0EA-61A0-C5AF-3C0B4D3F9A10}"/>
              </a:ext>
            </a:extLst>
          </p:cNvPr>
          <p:cNvSpPr txBox="1"/>
          <p:nvPr/>
        </p:nvSpPr>
        <p:spPr>
          <a:xfrm>
            <a:off x="9016700" y="1678670"/>
            <a:ext cx="1619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Ec. 2º grado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8B5671AB-8D38-AD95-47CD-9C6E0D19CCDE}"/>
                  </a:ext>
                </a:extLst>
              </p:cNvPr>
              <p:cNvSpPr txBox="1"/>
              <p:nvPr/>
            </p:nvSpPr>
            <p:spPr>
              <a:xfrm>
                <a:off x="921544" y="2841344"/>
                <a:ext cx="7620996" cy="59433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±</m:t>
                          </m:r>
                          <m:rad>
                            <m:radPr>
                              <m:degHide m:val="on"/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−4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𝑎𝑐</m:t>
                              </m:r>
                            </m:e>
                          </m:rad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sup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±</m:t>
                          </m:r>
                          <m:rad>
                            <m:radPr>
                              <m:degHide m:val="on"/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1−4∙1∙(−2)</m:t>
                              </m:r>
                            </m:e>
                          </m:rad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∙1</m:t>
                          </m:r>
                        </m:den>
                      </m:f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±</m:t>
                          </m:r>
                          <m:rad>
                            <m:radPr>
                              <m:degHide m:val="on"/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1+8</m:t>
                              </m:r>
                            </m:e>
                          </m:rad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E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±</m:t>
                          </m:r>
                          <m:rad>
                            <m:radPr>
                              <m:degHide m:val="on"/>
                              <m:ctrlPr>
                                <a:rPr lang="es-E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9</m:t>
                              </m:r>
                            </m:e>
                          </m:rad>
                        </m:num>
                        <m:den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E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±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8B5671AB-8D38-AD95-47CD-9C6E0D19CC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544" y="2841344"/>
                <a:ext cx="7620996" cy="59433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788150FD-6DB5-835A-5399-0585C60FD232}"/>
                  </a:ext>
                </a:extLst>
              </p:cNvPr>
              <p:cNvSpPr txBox="1"/>
              <p:nvPr/>
            </p:nvSpPr>
            <p:spPr>
              <a:xfrm>
                <a:off x="8627544" y="2834818"/>
                <a:ext cx="97501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s-E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788150FD-6DB5-835A-5399-0585C60FD2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7544" y="2834818"/>
                <a:ext cx="975011" cy="276999"/>
              </a:xfrm>
              <a:prstGeom prst="rect">
                <a:avLst/>
              </a:prstGeom>
              <a:blipFill>
                <a:blip r:embed="rId14"/>
                <a:stretch>
                  <a:fillRect l="-1875" r="-5000" b="-22222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62087152-D999-560C-3B37-536FC4E8826D}"/>
                  </a:ext>
                </a:extLst>
              </p:cNvPr>
              <p:cNvSpPr txBox="1"/>
              <p:nvPr/>
            </p:nvSpPr>
            <p:spPr>
              <a:xfrm>
                <a:off x="8627544" y="3284660"/>
                <a:ext cx="115345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s-E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E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62087152-D999-560C-3B37-536FC4E882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7544" y="3284660"/>
                <a:ext cx="1153457" cy="276999"/>
              </a:xfrm>
              <a:prstGeom prst="rect">
                <a:avLst/>
              </a:prstGeom>
              <a:blipFill>
                <a:blip r:embed="rId15"/>
                <a:stretch>
                  <a:fillRect l="-1587" r="-4233" b="-200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Abrir llave 22">
            <a:extLst>
              <a:ext uri="{FF2B5EF4-FFF2-40B4-BE49-F238E27FC236}">
                <a16:creationId xmlns:a16="http://schemas.microsoft.com/office/drawing/2014/main" id="{8D483A89-30F9-860A-CB96-7C3E9D20B47D}"/>
              </a:ext>
            </a:extLst>
          </p:cNvPr>
          <p:cNvSpPr/>
          <p:nvPr/>
        </p:nvSpPr>
        <p:spPr>
          <a:xfrm>
            <a:off x="8555710" y="2852202"/>
            <a:ext cx="143669" cy="715029"/>
          </a:xfrm>
          <a:prstGeom prst="leftBrace">
            <a:avLst>
              <a:gd name="adj1" fmla="val 43154"/>
              <a:gd name="adj2" fmla="val 50000"/>
            </a:avLst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B79B8847-2AAC-B566-B1B7-A7F53A274C2B}"/>
                  </a:ext>
                </a:extLst>
              </p:cNvPr>
              <p:cNvSpPr txBox="1"/>
              <p:nvPr/>
            </p:nvSpPr>
            <p:spPr>
              <a:xfrm>
                <a:off x="921544" y="3876502"/>
                <a:ext cx="240694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  <m:r>
                        <a:rPr lang="es-E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;</m:t>
                      </m:r>
                      <m:r>
                        <a:rPr lang="es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=1+2=3</m:t>
                      </m:r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B79B8847-2AAC-B566-B1B7-A7F53A274C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544" y="3876502"/>
                <a:ext cx="2406941" cy="276999"/>
              </a:xfrm>
              <a:prstGeom prst="rect">
                <a:avLst/>
              </a:prstGeom>
              <a:blipFill>
                <a:blip r:embed="rId16"/>
                <a:stretch>
                  <a:fillRect l="-759" r="-1772" b="-3111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862EB886-1CD5-EABE-6565-8338763AC2FD}"/>
                  </a:ext>
                </a:extLst>
              </p:cNvPr>
              <p:cNvSpPr txBox="1"/>
              <p:nvPr/>
            </p:nvSpPr>
            <p:spPr>
              <a:xfrm>
                <a:off x="921544" y="4326344"/>
                <a:ext cx="295619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E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</m:t>
                      </m:r>
                      <m:r>
                        <a:rPr lang="es-E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;</m:t>
                      </m:r>
                      <m:r>
                        <a:rPr lang="es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s-E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E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  <m:r>
                        <a:rPr lang="es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+(−1)</m:t>
                      </m:r>
                      <m:r>
                        <a:rPr lang="es-E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E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862EB886-1CD5-EABE-6565-8338763AC2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544" y="4326344"/>
                <a:ext cx="2956194" cy="276999"/>
              </a:xfrm>
              <a:prstGeom prst="rect">
                <a:avLst/>
              </a:prstGeom>
              <a:blipFill>
                <a:blip r:embed="rId17"/>
                <a:stretch>
                  <a:fillRect l="-412" r="-1443" b="-400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27285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500"/>
                            </p:stCondLst>
                            <p:childTnLst>
                              <p:par>
                                <p:cTn id="5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00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2500"/>
                            </p:stCondLst>
                            <p:childTnLst>
                              <p:par>
                                <p:cTn id="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4" grpId="0"/>
      <p:bldP spid="5" grpId="0"/>
      <p:bldP spid="14" grpId="0"/>
      <p:bldP spid="15" grpId="0"/>
      <p:bldP spid="16" grpId="0"/>
      <p:bldP spid="17" grpId="0" animBg="1"/>
      <p:bldP spid="18" grpId="0"/>
      <p:bldP spid="19" grpId="0"/>
      <p:bldP spid="20" grpId="0"/>
      <p:bldP spid="22" grpId="0"/>
      <p:bldP spid="23" grpId="0" animBg="1"/>
      <p:bldP spid="24" grpId="0"/>
      <p:bldP spid="25" grpId="0"/>
    </p:bld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704</TotalTime>
  <Words>252</Words>
  <Application>Microsoft Office PowerPoint</Application>
  <PresentationFormat>Panorámica</PresentationFormat>
  <Paragraphs>25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8" baseType="lpstr">
      <vt:lpstr>Arial</vt:lpstr>
      <vt:lpstr>Cambria Math</vt:lpstr>
      <vt:lpstr>Century Gothic</vt:lpstr>
      <vt:lpstr>SF Fedora</vt:lpstr>
      <vt:lpstr>Tema de Office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Illán Linos Souto</dc:creator>
  <cp:lastModifiedBy>Illán Linos Souto</cp:lastModifiedBy>
  <cp:revision>76</cp:revision>
  <dcterms:created xsi:type="dcterms:W3CDTF">2024-08-18T18:48:07Z</dcterms:created>
  <dcterms:modified xsi:type="dcterms:W3CDTF">2024-10-22T10:29:44Z</dcterms:modified>
</cp:coreProperties>
</file>
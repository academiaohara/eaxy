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81C02-3F1C-4943-87C5-458DA593DFD8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AFDDA-FA4A-4B74-BDB2-A16EAD2565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162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AFDDA-FA4A-4B74-BDB2-A16EAD25659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287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47373"/>
            <a:ext cx="11121832" cy="49636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955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gráficas describen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relaciones entre dos variables.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C475E2B9-BC82-2F8C-5976-FD27939AF90B}"/>
              </a:ext>
            </a:extLst>
          </p:cNvPr>
          <p:cNvSpPr/>
          <p:nvPr/>
        </p:nvSpPr>
        <p:spPr>
          <a:xfrm>
            <a:off x="535084" y="1544861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FDF01B7F-1FF1-5764-0312-1A429D92606B}"/>
              </a:ext>
            </a:extLst>
          </p:cNvPr>
          <p:cNvSpPr txBox="1"/>
          <p:nvPr/>
        </p:nvSpPr>
        <p:spPr>
          <a:xfrm>
            <a:off x="535084" y="154486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variable que se representa en el eje horizontal se llama “variable x” o “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variable independiente</a:t>
            </a:r>
            <a:r>
              <a:rPr lang="es-ES" sz="2000" b="1" dirty="0"/>
              <a:t>”. La del eje vertical, “variable y” o “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variable dependiente</a:t>
            </a:r>
            <a:r>
              <a:rPr lang="es-ES" sz="2000" b="1" dirty="0"/>
              <a:t>”.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E50E58F-A3FC-5D24-398D-0C579B07FFEA}"/>
              </a:ext>
            </a:extLst>
          </p:cNvPr>
          <p:cNvSpPr/>
          <p:nvPr/>
        </p:nvSpPr>
        <p:spPr>
          <a:xfrm>
            <a:off x="535084" y="2353870"/>
            <a:ext cx="11121832" cy="45119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81F19DE1-C7A6-0234-AFBA-6B780A5BD876}"/>
              </a:ext>
            </a:extLst>
          </p:cNvPr>
          <p:cNvSpPr txBox="1"/>
          <p:nvPr/>
        </p:nvSpPr>
        <p:spPr>
          <a:xfrm>
            <a:off x="535084" y="237941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variable y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función </a:t>
            </a:r>
            <a:r>
              <a:rPr lang="es-ES" sz="2000" b="1" dirty="0"/>
              <a:t>de la variable x.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3426A849-1335-A7F2-29C3-0E375F585952}"/>
              </a:ext>
            </a:extLst>
          </p:cNvPr>
          <p:cNvSpPr/>
          <p:nvPr/>
        </p:nvSpPr>
        <p:spPr>
          <a:xfrm>
            <a:off x="535084" y="2906185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F2854AB5-7FA3-E7B7-6921-0825E564847B}"/>
              </a:ext>
            </a:extLst>
          </p:cNvPr>
          <p:cNvSpPr txBox="1"/>
          <p:nvPr/>
        </p:nvSpPr>
        <p:spPr>
          <a:xfrm>
            <a:off x="535084" y="290618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interpretar una gráfica, tenemos que mirarla de izquierda a derecha, observando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cómo varía la variable dependiente</a:t>
            </a:r>
            <a:r>
              <a:rPr lang="es-ES" sz="2000" b="1" dirty="0"/>
              <a:t>, y,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 aumentar la variable independiente</a:t>
            </a:r>
            <a:r>
              <a:rPr lang="es-ES" sz="2000" b="1" dirty="0"/>
              <a:t>, x.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2D7641E-4382-437C-6EB2-0D7EC8DB022F}"/>
              </a:ext>
            </a:extLst>
          </p:cNvPr>
          <p:cNvCxnSpPr>
            <a:cxnSpLocks/>
          </p:cNvCxnSpPr>
          <p:nvPr/>
        </p:nvCxnSpPr>
        <p:spPr>
          <a:xfrm>
            <a:off x="2846854" y="6411411"/>
            <a:ext cx="6883400" cy="0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30FD431-9C00-BEA4-92D5-73F17BF99C3E}"/>
              </a:ext>
            </a:extLst>
          </p:cNvPr>
          <p:cNvCxnSpPr>
            <a:cxnSpLocks/>
          </p:cNvCxnSpPr>
          <p:nvPr/>
        </p:nvCxnSpPr>
        <p:spPr>
          <a:xfrm flipV="1">
            <a:off x="3380254" y="3806822"/>
            <a:ext cx="0" cy="2799347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FFEDFA6-9A4F-9698-1E78-94263146D93D}"/>
              </a:ext>
            </a:extLst>
          </p:cNvPr>
          <p:cNvSpPr txBox="1"/>
          <p:nvPr/>
        </p:nvSpPr>
        <p:spPr>
          <a:xfrm>
            <a:off x="6969687" y="5908090"/>
            <a:ext cx="36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Variable independiente (x)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48F4826-E910-6BF1-EEAB-77B25E14254E}"/>
              </a:ext>
            </a:extLst>
          </p:cNvPr>
          <p:cNvSpPr txBox="1"/>
          <p:nvPr/>
        </p:nvSpPr>
        <p:spPr>
          <a:xfrm>
            <a:off x="-111217" y="3816792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/>
              <a:t>Variable </a:t>
            </a:r>
          </a:p>
          <a:p>
            <a:pPr algn="r"/>
            <a:r>
              <a:rPr lang="es-ES" sz="2000" b="1" dirty="0"/>
              <a:t>dependiente (y)</a:t>
            </a:r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0FAC150-4647-A09A-F8C1-106D99962AD3}"/>
              </a:ext>
            </a:extLst>
          </p:cNvPr>
          <p:cNvSpPr/>
          <p:nvPr/>
        </p:nvSpPr>
        <p:spPr>
          <a:xfrm>
            <a:off x="3809997" y="3882440"/>
            <a:ext cx="4656423" cy="2362200"/>
          </a:xfrm>
          <a:custGeom>
            <a:avLst/>
            <a:gdLst>
              <a:gd name="connsiteX0" fmla="*/ 0 w 3403600"/>
              <a:gd name="connsiteY0" fmla="*/ 2362200 h 2362200"/>
              <a:gd name="connsiteX1" fmla="*/ 698500 w 3403600"/>
              <a:gd name="connsiteY1" fmla="*/ 787400 h 2362200"/>
              <a:gd name="connsiteX2" fmla="*/ 2501900 w 3403600"/>
              <a:gd name="connsiteY2" fmla="*/ 1054100 h 2362200"/>
              <a:gd name="connsiteX3" fmla="*/ 3403600 w 3403600"/>
              <a:gd name="connsiteY3" fmla="*/ 0 h 236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3600" h="2362200">
                <a:moveTo>
                  <a:pt x="0" y="2362200"/>
                </a:moveTo>
                <a:cubicBezTo>
                  <a:pt x="140758" y="1683808"/>
                  <a:pt x="281517" y="1005417"/>
                  <a:pt x="698500" y="787400"/>
                </a:cubicBezTo>
                <a:cubicBezTo>
                  <a:pt x="1115483" y="569383"/>
                  <a:pt x="2051050" y="1185333"/>
                  <a:pt x="2501900" y="1054100"/>
                </a:cubicBezTo>
                <a:cubicBezTo>
                  <a:pt x="2952750" y="922867"/>
                  <a:pt x="3230033" y="177800"/>
                  <a:pt x="3403600" y="0"/>
                </a:cubicBezTo>
              </a:path>
            </a:pathLst>
          </a:cu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8D70A4C-8543-4646-54CB-831E2BD252A2}"/>
              </a:ext>
            </a:extLst>
          </p:cNvPr>
          <p:cNvSpPr txBox="1"/>
          <p:nvPr/>
        </p:nvSpPr>
        <p:spPr>
          <a:xfrm>
            <a:off x="7845419" y="4170735"/>
            <a:ext cx="2101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FUNCIÓN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43FC57-9A06-D26D-94D5-F8F6FF739AF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87B7DA5-8C56-CB19-29B5-E62344044A8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7" grpId="0" animBg="1"/>
      <p:bldP spid="8" grpId="0"/>
      <p:bldP spid="9" grpId="0" animBg="1"/>
      <p:bldP spid="10" grpId="0"/>
      <p:bldP spid="13" grpId="0"/>
      <p:bldP spid="14" grpId="0"/>
      <p:bldP spid="15" grpId="0" animBg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0076561-3117-4CF5-A01C-E294BE4C4A4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1. Funcion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11 - Funciones&quot;]]"/>
  <p:tag name="ISPRING_SCORM_RATE_QUIZZES" val="0"/>
  <p:tag name="ISPRING_PRESENTATION_TITLE" val="1. Funcion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D62B633-1BA7-4351-A57A-10C6B1C3E54B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98</Words>
  <Application>Microsoft Office PowerPoint</Application>
  <PresentationFormat>Panorámica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Funciones</dc:title>
  <dc:creator>Illán Linos Souto</dc:creator>
  <cp:lastModifiedBy>Illán Linos</cp:lastModifiedBy>
  <cp:revision>58</cp:revision>
  <dcterms:created xsi:type="dcterms:W3CDTF">2024-08-18T18:48:07Z</dcterms:created>
  <dcterms:modified xsi:type="dcterms:W3CDTF">2025-11-18T13:26:04Z</dcterms:modified>
</cp:coreProperties>
</file>
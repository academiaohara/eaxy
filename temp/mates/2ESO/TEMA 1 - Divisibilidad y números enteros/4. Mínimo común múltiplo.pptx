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CDF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B7CD-0AC4-4E9A-9E7A-56EF3C24055C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28C38-A2A3-4127-BAA8-56E49E917B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08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28C38-A2A3-4127-BAA8-56E49E917B3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90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28C38-A2A3-4127-BAA8-56E49E917B3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41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28C38-A2A3-4127-BAA8-56E49E917B3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27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menor múltiplo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F2D326-DCE0-0326-07CC-44BC79039E87}"/>
              </a:ext>
            </a:extLst>
          </p:cNvPr>
          <p:cNvSpPr txBox="1"/>
          <p:nvPr/>
        </p:nvSpPr>
        <p:spPr>
          <a:xfrm>
            <a:off x="535084" y="1696207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MCM de 2 y 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666EEE-CF8F-FAD8-8730-CA75222292CF}"/>
              </a:ext>
            </a:extLst>
          </p:cNvPr>
          <p:cNvSpPr txBox="1"/>
          <p:nvPr/>
        </p:nvSpPr>
        <p:spPr>
          <a:xfrm>
            <a:off x="545851" y="2188232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 de 2: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36EA74-8E31-926D-4645-E09953DBECC1}"/>
              </a:ext>
            </a:extLst>
          </p:cNvPr>
          <p:cNvSpPr txBox="1"/>
          <p:nvPr/>
        </p:nvSpPr>
        <p:spPr>
          <a:xfrm>
            <a:off x="548995" y="2710583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 de 3: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CF240E-B053-C4D0-2701-5362C023E1A5}"/>
              </a:ext>
            </a:extLst>
          </p:cNvPr>
          <p:cNvSpPr txBox="1"/>
          <p:nvPr/>
        </p:nvSpPr>
        <p:spPr>
          <a:xfrm>
            <a:off x="2490940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3A231C-C3ED-58B2-FAA7-51A9FC80AB09}"/>
              </a:ext>
            </a:extLst>
          </p:cNvPr>
          <p:cNvSpPr txBox="1"/>
          <p:nvPr/>
        </p:nvSpPr>
        <p:spPr>
          <a:xfrm>
            <a:off x="2865278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FE03BA-8A61-1044-D46C-19A38DC016F7}"/>
              </a:ext>
            </a:extLst>
          </p:cNvPr>
          <p:cNvSpPr txBox="1"/>
          <p:nvPr/>
        </p:nvSpPr>
        <p:spPr>
          <a:xfrm>
            <a:off x="3239616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2A845-4969-6055-41C0-9A6E6C46E891}"/>
              </a:ext>
            </a:extLst>
          </p:cNvPr>
          <p:cNvSpPr txBox="1"/>
          <p:nvPr/>
        </p:nvSpPr>
        <p:spPr>
          <a:xfrm>
            <a:off x="3613954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BB98D8E-5C80-0914-E5B5-54CA8F1439A9}"/>
              </a:ext>
            </a:extLst>
          </p:cNvPr>
          <p:cNvSpPr txBox="1"/>
          <p:nvPr/>
        </p:nvSpPr>
        <p:spPr>
          <a:xfrm>
            <a:off x="4163259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82F7C0-71FB-C31F-7972-703C756E76DF}"/>
              </a:ext>
            </a:extLst>
          </p:cNvPr>
          <p:cNvSpPr txBox="1"/>
          <p:nvPr/>
        </p:nvSpPr>
        <p:spPr>
          <a:xfrm>
            <a:off x="4712564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2F8069-E87D-B018-8929-B233BA25145E}"/>
              </a:ext>
            </a:extLst>
          </p:cNvPr>
          <p:cNvSpPr txBox="1"/>
          <p:nvPr/>
        </p:nvSpPr>
        <p:spPr>
          <a:xfrm>
            <a:off x="5261869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FFA541A-AA0B-AE46-E9B0-B2525F826578}"/>
              </a:ext>
            </a:extLst>
          </p:cNvPr>
          <p:cNvSpPr txBox="1"/>
          <p:nvPr/>
        </p:nvSpPr>
        <p:spPr>
          <a:xfrm>
            <a:off x="5811174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EF76BB6-C5CC-E879-A1DC-D27370FFE452}"/>
              </a:ext>
            </a:extLst>
          </p:cNvPr>
          <p:cNvSpPr txBox="1"/>
          <p:nvPr/>
        </p:nvSpPr>
        <p:spPr>
          <a:xfrm>
            <a:off x="6360479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27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29FEC0C-7933-EBD0-737E-60DB31322FAE}"/>
              </a:ext>
            </a:extLst>
          </p:cNvPr>
          <p:cNvSpPr txBox="1"/>
          <p:nvPr/>
        </p:nvSpPr>
        <p:spPr>
          <a:xfrm>
            <a:off x="6909784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E7B81F0-2B9E-FF56-77A7-EAB1AC49E11A}"/>
              </a:ext>
            </a:extLst>
          </p:cNvPr>
          <p:cNvSpPr txBox="1"/>
          <p:nvPr/>
        </p:nvSpPr>
        <p:spPr>
          <a:xfrm>
            <a:off x="7459090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33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00FD20A-CBB0-4F5B-9426-B51AB4E684E1}"/>
              </a:ext>
            </a:extLst>
          </p:cNvPr>
          <p:cNvSpPr txBox="1"/>
          <p:nvPr/>
        </p:nvSpPr>
        <p:spPr>
          <a:xfrm>
            <a:off x="2490940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80DB0E9-06A4-FC10-D4CC-58FFF14AAA8A}"/>
              </a:ext>
            </a:extLst>
          </p:cNvPr>
          <p:cNvSpPr txBox="1"/>
          <p:nvPr/>
        </p:nvSpPr>
        <p:spPr>
          <a:xfrm>
            <a:off x="2865278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79F2AD7-B90B-1D6E-28D7-8942324F4B23}"/>
              </a:ext>
            </a:extLst>
          </p:cNvPr>
          <p:cNvSpPr txBox="1"/>
          <p:nvPr/>
        </p:nvSpPr>
        <p:spPr>
          <a:xfrm>
            <a:off x="3239616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F4C7912-DCDB-C960-7E58-0C782A1EDC29}"/>
              </a:ext>
            </a:extLst>
          </p:cNvPr>
          <p:cNvSpPr txBox="1"/>
          <p:nvPr/>
        </p:nvSpPr>
        <p:spPr>
          <a:xfrm>
            <a:off x="3613954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0216949-F1FA-0C82-EB43-F2AC18CD9EBF}"/>
              </a:ext>
            </a:extLst>
          </p:cNvPr>
          <p:cNvSpPr txBox="1"/>
          <p:nvPr/>
        </p:nvSpPr>
        <p:spPr>
          <a:xfrm>
            <a:off x="4163259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5351529-F1C7-FAE1-C788-CCC50EF48835}"/>
              </a:ext>
            </a:extLst>
          </p:cNvPr>
          <p:cNvSpPr txBox="1"/>
          <p:nvPr/>
        </p:nvSpPr>
        <p:spPr>
          <a:xfrm>
            <a:off x="4712564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487B79A-4652-F583-D76A-F44FAF87597F}"/>
              </a:ext>
            </a:extLst>
          </p:cNvPr>
          <p:cNvSpPr txBox="1"/>
          <p:nvPr/>
        </p:nvSpPr>
        <p:spPr>
          <a:xfrm>
            <a:off x="5261869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14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BC344CA-7AB7-5EA5-335D-8EF43940DB8E}"/>
              </a:ext>
            </a:extLst>
          </p:cNvPr>
          <p:cNvSpPr txBox="1"/>
          <p:nvPr/>
        </p:nvSpPr>
        <p:spPr>
          <a:xfrm>
            <a:off x="5811174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16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E94B663-9CC9-FAEA-9E55-640919ECE419}"/>
              </a:ext>
            </a:extLst>
          </p:cNvPr>
          <p:cNvSpPr txBox="1"/>
          <p:nvPr/>
        </p:nvSpPr>
        <p:spPr>
          <a:xfrm>
            <a:off x="6360479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ABABAB1-CEB8-AF89-77BF-C0020F85A7B0}"/>
              </a:ext>
            </a:extLst>
          </p:cNvPr>
          <p:cNvSpPr txBox="1"/>
          <p:nvPr/>
        </p:nvSpPr>
        <p:spPr>
          <a:xfrm>
            <a:off x="6909784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542385D-7E83-2B2B-8085-D41A8635CCFD}"/>
              </a:ext>
            </a:extLst>
          </p:cNvPr>
          <p:cNvSpPr txBox="1"/>
          <p:nvPr/>
        </p:nvSpPr>
        <p:spPr>
          <a:xfrm>
            <a:off x="7459090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5C5204A-B217-9F88-C770-FC4CDC7E0BA0}"/>
              </a:ext>
            </a:extLst>
          </p:cNvPr>
          <p:cNvSpPr txBox="1"/>
          <p:nvPr/>
        </p:nvSpPr>
        <p:spPr>
          <a:xfrm>
            <a:off x="533222" y="3293253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MCM de 2, 3, 5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B67F28D-600F-01BA-3E0E-8F7C064EE7C7}"/>
              </a:ext>
            </a:extLst>
          </p:cNvPr>
          <p:cNvSpPr txBox="1"/>
          <p:nvPr/>
        </p:nvSpPr>
        <p:spPr>
          <a:xfrm>
            <a:off x="543989" y="3924978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 de 2: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DF95171-5F7F-A886-2B0E-EEA8A877BDF1}"/>
              </a:ext>
            </a:extLst>
          </p:cNvPr>
          <p:cNvSpPr txBox="1"/>
          <p:nvPr/>
        </p:nvSpPr>
        <p:spPr>
          <a:xfrm>
            <a:off x="547133" y="4443594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 de 3: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BF7C888-98B4-73DE-8CF7-7D1DAE9CBB00}"/>
              </a:ext>
            </a:extLst>
          </p:cNvPr>
          <p:cNvSpPr txBox="1"/>
          <p:nvPr/>
        </p:nvSpPr>
        <p:spPr>
          <a:xfrm>
            <a:off x="2504765" y="4443594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E07221E-3F83-2745-5E22-C20532CAC612}"/>
              </a:ext>
            </a:extLst>
          </p:cNvPr>
          <p:cNvSpPr txBox="1"/>
          <p:nvPr/>
        </p:nvSpPr>
        <p:spPr>
          <a:xfrm>
            <a:off x="2879103" y="4443594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CA8882F-80C8-CC5A-90AA-F3907A98BA4E}"/>
              </a:ext>
            </a:extLst>
          </p:cNvPr>
          <p:cNvSpPr txBox="1"/>
          <p:nvPr/>
        </p:nvSpPr>
        <p:spPr>
          <a:xfrm>
            <a:off x="3280624" y="4443594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8B010AA-49D5-6E5D-9012-B82D19984CD3}"/>
              </a:ext>
            </a:extLst>
          </p:cNvPr>
          <p:cNvSpPr txBox="1"/>
          <p:nvPr/>
        </p:nvSpPr>
        <p:spPr>
          <a:xfrm>
            <a:off x="3627779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1E10F7D-72E6-5DB7-1285-31473E93C202}"/>
              </a:ext>
            </a:extLst>
          </p:cNvPr>
          <p:cNvSpPr txBox="1"/>
          <p:nvPr/>
        </p:nvSpPr>
        <p:spPr>
          <a:xfrm>
            <a:off x="4177084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5F98580-866F-584D-BE92-41CE6ABA3D6C}"/>
              </a:ext>
            </a:extLst>
          </p:cNvPr>
          <p:cNvSpPr txBox="1"/>
          <p:nvPr/>
        </p:nvSpPr>
        <p:spPr>
          <a:xfrm>
            <a:off x="4726389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7AD8AD4-F430-D53B-03AA-AF8A89B14B14}"/>
              </a:ext>
            </a:extLst>
          </p:cNvPr>
          <p:cNvSpPr txBox="1"/>
          <p:nvPr/>
        </p:nvSpPr>
        <p:spPr>
          <a:xfrm>
            <a:off x="5275694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652BF29-0F59-BA1B-B8DD-7236E48831CA}"/>
              </a:ext>
            </a:extLst>
          </p:cNvPr>
          <p:cNvSpPr txBox="1"/>
          <p:nvPr/>
        </p:nvSpPr>
        <p:spPr>
          <a:xfrm>
            <a:off x="5824999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24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C565355-F306-F04E-F91C-B99007A6F318}"/>
              </a:ext>
            </a:extLst>
          </p:cNvPr>
          <p:cNvSpPr txBox="1"/>
          <p:nvPr/>
        </p:nvSpPr>
        <p:spPr>
          <a:xfrm>
            <a:off x="6374304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27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12DA2F6-DE0E-98B6-068A-38CAE4189CDA}"/>
              </a:ext>
            </a:extLst>
          </p:cNvPr>
          <p:cNvSpPr txBox="1"/>
          <p:nvPr/>
        </p:nvSpPr>
        <p:spPr>
          <a:xfrm>
            <a:off x="6923609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1FEBD4DF-5218-6667-45C8-3997593BFAF4}"/>
              </a:ext>
            </a:extLst>
          </p:cNvPr>
          <p:cNvSpPr txBox="1"/>
          <p:nvPr/>
        </p:nvSpPr>
        <p:spPr>
          <a:xfrm>
            <a:off x="7472915" y="4443594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33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12E3E8A-711A-BF26-07ED-2FD5C540F851}"/>
              </a:ext>
            </a:extLst>
          </p:cNvPr>
          <p:cNvSpPr txBox="1"/>
          <p:nvPr/>
        </p:nvSpPr>
        <p:spPr>
          <a:xfrm>
            <a:off x="2504765" y="3930179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D919B00-D7ED-449C-A869-7FDD2AE103A1}"/>
              </a:ext>
            </a:extLst>
          </p:cNvPr>
          <p:cNvSpPr txBox="1"/>
          <p:nvPr/>
        </p:nvSpPr>
        <p:spPr>
          <a:xfrm>
            <a:off x="2879103" y="3930179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6774369-143E-A532-1726-00614B4A5E8B}"/>
              </a:ext>
            </a:extLst>
          </p:cNvPr>
          <p:cNvSpPr txBox="1"/>
          <p:nvPr/>
        </p:nvSpPr>
        <p:spPr>
          <a:xfrm>
            <a:off x="3280624" y="3930179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C6153D7-2592-A159-380A-1009961BF26C}"/>
              </a:ext>
            </a:extLst>
          </p:cNvPr>
          <p:cNvSpPr txBox="1"/>
          <p:nvPr/>
        </p:nvSpPr>
        <p:spPr>
          <a:xfrm>
            <a:off x="3627779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91CACBC-0BF6-3F8E-4711-D83B098C620F}"/>
              </a:ext>
            </a:extLst>
          </p:cNvPr>
          <p:cNvSpPr txBox="1"/>
          <p:nvPr/>
        </p:nvSpPr>
        <p:spPr>
          <a:xfrm>
            <a:off x="4177084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328A5305-89E4-FB4F-9213-46544D9D91F0}"/>
              </a:ext>
            </a:extLst>
          </p:cNvPr>
          <p:cNvSpPr txBox="1"/>
          <p:nvPr/>
        </p:nvSpPr>
        <p:spPr>
          <a:xfrm>
            <a:off x="4726389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…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391EEC0-BC9D-98E0-08F2-86B57DC46B1D}"/>
              </a:ext>
            </a:extLst>
          </p:cNvPr>
          <p:cNvSpPr txBox="1"/>
          <p:nvPr/>
        </p:nvSpPr>
        <p:spPr>
          <a:xfrm>
            <a:off x="5275694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22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A52714A-A2AF-621A-A75E-B0CAEAFAFBCB}"/>
              </a:ext>
            </a:extLst>
          </p:cNvPr>
          <p:cNvSpPr txBox="1"/>
          <p:nvPr/>
        </p:nvSpPr>
        <p:spPr>
          <a:xfrm>
            <a:off x="5824999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24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13F5B3C-4DAA-50EE-43DB-F3E7EDBB1D73}"/>
              </a:ext>
            </a:extLst>
          </p:cNvPr>
          <p:cNvSpPr txBox="1"/>
          <p:nvPr/>
        </p:nvSpPr>
        <p:spPr>
          <a:xfrm>
            <a:off x="6374304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26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7D25FADF-15CD-B98A-B55A-7F332828BEC7}"/>
              </a:ext>
            </a:extLst>
          </p:cNvPr>
          <p:cNvSpPr txBox="1"/>
          <p:nvPr/>
        </p:nvSpPr>
        <p:spPr>
          <a:xfrm>
            <a:off x="6923609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28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7134394E-F13F-31D3-797A-09C79FCC4125}"/>
              </a:ext>
            </a:extLst>
          </p:cNvPr>
          <p:cNvSpPr txBox="1"/>
          <p:nvPr/>
        </p:nvSpPr>
        <p:spPr>
          <a:xfrm>
            <a:off x="7472915" y="3930179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0EBF3B66-D55F-6A44-9A92-5D7A1EBFB7E9}"/>
              </a:ext>
            </a:extLst>
          </p:cNvPr>
          <p:cNvSpPr txBox="1"/>
          <p:nvPr/>
        </p:nvSpPr>
        <p:spPr>
          <a:xfrm>
            <a:off x="547133" y="4969840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 de 5: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B5E5596-7F85-17B1-A1FD-DC65AA5415FC}"/>
              </a:ext>
            </a:extLst>
          </p:cNvPr>
          <p:cNvSpPr txBox="1"/>
          <p:nvPr/>
        </p:nvSpPr>
        <p:spPr>
          <a:xfrm>
            <a:off x="2504765" y="4969840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5B9A3EB-EEA2-CB5F-ED23-B078AD93D4F5}"/>
              </a:ext>
            </a:extLst>
          </p:cNvPr>
          <p:cNvSpPr txBox="1"/>
          <p:nvPr/>
        </p:nvSpPr>
        <p:spPr>
          <a:xfrm>
            <a:off x="2801892" y="4969840"/>
            <a:ext cx="534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A818D4B6-ACA4-1532-D556-C09C84B8A161}"/>
              </a:ext>
            </a:extLst>
          </p:cNvPr>
          <p:cNvSpPr txBox="1"/>
          <p:nvPr/>
        </p:nvSpPr>
        <p:spPr>
          <a:xfrm>
            <a:off x="3193140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60E1033-4F1D-399E-6C77-353BEA36BE20}"/>
              </a:ext>
            </a:extLst>
          </p:cNvPr>
          <p:cNvSpPr txBox="1"/>
          <p:nvPr/>
        </p:nvSpPr>
        <p:spPr>
          <a:xfrm>
            <a:off x="3627779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A110EBAF-870C-7696-2DFA-AE97C31FFA12}"/>
              </a:ext>
            </a:extLst>
          </p:cNvPr>
          <p:cNvSpPr txBox="1"/>
          <p:nvPr/>
        </p:nvSpPr>
        <p:spPr>
          <a:xfrm>
            <a:off x="4177084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25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7A4BDF4-DFCB-28F9-926C-9AC4F0993811}"/>
              </a:ext>
            </a:extLst>
          </p:cNvPr>
          <p:cNvSpPr txBox="1"/>
          <p:nvPr/>
        </p:nvSpPr>
        <p:spPr>
          <a:xfrm>
            <a:off x="4726389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749F5D9-63A8-0C51-2E49-B44464DAAD72}"/>
              </a:ext>
            </a:extLst>
          </p:cNvPr>
          <p:cNvSpPr txBox="1"/>
          <p:nvPr/>
        </p:nvSpPr>
        <p:spPr>
          <a:xfrm>
            <a:off x="5275694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35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5001B34-ADE5-7DCC-E434-1E5DE1EFE8C4}"/>
              </a:ext>
            </a:extLst>
          </p:cNvPr>
          <p:cNvSpPr txBox="1"/>
          <p:nvPr/>
        </p:nvSpPr>
        <p:spPr>
          <a:xfrm>
            <a:off x="5824999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40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879D4A2-F510-22DB-10F5-4C84AA5E247D}"/>
              </a:ext>
            </a:extLst>
          </p:cNvPr>
          <p:cNvSpPr txBox="1"/>
          <p:nvPr/>
        </p:nvSpPr>
        <p:spPr>
          <a:xfrm>
            <a:off x="6374304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45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F3C1FBB5-8A09-B8DA-1411-0F24DC958AAA}"/>
              </a:ext>
            </a:extLst>
          </p:cNvPr>
          <p:cNvSpPr txBox="1"/>
          <p:nvPr/>
        </p:nvSpPr>
        <p:spPr>
          <a:xfrm>
            <a:off x="6923609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50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94BAD252-8448-3B28-D2B7-1AD3FAA5E238}"/>
              </a:ext>
            </a:extLst>
          </p:cNvPr>
          <p:cNvSpPr txBox="1"/>
          <p:nvPr/>
        </p:nvSpPr>
        <p:spPr>
          <a:xfrm>
            <a:off x="7472915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BEC064-0A0C-B653-01CD-EFC27D9829F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107A24-756B-0D52-227B-907F29BAB92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9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900"/>
                            </p:stCondLst>
                            <p:childTnLst>
                              <p:par>
                                <p:cTn id="1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100"/>
                            </p:stCondLst>
                            <p:childTnLst>
                              <p:par>
                                <p:cTn id="2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1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200"/>
                            </p:stCondLst>
                            <p:childTnLst>
                              <p:par>
                                <p:cTn id="2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300"/>
                            </p:stCondLst>
                            <p:childTnLst>
                              <p:par>
                                <p:cTn id="2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400"/>
                            </p:stCondLst>
                            <p:childTnLst>
                              <p:par>
                                <p:cTn id="2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500"/>
                            </p:stCondLst>
                            <p:childTnLst>
                              <p:par>
                                <p:cTn id="2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1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600"/>
                            </p:stCondLst>
                            <p:childTnLst>
                              <p:par>
                                <p:cTn id="2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1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700"/>
                            </p:stCondLst>
                            <p:childTnLst>
                              <p:par>
                                <p:cTn id="2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800"/>
                            </p:stCondLst>
                            <p:childTnLst>
                              <p:par>
                                <p:cTn id="3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1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1900"/>
                            </p:stCondLst>
                            <p:childTnLst>
                              <p:par>
                                <p:cTn id="3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1" dur="1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2000"/>
                            </p:stCondLst>
                            <p:childTnLst>
                              <p:par>
                                <p:cTn id="3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520"/>
                            </p:stCondLst>
                            <p:childTnLst>
                              <p:par>
                                <p:cTn id="325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040"/>
                            </p:stCondLst>
                            <p:childTnLst>
                              <p:par>
                                <p:cTn id="330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8" grpId="0"/>
      <p:bldP spid="9" grpId="0"/>
      <p:bldP spid="10" grpId="0"/>
      <p:bldP spid="10" grpId="1"/>
      <p:bldP spid="11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8" grpId="0"/>
      <p:bldP spid="29" grpId="0"/>
      <p:bldP spid="30" grpId="0"/>
      <p:bldP spid="31" grpId="0"/>
      <p:bldP spid="31" grpId="1"/>
      <p:bldP spid="32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60" grpId="0"/>
      <p:bldP spid="62" grpId="0"/>
      <p:bldP spid="63" grpId="0"/>
      <p:bldP spid="64" grpId="0"/>
      <p:bldP spid="64" grpId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6" grpId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3" grpId="1"/>
      <p:bldP spid="84" grpId="0"/>
      <p:bldP spid="85" grpId="0"/>
      <p:bldP spid="86" grpId="0"/>
      <p:bldP spid="87" grpId="0"/>
      <p:bldP spid="8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menor múltiplo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FF443679-D492-0BE7-6F8C-3AC7F24D2B6B}"/>
              </a:ext>
            </a:extLst>
          </p:cNvPr>
          <p:cNvSpPr txBox="1"/>
          <p:nvPr/>
        </p:nvSpPr>
        <p:spPr>
          <a:xfrm>
            <a:off x="535084" y="155768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descomponen todos los números en sus factores primos.</a:t>
            </a: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5C2DD0E-540D-843C-1865-DAA901A541DA}"/>
              </a:ext>
            </a:extLst>
          </p:cNvPr>
          <p:cNvSpPr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A80ABD-13A1-AE56-A31A-A382726239CD}"/>
              </a:ext>
            </a:extLst>
          </p:cNvPr>
          <p:cNvSpPr txBox="1"/>
          <p:nvPr/>
        </p:nvSpPr>
        <p:spPr>
          <a:xfrm>
            <a:off x="535084" y="2978905"/>
            <a:ext cx="41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MCM de 16, 24, 320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45386B7-1AA2-727B-DECB-3D88BA13E906}"/>
              </a:ext>
            </a:extLst>
          </p:cNvPr>
          <p:cNvSpPr txBox="1"/>
          <p:nvPr/>
        </p:nvSpPr>
        <p:spPr>
          <a:xfrm>
            <a:off x="394980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16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2346AE2-975E-CC4A-C761-C3CF5297E106}"/>
              </a:ext>
            </a:extLst>
          </p:cNvPr>
          <p:cNvCxnSpPr>
            <a:cxnSpLocks/>
          </p:cNvCxnSpPr>
          <p:nvPr/>
        </p:nvCxnSpPr>
        <p:spPr>
          <a:xfrm>
            <a:off x="1118613" y="3702431"/>
            <a:ext cx="0" cy="2468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91EA538-51FA-C596-E9BD-B1A086ED3767}"/>
              </a:ext>
            </a:extLst>
          </p:cNvPr>
          <p:cNvSpPr txBox="1"/>
          <p:nvPr/>
        </p:nvSpPr>
        <p:spPr>
          <a:xfrm>
            <a:off x="972973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14F48-198C-0A59-D7CD-E9D39C550854}"/>
              </a:ext>
            </a:extLst>
          </p:cNvPr>
          <p:cNvSpPr txBox="1"/>
          <p:nvPr/>
        </p:nvSpPr>
        <p:spPr>
          <a:xfrm>
            <a:off x="394980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5C04786-8C96-D882-450A-01720B6165AE}"/>
              </a:ext>
            </a:extLst>
          </p:cNvPr>
          <p:cNvSpPr txBox="1"/>
          <p:nvPr/>
        </p:nvSpPr>
        <p:spPr>
          <a:xfrm>
            <a:off x="972973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70D345B-A387-487D-6C7A-B845F6B25DA3}"/>
              </a:ext>
            </a:extLst>
          </p:cNvPr>
          <p:cNvSpPr txBox="1"/>
          <p:nvPr/>
        </p:nvSpPr>
        <p:spPr>
          <a:xfrm>
            <a:off x="394980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C194CB8-B09E-74AD-1D72-07C137D5830A}"/>
              </a:ext>
            </a:extLst>
          </p:cNvPr>
          <p:cNvSpPr txBox="1"/>
          <p:nvPr/>
        </p:nvSpPr>
        <p:spPr>
          <a:xfrm>
            <a:off x="972973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E76DE8C-EB4C-A42B-B101-FCB25C2AD301}"/>
              </a:ext>
            </a:extLst>
          </p:cNvPr>
          <p:cNvSpPr txBox="1"/>
          <p:nvPr/>
        </p:nvSpPr>
        <p:spPr>
          <a:xfrm>
            <a:off x="394980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434548C-D577-0B66-2A14-136B03989E2E}"/>
              </a:ext>
            </a:extLst>
          </p:cNvPr>
          <p:cNvSpPr txBox="1"/>
          <p:nvPr/>
        </p:nvSpPr>
        <p:spPr>
          <a:xfrm>
            <a:off x="972973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CEA2A-6500-86A3-FC49-A10C5AC84A1F}"/>
              </a:ext>
            </a:extLst>
          </p:cNvPr>
          <p:cNvSpPr txBox="1"/>
          <p:nvPr/>
        </p:nvSpPr>
        <p:spPr>
          <a:xfrm>
            <a:off x="399839" y="5709443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217EEA0-FA60-540A-6680-30F0615AA5D9}"/>
              </a:ext>
            </a:extLst>
          </p:cNvPr>
          <p:cNvSpPr txBox="1"/>
          <p:nvPr/>
        </p:nvSpPr>
        <p:spPr>
          <a:xfrm>
            <a:off x="2001346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24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C86FFD6-3A59-828E-DBF0-43A4267CB70C}"/>
              </a:ext>
            </a:extLst>
          </p:cNvPr>
          <p:cNvCxnSpPr>
            <a:cxnSpLocks/>
          </p:cNvCxnSpPr>
          <p:nvPr/>
        </p:nvCxnSpPr>
        <p:spPr>
          <a:xfrm>
            <a:off x="2724979" y="3702431"/>
            <a:ext cx="0" cy="2468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FBE35D2-3806-ADF6-7909-F59410469CDC}"/>
              </a:ext>
            </a:extLst>
          </p:cNvPr>
          <p:cNvSpPr txBox="1"/>
          <p:nvPr/>
        </p:nvSpPr>
        <p:spPr>
          <a:xfrm>
            <a:off x="2579339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FA03DD7B-868A-EBC0-56B6-D61E3402FA87}"/>
              </a:ext>
            </a:extLst>
          </p:cNvPr>
          <p:cNvSpPr txBox="1"/>
          <p:nvPr/>
        </p:nvSpPr>
        <p:spPr>
          <a:xfrm>
            <a:off x="2001346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12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C8129EBE-6B46-058E-2D0D-CF061EA91B60}"/>
              </a:ext>
            </a:extLst>
          </p:cNvPr>
          <p:cNvSpPr txBox="1"/>
          <p:nvPr/>
        </p:nvSpPr>
        <p:spPr>
          <a:xfrm>
            <a:off x="2579339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FB966910-EEA1-CC51-1B5E-CD79F102DE66}"/>
              </a:ext>
            </a:extLst>
          </p:cNvPr>
          <p:cNvSpPr txBox="1"/>
          <p:nvPr/>
        </p:nvSpPr>
        <p:spPr>
          <a:xfrm>
            <a:off x="2001346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D38FB1-E899-0F05-AB52-9DA802C7975E}"/>
              </a:ext>
            </a:extLst>
          </p:cNvPr>
          <p:cNvSpPr txBox="1"/>
          <p:nvPr/>
        </p:nvSpPr>
        <p:spPr>
          <a:xfrm>
            <a:off x="2579339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2A34B052-B8BD-44ED-62BB-089B01A8EED9}"/>
              </a:ext>
            </a:extLst>
          </p:cNvPr>
          <p:cNvSpPr txBox="1"/>
          <p:nvPr/>
        </p:nvSpPr>
        <p:spPr>
          <a:xfrm>
            <a:off x="2001346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9D54926-697C-23BC-8BE3-567F4C64C49F}"/>
              </a:ext>
            </a:extLst>
          </p:cNvPr>
          <p:cNvSpPr txBox="1"/>
          <p:nvPr/>
        </p:nvSpPr>
        <p:spPr>
          <a:xfrm>
            <a:off x="2579339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2215D6F0-2C8B-DC33-92A1-DCAECF29EA76}"/>
              </a:ext>
            </a:extLst>
          </p:cNvPr>
          <p:cNvSpPr txBox="1"/>
          <p:nvPr/>
        </p:nvSpPr>
        <p:spPr>
          <a:xfrm>
            <a:off x="2006205" y="5709443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CA445070-0C0C-C6CA-ABBF-CB1368566F9E}"/>
              </a:ext>
            </a:extLst>
          </p:cNvPr>
          <p:cNvSpPr txBox="1"/>
          <p:nvPr/>
        </p:nvSpPr>
        <p:spPr>
          <a:xfrm>
            <a:off x="3586069" y="3676125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320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A232E5E8-F62F-A3A6-39F5-0825F68E0335}"/>
              </a:ext>
            </a:extLst>
          </p:cNvPr>
          <p:cNvCxnSpPr>
            <a:cxnSpLocks/>
          </p:cNvCxnSpPr>
          <p:nvPr/>
        </p:nvCxnSpPr>
        <p:spPr>
          <a:xfrm>
            <a:off x="4391220" y="3691610"/>
            <a:ext cx="0" cy="2850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A4D2F63-1D2F-2CF6-549D-2D304AAF45C8}"/>
              </a:ext>
            </a:extLst>
          </p:cNvPr>
          <p:cNvSpPr txBox="1"/>
          <p:nvPr/>
        </p:nvSpPr>
        <p:spPr>
          <a:xfrm>
            <a:off x="4273171" y="3676125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AA68418A-D47B-C60C-714E-808CCEF91962}"/>
              </a:ext>
            </a:extLst>
          </p:cNvPr>
          <p:cNvSpPr txBox="1"/>
          <p:nvPr/>
        </p:nvSpPr>
        <p:spPr>
          <a:xfrm>
            <a:off x="3586069" y="402621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160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BC766E48-1779-234D-4A57-F7A0A3213B60}"/>
              </a:ext>
            </a:extLst>
          </p:cNvPr>
          <p:cNvSpPr txBox="1"/>
          <p:nvPr/>
        </p:nvSpPr>
        <p:spPr>
          <a:xfrm>
            <a:off x="4273171" y="402621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F10E5586-1814-D098-9466-EE0740EDB50F}"/>
              </a:ext>
            </a:extLst>
          </p:cNvPr>
          <p:cNvSpPr txBox="1"/>
          <p:nvPr/>
        </p:nvSpPr>
        <p:spPr>
          <a:xfrm>
            <a:off x="3586069" y="437630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80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46D0F3D9-26FD-68E7-3F02-010DF119FBC6}"/>
              </a:ext>
            </a:extLst>
          </p:cNvPr>
          <p:cNvSpPr txBox="1"/>
          <p:nvPr/>
        </p:nvSpPr>
        <p:spPr>
          <a:xfrm>
            <a:off x="4273171" y="437630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6DC5770-1449-04D9-9BF7-C409EEB09AE1}"/>
              </a:ext>
            </a:extLst>
          </p:cNvPr>
          <p:cNvSpPr txBox="1"/>
          <p:nvPr/>
        </p:nvSpPr>
        <p:spPr>
          <a:xfrm>
            <a:off x="3586069" y="472639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40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E64CAA4F-371A-66C2-9D63-BB15D290FB95}"/>
              </a:ext>
            </a:extLst>
          </p:cNvPr>
          <p:cNvSpPr txBox="1"/>
          <p:nvPr/>
        </p:nvSpPr>
        <p:spPr>
          <a:xfrm>
            <a:off x="4273171" y="472639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70B24C4-AA24-5D37-23EA-3D95D1139B63}"/>
              </a:ext>
            </a:extLst>
          </p:cNvPr>
          <p:cNvSpPr txBox="1"/>
          <p:nvPr/>
        </p:nvSpPr>
        <p:spPr>
          <a:xfrm>
            <a:off x="3586069" y="5076489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20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C9C3FBF-286F-C1A5-8A09-EAA8B2D1AAB7}"/>
              </a:ext>
            </a:extLst>
          </p:cNvPr>
          <p:cNvSpPr txBox="1"/>
          <p:nvPr/>
        </p:nvSpPr>
        <p:spPr>
          <a:xfrm>
            <a:off x="4273171" y="5076489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87C98CA5-5511-02C0-148E-FB984D6A117F}"/>
              </a:ext>
            </a:extLst>
          </p:cNvPr>
          <p:cNvSpPr txBox="1"/>
          <p:nvPr/>
        </p:nvSpPr>
        <p:spPr>
          <a:xfrm>
            <a:off x="4273171" y="54265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1130C2A-E7F5-A38C-A445-7A6FAD3CD1B0}"/>
              </a:ext>
            </a:extLst>
          </p:cNvPr>
          <p:cNvSpPr txBox="1"/>
          <p:nvPr/>
        </p:nvSpPr>
        <p:spPr>
          <a:xfrm>
            <a:off x="4273171" y="577667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76DBF28-D675-298A-EE75-4B9402169269}"/>
              </a:ext>
            </a:extLst>
          </p:cNvPr>
          <p:cNvSpPr txBox="1"/>
          <p:nvPr/>
        </p:nvSpPr>
        <p:spPr>
          <a:xfrm>
            <a:off x="3586069" y="54265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10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CB680673-B6BA-82E3-8D58-B660A1CBC591}"/>
              </a:ext>
            </a:extLst>
          </p:cNvPr>
          <p:cNvSpPr txBox="1"/>
          <p:nvPr/>
        </p:nvSpPr>
        <p:spPr>
          <a:xfrm>
            <a:off x="3586069" y="577667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B0C75885-B1C4-83C7-8AAE-FEB5656B1DAE}"/>
              </a:ext>
            </a:extLst>
          </p:cNvPr>
          <p:cNvSpPr txBox="1"/>
          <p:nvPr/>
        </p:nvSpPr>
        <p:spPr>
          <a:xfrm>
            <a:off x="3586069" y="612676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/>
              <p:nvPr/>
            </p:nvSpPr>
            <p:spPr>
              <a:xfrm>
                <a:off x="9170770" y="3357085"/>
                <a:ext cx="2443298" cy="313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770" y="3357085"/>
                <a:ext cx="2443298" cy="313932"/>
              </a:xfrm>
              <a:prstGeom prst="rect">
                <a:avLst/>
              </a:prstGeom>
              <a:blipFill>
                <a:blip r:embed="rId6"/>
                <a:stretch>
                  <a:fillRect l="-3491" r="-1496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/>
              <p:nvPr/>
            </p:nvSpPr>
            <p:spPr>
              <a:xfrm>
                <a:off x="8830742" y="3827801"/>
                <a:ext cx="278332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742" y="3827801"/>
                <a:ext cx="2783326" cy="314766"/>
              </a:xfrm>
              <a:prstGeom prst="rect">
                <a:avLst/>
              </a:prstGeom>
              <a:blipFill>
                <a:blip r:embed="rId7"/>
                <a:stretch>
                  <a:fillRect l="-3289" r="-2193" b="-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/>
              <p:nvPr/>
            </p:nvSpPr>
            <p:spPr>
              <a:xfrm>
                <a:off x="7656766" y="4268943"/>
                <a:ext cx="3957302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𝟑𝟐𝟎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766" y="4268943"/>
                <a:ext cx="3957302" cy="314766"/>
              </a:xfrm>
              <a:prstGeom prst="rect">
                <a:avLst/>
              </a:prstGeom>
              <a:blipFill>
                <a:blip r:embed="rId8"/>
                <a:stretch>
                  <a:fillRect l="-2157" r="-1387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C9BADBA9-1581-AC8B-F6AE-FEECD182AA6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4A85B0-6ECF-0B78-2A72-0CA0B6C309E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74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4000"/>
                            </p:stCondLst>
                            <p:childTnLst>
                              <p:par>
                                <p:cTn id="1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500"/>
                            </p:stCondLst>
                            <p:childTnLst>
                              <p:par>
                                <p:cTn id="1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0"/>
                            </p:stCondLst>
                            <p:childTnLst>
                              <p:par>
                                <p:cTn id="1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500"/>
                            </p:stCondLst>
                            <p:childTnLst>
                              <p:par>
                                <p:cTn id="2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6000"/>
                            </p:stCondLst>
                            <p:childTnLst>
                              <p:par>
                                <p:cTn id="2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6500"/>
                            </p:stCondLst>
                            <p:childTnLst>
                              <p:par>
                                <p:cTn id="2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7000"/>
                            </p:stCondLst>
                            <p:childTnLst>
                              <p:par>
                                <p:cTn id="2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8000"/>
                            </p:stCondLst>
                            <p:childTnLst>
                              <p:par>
                                <p:cTn id="2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8500"/>
                            </p:stCondLst>
                            <p:childTnLst>
                              <p:par>
                                <p:cTn id="2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  <p:bldP spid="12" grpId="0"/>
      <p:bldP spid="15" grpId="0" uiExpand="1"/>
      <p:bldP spid="22" grpId="0"/>
      <p:bldP spid="23" grpId="0" uiExpand="1"/>
      <p:bldP spid="25" grpId="0" uiExpand="1"/>
      <p:bldP spid="26" grpId="0" uiExpand="1"/>
      <p:bldP spid="27" grpId="0" uiExpand="1"/>
      <p:bldP spid="33" grpId="0" uiExpand="1"/>
      <p:bldP spid="34" grpId="0" uiExpand="1"/>
      <p:bldP spid="35" grpId="0"/>
      <p:bldP spid="55" grpId="0" uiExpand="1"/>
      <p:bldP spid="90" grpId="0"/>
      <p:bldP spid="91" grpId="0" uiExpand="1"/>
      <p:bldP spid="92" grpId="0" uiExpand="1"/>
      <p:bldP spid="93" grpId="0" uiExpand="1"/>
      <p:bldP spid="94" grpId="0" uiExpand="1"/>
      <p:bldP spid="95" grpId="0" uiExpand="1"/>
      <p:bldP spid="96" grpId="0" uiExpand="1"/>
      <p:bldP spid="97" grpId="0"/>
      <p:bldP spid="98" grpId="0" uiExpand="1"/>
      <p:bldP spid="100" grpId="0"/>
      <p:bldP spid="101" grpId="0" uiExpand="1"/>
      <p:bldP spid="102" grpId="0" uiExpand="1"/>
      <p:bldP spid="103" grpId="0" uiExpand="1"/>
      <p:bldP spid="104" grpId="0" uiExpand="1"/>
      <p:bldP spid="105" grpId="0" uiExpand="1"/>
      <p:bldP spid="106" grpId="0" uiExpand="1"/>
      <p:bldP spid="107" grpId="0"/>
      <p:bldP spid="108" grpId="0" uiExpand="1"/>
      <p:bldP spid="109" grpId="0" uiExpand="1"/>
      <p:bldP spid="110" grpId="0" uiExpand="1"/>
      <p:bldP spid="111" grpId="0" uiExpand="1"/>
      <p:bldP spid="112" grpId="0" uiExpand="1"/>
      <p:bldP spid="113" grpId="0"/>
      <p:bldP spid="117" grpId="0"/>
      <p:bldP spid="118" grpId="0"/>
      <p:bldP spid="1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menor múltiplo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FF443679-D492-0BE7-6F8C-3AC7F24D2B6B}"/>
              </a:ext>
            </a:extLst>
          </p:cNvPr>
          <p:cNvSpPr txBox="1"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descomponen todos los números en sus factores primos.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Se </a:t>
            </a:r>
            <a:r>
              <a:rPr lang="es-ES" sz="2000" b="1" dirty="0"/>
              <a:t>apuntan todos los factores que nos aparezcan. </a:t>
            </a:r>
            <a:endParaRPr lang="es-ES" sz="2000" b="1" dirty="0"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3º- Se eleva cada factor con al máximo exponente con el que hayan aparecido.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4º- Multiplicamos todos los factores con sus correspondientes exponentes</a:t>
            </a: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5C2DD0E-540D-843C-1865-DAA901A541DA}"/>
              </a:ext>
            </a:extLst>
          </p:cNvPr>
          <p:cNvSpPr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A80ABD-13A1-AE56-A31A-A382726239CD}"/>
              </a:ext>
            </a:extLst>
          </p:cNvPr>
          <p:cNvSpPr txBox="1"/>
          <p:nvPr/>
        </p:nvSpPr>
        <p:spPr>
          <a:xfrm>
            <a:off x="535084" y="2978905"/>
            <a:ext cx="41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MCM de 16, 24, 320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/>
              <p:nvPr/>
            </p:nvSpPr>
            <p:spPr>
              <a:xfrm>
                <a:off x="606801" y="3579171"/>
                <a:ext cx="991490" cy="313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3579171"/>
                <a:ext cx="991490" cy="313932"/>
              </a:xfrm>
              <a:prstGeom prst="rect">
                <a:avLst/>
              </a:prstGeom>
              <a:blipFill>
                <a:blip r:embed="rId6"/>
                <a:stretch>
                  <a:fillRect l="-4938" r="-2469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/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blipFill>
                <a:blip r:embed="rId7"/>
                <a:stretch>
                  <a:fillRect l="-3670" r="-3211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/>
              <p:nvPr/>
            </p:nvSpPr>
            <p:spPr>
              <a:xfrm>
                <a:off x="606801" y="4434827"/>
                <a:ext cx="148540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𝟑𝟐𝟎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434827"/>
                <a:ext cx="1485407" cy="314766"/>
              </a:xfrm>
              <a:prstGeom prst="rect">
                <a:avLst/>
              </a:prstGeom>
              <a:blipFill>
                <a:blip r:embed="rId8"/>
                <a:stretch>
                  <a:fillRect l="-3292" r="-3704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DD5846-6F91-155C-392B-69F21DE21EDC}"/>
                  </a:ext>
                </a:extLst>
              </p:cNvPr>
              <p:cNvSpPr txBox="1"/>
              <p:nvPr/>
            </p:nvSpPr>
            <p:spPr>
              <a:xfrm>
                <a:off x="4107731" y="3704269"/>
                <a:ext cx="397653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</a:rPr>
                        <m:t>𝑴𝑪𝑴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DD5846-6F91-155C-392B-69F21DE2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731" y="3704269"/>
                <a:ext cx="3976538" cy="3776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D1B3C5-40B6-6783-B0E9-AFE2725707B1}"/>
                  </a:ext>
                </a:extLst>
              </p:cNvPr>
              <p:cNvSpPr txBox="1"/>
              <p:nvPr/>
            </p:nvSpPr>
            <p:spPr>
              <a:xfrm>
                <a:off x="4404832" y="4321348"/>
                <a:ext cx="3382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𝑴𝑪𝑴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𝟗𝟔𝟎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D1B3C5-40B6-6783-B0E9-AFE27257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832" y="4321348"/>
                <a:ext cx="3382336" cy="369332"/>
              </a:xfrm>
              <a:prstGeom prst="rect">
                <a:avLst/>
              </a:prstGeom>
              <a:blipFill>
                <a:blip r:embed="rId10"/>
                <a:stretch>
                  <a:fillRect l="-1444" r="-1444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FD401EC7-87D3-255A-DD54-448AA9BB4DB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C20934-2174-0BCF-76AF-ABD91FED447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66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2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A8497E0-BA02-4EFF-96F4-F408B914F223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4. Mínimo común múltiplo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 - Divisibilidad y números enter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9157FBF-6CA6-4C7D-B995-D56AD7C19223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01B2794-37C8-4CDF-8E79-30BE99469041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3CB8CA2-44F9-49A7-A1D3-CE75E5554BC7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329</Words>
  <Application>Microsoft Office PowerPoint</Application>
  <PresentationFormat>Panorámica</PresentationFormat>
  <Paragraphs>119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Mínimo común múltiplo</dc:title>
  <dc:creator>Illán Linos Souto</dc:creator>
  <cp:lastModifiedBy>Illán Linos</cp:lastModifiedBy>
  <cp:revision>47</cp:revision>
  <dcterms:created xsi:type="dcterms:W3CDTF">2024-08-18T18:48:07Z</dcterms:created>
  <dcterms:modified xsi:type="dcterms:W3CDTF">2025-11-18T15:34:57Z</dcterms:modified>
</cp:coreProperties>
</file>
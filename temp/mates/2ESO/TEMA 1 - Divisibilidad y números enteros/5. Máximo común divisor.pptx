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CDF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097F7-A40B-4167-BA7F-36E96C22241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79221-EC23-4488-A99C-9A950F13E3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948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79221-EC23-4488-A99C-9A950F13E39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8906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79221-EC23-4488-A99C-9A950F13E39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112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79221-EC23-4488-A99C-9A950F13E39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577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79221-EC23-4488-A99C-9A950F13E39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01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mayor divisor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F2D326-DCE0-0326-07CC-44BC79039E87}"/>
              </a:ext>
            </a:extLst>
          </p:cNvPr>
          <p:cNvSpPr txBox="1"/>
          <p:nvPr/>
        </p:nvSpPr>
        <p:spPr>
          <a:xfrm>
            <a:off x="535084" y="1696207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MCD de 20 y 30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666EEE-CF8F-FAD8-8730-CA75222292CF}"/>
              </a:ext>
            </a:extLst>
          </p:cNvPr>
          <p:cNvSpPr txBox="1"/>
          <p:nvPr/>
        </p:nvSpPr>
        <p:spPr>
          <a:xfrm>
            <a:off x="545851" y="2188232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Divisores de 20: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36EA74-8E31-926D-4645-E09953DBECC1}"/>
              </a:ext>
            </a:extLst>
          </p:cNvPr>
          <p:cNvSpPr txBox="1"/>
          <p:nvPr/>
        </p:nvSpPr>
        <p:spPr>
          <a:xfrm>
            <a:off x="548995" y="2710583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Divisores de 30: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CF240E-B053-C4D0-2701-5362C023E1A5}"/>
              </a:ext>
            </a:extLst>
          </p:cNvPr>
          <p:cNvSpPr txBox="1"/>
          <p:nvPr/>
        </p:nvSpPr>
        <p:spPr>
          <a:xfrm>
            <a:off x="2571624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3A231C-C3ED-58B2-FAA7-51A9FC80AB09}"/>
              </a:ext>
            </a:extLst>
          </p:cNvPr>
          <p:cNvSpPr txBox="1"/>
          <p:nvPr/>
        </p:nvSpPr>
        <p:spPr>
          <a:xfrm>
            <a:off x="2945962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FE03BA-8A61-1044-D46C-19A38DC016F7}"/>
              </a:ext>
            </a:extLst>
          </p:cNvPr>
          <p:cNvSpPr txBox="1"/>
          <p:nvPr/>
        </p:nvSpPr>
        <p:spPr>
          <a:xfrm>
            <a:off x="3320300" y="271058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2A845-4969-6055-41C0-9A6E6C46E891}"/>
              </a:ext>
            </a:extLst>
          </p:cNvPr>
          <p:cNvSpPr txBox="1"/>
          <p:nvPr/>
        </p:nvSpPr>
        <p:spPr>
          <a:xfrm>
            <a:off x="3694638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BB98D8E-5C80-0914-E5B5-54CA8F1439A9}"/>
              </a:ext>
            </a:extLst>
          </p:cNvPr>
          <p:cNvSpPr txBox="1"/>
          <p:nvPr/>
        </p:nvSpPr>
        <p:spPr>
          <a:xfrm>
            <a:off x="4243943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82F7C0-71FB-C31F-7972-703C756E76DF}"/>
              </a:ext>
            </a:extLst>
          </p:cNvPr>
          <p:cNvSpPr txBox="1"/>
          <p:nvPr/>
        </p:nvSpPr>
        <p:spPr>
          <a:xfrm>
            <a:off x="4793248" y="271058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00FD20A-CBB0-4F5B-9426-B51AB4E684E1}"/>
              </a:ext>
            </a:extLst>
          </p:cNvPr>
          <p:cNvSpPr txBox="1"/>
          <p:nvPr/>
        </p:nvSpPr>
        <p:spPr>
          <a:xfrm>
            <a:off x="2571624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80DB0E9-06A4-FC10-D4CC-58FFF14AAA8A}"/>
              </a:ext>
            </a:extLst>
          </p:cNvPr>
          <p:cNvSpPr txBox="1"/>
          <p:nvPr/>
        </p:nvSpPr>
        <p:spPr>
          <a:xfrm>
            <a:off x="2945962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79F2AD7-B90B-1D6E-28D7-8942324F4B23}"/>
              </a:ext>
            </a:extLst>
          </p:cNvPr>
          <p:cNvSpPr txBox="1"/>
          <p:nvPr/>
        </p:nvSpPr>
        <p:spPr>
          <a:xfrm>
            <a:off x="3320300" y="2193433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F4C7912-DCDB-C960-7E58-0C782A1EDC29}"/>
              </a:ext>
            </a:extLst>
          </p:cNvPr>
          <p:cNvSpPr txBox="1"/>
          <p:nvPr/>
        </p:nvSpPr>
        <p:spPr>
          <a:xfrm>
            <a:off x="3694638" y="2193433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5C5204A-B217-9F88-C770-FC4CDC7E0BA0}"/>
              </a:ext>
            </a:extLst>
          </p:cNvPr>
          <p:cNvSpPr txBox="1"/>
          <p:nvPr/>
        </p:nvSpPr>
        <p:spPr>
          <a:xfrm>
            <a:off x="533222" y="3293253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MCD de 20, 30, 50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0EBF3B66-D55F-6A44-9A92-5D7A1EBFB7E9}"/>
              </a:ext>
            </a:extLst>
          </p:cNvPr>
          <p:cNvSpPr txBox="1"/>
          <p:nvPr/>
        </p:nvSpPr>
        <p:spPr>
          <a:xfrm>
            <a:off x="547133" y="4969840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Divisores de 50: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B5E5596-7F85-17B1-A1FD-DC65AA5415FC}"/>
              </a:ext>
            </a:extLst>
          </p:cNvPr>
          <p:cNvSpPr txBox="1"/>
          <p:nvPr/>
        </p:nvSpPr>
        <p:spPr>
          <a:xfrm>
            <a:off x="2571624" y="4969840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5B9A3EB-EEA2-CB5F-ED23-B078AD93D4F5}"/>
              </a:ext>
            </a:extLst>
          </p:cNvPr>
          <p:cNvSpPr txBox="1"/>
          <p:nvPr/>
        </p:nvSpPr>
        <p:spPr>
          <a:xfrm>
            <a:off x="2868751" y="4969840"/>
            <a:ext cx="534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A818D4B6-ACA4-1532-D556-C09C84B8A161}"/>
              </a:ext>
            </a:extLst>
          </p:cNvPr>
          <p:cNvSpPr txBox="1"/>
          <p:nvPr/>
        </p:nvSpPr>
        <p:spPr>
          <a:xfrm>
            <a:off x="3259999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60E1033-4F1D-399E-6C77-353BEA36BE20}"/>
              </a:ext>
            </a:extLst>
          </p:cNvPr>
          <p:cNvSpPr txBox="1"/>
          <p:nvPr/>
        </p:nvSpPr>
        <p:spPr>
          <a:xfrm>
            <a:off x="3694638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25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A110EBAF-870C-7696-2DFA-AE97C31FFA12}"/>
              </a:ext>
            </a:extLst>
          </p:cNvPr>
          <p:cNvSpPr txBox="1"/>
          <p:nvPr/>
        </p:nvSpPr>
        <p:spPr>
          <a:xfrm>
            <a:off x="4243943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25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7A4BDF4-DFCB-28F9-926C-9AC4F0993811}"/>
              </a:ext>
            </a:extLst>
          </p:cNvPr>
          <p:cNvSpPr txBox="1"/>
          <p:nvPr/>
        </p:nvSpPr>
        <p:spPr>
          <a:xfrm>
            <a:off x="4793248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749F5D9-63A8-0C51-2E49-B44464DAAD72}"/>
              </a:ext>
            </a:extLst>
          </p:cNvPr>
          <p:cNvSpPr txBox="1"/>
          <p:nvPr/>
        </p:nvSpPr>
        <p:spPr>
          <a:xfrm>
            <a:off x="5342553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35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5001B34-ADE5-7DCC-E434-1E5DE1EFE8C4}"/>
              </a:ext>
            </a:extLst>
          </p:cNvPr>
          <p:cNvSpPr txBox="1"/>
          <p:nvPr/>
        </p:nvSpPr>
        <p:spPr>
          <a:xfrm>
            <a:off x="5891858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40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879D4A2-F510-22DB-10F5-4C84AA5E247D}"/>
              </a:ext>
            </a:extLst>
          </p:cNvPr>
          <p:cNvSpPr txBox="1"/>
          <p:nvPr/>
        </p:nvSpPr>
        <p:spPr>
          <a:xfrm>
            <a:off x="6441163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45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F3C1FBB5-8A09-B8DA-1411-0F24DC958AAA}"/>
              </a:ext>
            </a:extLst>
          </p:cNvPr>
          <p:cNvSpPr txBox="1"/>
          <p:nvPr/>
        </p:nvSpPr>
        <p:spPr>
          <a:xfrm>
            <a:off x="6990468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50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94BAD252-8448-3B28-D2B7-1AD3FAA5E238}"/>
              </a:ext>
            </a:extLst>
          </p:cNvPr>
          <p:cNvSpPr txBox="1"/>
          <p:nvPr/>
        </p:nvSpPr>
        <p:spPr>
          <a:xfrm>
            <a:off x="7539774" y="4969840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EC15CA6-27F7-8E21-8D47-C858E7B27826}"/>
              </a:ext>
            </a:extLst>
          </p:cNvPr>
          <p:cNvSpPr txBox="1"/>
          <p:nvPr/>
        </p:nvSpPr>
        <p:spPr>
          <a:xfrm>
            <a:off x="545851" y="3899350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Divisores de 20: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BF6ACBD-EB5B-14F4-5C46-5A7F74E36A69}"/>
              </a:ext>
            </a:extLst>
          </p:cNvPr>
          <p:cNvSpPr txBox="1"/>
          <p:nvPr/>
        </p:nvSpPr>
        <p:spPr>
          <a:xfrm>
            <a:off x="548995" y="4421701"/>
            <a:ext cx="2596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Divisores de 30: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604B9F8-9BBA-904F-B668-89F0BD0002B9}"/>
              </a:ext>
            </a:extLst>
          </p:cNvPr>
          <p:cNvSpPr txBox="1"/>
          <p:nvPr/>
        </p:nvSpPr>
        <p:spPr>
          <a:xfrm>
            <a:off x="2571624" y="442170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4536DC3-C76D-ACF3-6D89-11F0A4C8649B}"/>
              </a:ext>
            </a:extLst>
          </p:cNvPr>
          <p:cNvSpPr txBox="1"/>
          <p:nvPr/>
        </p:nvSpPr>
        <p:spPr>
          <a:xfrm>
            <a:off x="2945962" y="442170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7C353E5-36F0-2105-A81B-C5368B1F43A6}"/>
              </a:ext>
            </a:extLst>
          </p:cNvPr>
          <p:cNvSpPr txBox="1"/>
          <p:nvPr/>
        </p:nvSpPr>
        <p:spPr>
          <a:xfrm>
            <a:off x="3320300" y="442170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A8E85D54-8329-9049-E184-986885EBCC75}"/>
              </a:ext>
            </a:extLst>
          </p:cNvPr>
          <p:cNvSpPr txBox="1"/>
          <p:nvPr/>
        </p:nvSpPr>
        <p:spPr>
          <a:xfrm>
            <a:off x="3694638" y="4421701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5DDFD865-58B3-C639-3D3F-DBA7AA7AC2C6}"/>
              </a:ext>
            </a:extLst>
          </p:cNvPr>
          <p:cNvSpPr txBox="1"/>
          <p:nvPr/>
        </p:nvSpPr>
        <p:spPr>
          <a:xfrm>
            <a:off x="4243943" y="4421701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B3AAD1ED-25B4-D46A-929C-A0964C8D33F6}"/>
              </a:ext>
            </a:extLst>
          </p:cNvPr>
          <p:cNvSpPr txBox="1"/>
          <p:nvPr/>
        </p:nvSpPr>
        <p:spPr>
          <a:xfrm>
            <a:off x="4793248" y="4421701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15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C8B8D197-D1FD-E7D9-5F80-295325E74EDF}"/>
              </a:ext>
            </a:extLst>
          </p:cNvPr>
          <p:cNvSpPr txBox="1"/>
          <p:nvPr/>
        </p:nvSpPr>
        <p:spPr>
          <a:xfrm>
            <a:off x="2571624" y="390455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A68D882F-AABB-E893-DD30-477EC706E830}"/>
              </a:ext>
            </a:extLst>
          </p:cNvPr>
          <p:cNvSpPr txBox="1"/>
          <p:nvPr/>
        </p:nvSpPr>
        <p:spPr>
          <a:xfrm>
            <a:off x="2945962" y="390455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FA5E6FFC-8B63-23DA-F697-F520CAFD5A60}"/>
              </a:ext>
            </a:extLst>
          </p:cNvPr>
          <p:cNvSpPr txBox="1"/>
          <p:nvPr/>
        </p:nvSpPr>
        <p:spPr>
          <a:xfrm>
            <a:off x="3320300" y="3904551"/>
            <a:ext cx="37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B0301F3A-AF39-AC8B-71FF-89404667DE02}"/>
              </a:ext>
            </a:extLst>
          </p:cNvPr>
          <p:cNvSpPr txBox="1"/>
          <p:nvPr/>
        </p:nvSpPr>
        <p:spPr>
          <a:xfrm>
            <a:off x="3694638" y="3904551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A9DF8F59-6D6D-7DAD-E52F-6106632C729C}"/>
              </a:ext>
            </a:extLst>
          </p:cNvPr>
          <p:cNvSpPr txBox="1"/>
          <p:nvPr/>
        </p:nvSpPr>
        <p:spPr>
          <a:xfrm>
            <a:off x="4242718" y="2181831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76F92E7-E106-65A6-789B-3D179CC9D9CC}"/>
              </a:ext>
            </a:extLst>
          </p:cNvPr>
          <p:cNvSpPr txBox="1"/>
          <p:nvPr/>
        </p:nvSpPr>
        <p:spPr>
          <a:xfrm>
            <a:off x="5342553" y="2706548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26051F54-444E-B5D2-050F-F1C19DB7209A}"/>
              </a:ext>
            </a:extLst>
          </p:cNvPr>
          <p:cNvSpPr txBox="1"/>
          <p:nvPr/>
        </p:nvSpPr>
        <p:spPr>
          <a:xfrm>
            <a:off x="4242718" y="3912172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C89DE9FD-3CC5-F0BF-1B66-86B60D4BA83A}"/>
              </a:ext>
            </a:extLst>
          </p:cNvPr>
          <p:cNvSpPr txBox="1"/>
          <p:nvPr/>
        </p:nvSpPr>
        <p:spPr>
          <a:xfrm>
            <a:off x="5342553" y="4423396"/>
            <a:ext cx="54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71F206-3433-3000-CFC5-70E8D86DFE2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34CBB8-B76A-8FEF-AEE1-59AA21280F1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6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20"/>
                            </p:stCondLst>
                            <p:childTnLst>
                              <p:par>
                                <p:cTn id="105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100"/>
                            </p:stCondLst>
                            <p:childTnLst>
                              <p:par>
                                <p:cTn id="1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1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200"/>
                            </p:stCondLst>
                            <p:childTnLst>
                              <p:par>
                                <p:cTn id="1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300"/>
                            </p:stCondLst>
                            <p:childTnLst>
                              <p:par>
                                <p:cTn id="1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400"/>
                            </p:stCondLst>
                            <p:childTnLst>
                              <p:par>
                                <p:cTn id="1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1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1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700"/>
                            </p:stCondLst>
                            <p:childTnLst>
                              <p:par>
                                <p:cTn id="2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1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900"/>
                            </p:stCondLst>
                            <p:childTnLst>
                              <p:par>
                                <p:cTn id="2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1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29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620"/>
                            </p:stCondLst>
                            <p:childTnLst>
                              <p:par>
                                <p:cTn id="234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140"/>
                            </p:stCondLst>
                            <p:childTnLst>
                              <p:par>
                                <p:cTn id="239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7D45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8" grpId="0"/>
      <p:bldP spid="9" grpId="0"/>
      <p:bldP spid="10" grpId="0"/>
      <p:bldP spid="11" grpId="0"/>
      <p:bldP spid="13" grpId="0"/>
      <p:bldP spid="14" grpId="0"/>
      <p:bldP spid="14" grpId="1"/>
      <p:bldP spid="16" grpId="0"/>
      <p:bldP spid="29" grpId="0"/>
      <p:bldP spid="30" grpId="0"/>
      <p:bldP spid="31" grpId="0"/>
      <p:bldP spid="32" grpId="0"/>
      <p:bldP spid="32" grpId="1"/>
      <p:bldP spid="45" grpId="0"/>
      <p:bldP spid="77" grpId="0"/>
      <p:bldP spid="78" grpId="0"/>
      <p:bldP spid="79" grpId="0"/>
      <p:bldP spid="80" grpId="0"/>
      <p:bldP spid="80" grpId="1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35" grpId="0"/>
      <p:bldP spid="36" grpId="0"/>
      <p:bldP spid="38" grpId="0"/>
      <p:bldP spid="54" grpId="0"/>
      <p:bldP spid="55" grpId="0"/>
      <p:bldP spid="89" grpId="0"/>
      <p:bldP spid="90" grpId="0"/>
      <p:bldP spid="90" grpId="1"/>
      <p:bldP spid="91" grpId="0"/>
      <p:bldP spid="92" grpId="0"/>
      <p:bldP spid="93" grpId="0"/>
      <p:bldP spid="94" grpId="0"/>
      <p:bldP spid="95" grpId="0"/>
      <p:bldP spid="95" grpId="1"/>
      <p:bldP spid="96" grpId="0"/>
      <p:bldP spid="97" grpId="0"/>
      <p:bldP spid="99" grpId="0"/>
      <p:bldP spid="10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CuadroTexto 1">
            <a:extLst>
              <a:ext uri="{FF2B5EF4-FFF2-40B4-BE49-F238E27FC236}">
                <a16:creationId xmlns:a16="http://schemas.microsoft.com/office/drawing/2014/main" id="{FF443679-D492-0BE7-6F8C-3AC7F24D2B6B}"/>
              </a:ext>
            </a:extLst>
          </p:cNvPr>
          <p:cNvSpPr txBox="1"/>
          <p:nvPr/>
        </p:nvSpPr>
        <p:spPr>
          <a:xfrm>
            <a:off x="535084" y="155768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descomponen todos los números en sus factores primos.</a:t>
            </a: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5C2DD0E-540D-843C-1865-DAA901A541DA}"/>
              </a:ext>
            </a:extLst>
          </p:cNvPr>
          <p:cNvSpPr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A80ABD-13A1-AE56-A31A-A382726239CD}"/>
              </a:ext>
            </a:extLst>
          </p:cNvPr>
          <p:cNvSpPr txBox="1"/>
          <p:nvPr/>
        </p:nvSpPr>
        <p:spPr>
          <a:xfrm>
            <a:off x="535084" y="2978905"/>
            <a:ext cx="41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MCD de 16, 24, 320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45386B7-1AA2-727B-DECB-3D88BA13E906}"/>
              </a:ext>
            </a:extLst>
          </p:cNvPr>
          <p:cNvSpPr txBox="1"/>
          <p:nvPr/>
        </p:nvSpPr>
        <p:spPr>
          <a:xfrm>
            <a:off x="394980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16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2346AE2-975E-CC4A-C761-C3CF5297E106}"/>
              </a:ext>
            </a:extLst>
          </p:cNvPr>
          <p:cNvCxnSpPr>
            <a:cxnSpLocks/>
          </p:cNvCxnSpPr>
          <p:nvPr/>
        </p:nvCxnSpPr>
        <p:spPr>
          <a:xfrm>
            <a:off x="1118613" y="3702431"/>
            <a:ext cx="0" cy="2468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91EA538-51FA-C596-E9BD-B1A086ED3767}"/>
              </a:ext>
            </a:extLst>
          </p:cNvPr>
          <p:cNvSpPr txBox="1"/>
          <p:nvPr/>
        </p:nvSpPr>
        <p:spPr>
          <a:xfrm>
            <a:off x="972973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14F48-198C-0A59-D7CD-E9D39C550854}"/>
              </a:ext>
            </a:extLst>
          </p:cNvPr>
          <p:cNvSpPr txBox="1"/>
          <p:nvPr/>
        </p:nvSpPr>
        <p:spPr>
          <a:xfrm>
            <a:off x="394980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5C04786-8C96-D882-450A-01720B6165AE}"/>
              </a:ext>
            </a:extLst>
          </p:cNvPr>
          <p:cNvSpPr txBox="1"/>
          <p:nvPr/>
        </p:nvSpPr>
        <p:spPr>
          <a:xfrm>
            <a:off x="972973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70D345B-A387-487D-6C7A-B845F6B25DA3}"/>
              </a:ext>
            </a:extLst>
          </p:cNvPr>
          <p:cNvSpPr txBox="1"/>
          <p:nvPr/>
        </p:nvSpPr>
        <p:spPr>
          <a:xfrm>
            <a:off x="394980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C194CB8-B09E-74AD-1D72-07C137D5830A}"/>
              </a:ext>
            </a:extLst>
          </p:cNvPr>
          <p:cNvSpPr txBox="1"/>
          <p:nvPr/>
        </p:nvSpPr>
        <p:spPr>
          <a:xfrm>
            <a:off x="972973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E76DE8C-EB4C-A42B-B101-FCB25C2AD301}"/>
              </a:ext>
            </a:extLst>
          </p:cNvPr>
          <p:cNvSpPr txBox="1"/>
          <p:nvPr/>
        </p:nvSpPr>
        <p:spPr>
          <a:xfrm>
            <a:off x="394980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434548C-D577-0B66-2A14-136B03989E2E}"/>
              </a:ext>
            </a:extLst>
          </p:cNvPr>
          <p:cNvSpPr txBox="1"/>
          <p:nvPr/>
        </p:nvSpPr>
        <p:spPr>
          <a:xfrm>
            <a:off x="972973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7CCEA2A-6500-86A3-FC49-A10C5AC84A1F}"/>
              </a:ext>
            </a:extLst>
          </p:cNvPr>
          <p:cNvSpPr txBox="1"/>
          <p:nvPr/>
        </p:nvSpPr>
        <p:spPr>
          <a:xfrm>
            <a:off x="399839" y="5709443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217EEA0-FA60-540A-6680-30F0615AA5D9}"/>
              </a:ext>
            </a:extLst>
          </p:cNvPr>
          <p:cNvSpPr txBox="1"/>
          <p:nvPr/>
        </p:nvSpPr>
        <p:spPr>
          <a:xfrm>
            <a:off x="2001346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24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C86FFD6-3A59-828E-DBF0-43A4267CB70C}"/>
              </a:ext>
            </a:extLst>
          </p:cNvPr>
          <p:cNvCxnSpPr>
            <a:cxnSpLocks/>
          </p:cNvCxnSpPr>
          <p:nvPr/>
        </p:nvCxnSpPr>
        <p:spPr>
          <a:xfrm>
            <a:off x="2724979" y="3702431"/>
            <a:ext cx="0" cy="24686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FBE35D2-3806-ADF6-7909-F59410469CDC}"/>
              </a:ext>
            </a:extLst>
          </p:cNvPr>
          <p:cNvSpPr txBox="1"/>
          <p:nvPr/>
        </p:nvSpPr>
        <p:spPr>
          <a:xfrm>
            <a:off x="2579339" y="3677631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FA03DD7B-868A-EBC0-56B6-D61E3402FA87}"/>
              </a:ext>
            </a:extLst>
          </p:cNvPr>
          <p:cNvSpPr txBox="1"/>
          <p:nvPr/>
        </p:nvSpPr>
        <p:spPr>
          <a:xfrm>
            <a:off x="2001346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12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C8129EBE-6B46-058E-2D0D-CF061EA91B60}"/>
              </a:ext>
            </a:extLst>
          </p:cNvPr>
          <p:cNvSpPr txBox="1"/>
          <p:nvPr/>
        </p:nvSpPr>
        <p:spPr>
          <a:xfrm>
            <a:off x="2579339" y="4185584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FB966910-EEA1-CC51-1B5E-CD79F102DE66}"/>
              </a:ext>
            </a:extLst>
          </p:cNvPr>
          <p:cNvSpPr txBox="1"/>
          <p:nvPr/>
        </p:nvSpPr>
        <p:spPr>
          <a:xfrm>
            <a:off x="2001346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ED38FB1-E899-0F05-AB52-9DA802C7975E}"/>
              </a:ext>
            </a:extLst>
          </p:cNvPr>
          <p:cNvSpPr txBox="1"/>
          <p:nvPr/>
        </p:nvSpPr>
        <p:spPr>
          <a:xfrm>
            <a:off x="2579339" y="4693537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2A34B052-B8BD-44ED-62BB-089B01A8EED9}"/>
              </a:ext>
            </a:extLst>
          </p:cNvPr>
          <p:cNvSpPr txBox="1"/>
          <p:nvPr/>
        </p:nvSpPr>
        <p:spPr>
          <a:xfrm>
            <a:off x="2001346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9D54926-697C-23BC-8BE3-567F4C64C49F}"/>
              </a:ext>
            </a:extLst>
          </p:cNvPr>
          <p:cNvSpPr txBox="1"/>
          <p:nvPr/>
        </p:nvSpPr>
        <p:spPr>
          <a:xfrm>
            <a:off x="2579339" y="5201490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2215D6F0-2C8B-DC33-92A1-DCAECF29EA76}"/>
              </a:ext>
            </a:extLst>
          </p:cNvPr>
          <p:cNvSpPr txBox="1"/>
          <p:nvPr/>
        </p:nvSpPr>
        <p:spPr>
          <a:xfrm>
            <a:off x="2006205" y="5709443"/>
            <a:ext cx="86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CA445070-0C0C-C6CA-ABBF-CB1368566F9E}"/>
              </a:ext>
            </a:extLst>
          </p:cNvPr>
          <p:cNvSpPr txBox="1"/>
          <p:nvPr/>
        </p:nvSpPr>
        <p:spPr>
          <a:xfrm>
            <a:off x="3586069" y="3676125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320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A232E5E8-F62F-A3A6-39F5-0825F68E0335}"/>
              </a:ext>
            </a:extLst>
          </p:cNvPr>
          <p:cNvCxnSpPr>
            <a:cxnSpLocks/>
          </p:cNvCxnSpPr>
          <p:nvPr/>
        </p:nvCxnSpPr>
        <p:spPr>
          <a:xfrm>
            <a:off x="4391220" y="3691610"/>
            <a:ext cx="0" cy="28507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A4D2F63-1D2F-2CF6-549D-2D304AAF45C8}"/>
              </a:ext>
            </a:extLst>
          </p:cNvPr>
          <p:cNvSpPr txBox="1"/>
          <p:nvPr/>
        </p:nvSpPr>
        <p:spPr>
          <a:xfrm>
            <a:off x="4273171" y="3676125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AA68418A-D47B-C60C-714E-808CCEF91962}"/>
              </a:ext>
            </a:extLst>
          </p:cNvPr>
          <p:cNvSpPr txBox="1"/>
          <p:nvPr/>
        </p:nvSpPr>
        <p:spPr>
          <a:xfrm>
            <a:off x="3586069" y="402621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160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BC766E48-1779-234D-4A57-F7A0A3213B60}"/>
              </a:ext>
            </a:extLst>
          </p:cNvPr>
          <p:cNvSpPr txBox="1"/>
          <p:nvPr/>
        </p:nvSpPr>
        <p:spPr>
          <a:xfrm>
            <a:off x="4273171" y="402621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F10E5586-1814-D098-9466-EE0740EDB50F}"/>
              </a:ext>
            </a:extLst>
          </p:cNvPr>
          <p:cNvSpPr txBox="1"/>
          <p:nvPr/>
        </p:nvSpPr>
        <p:spPr>
          <a:xfrm>
            <a:off x="3586069" y="437630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80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46D0F3D9-26FD-68E7-3F02-010DF119FBC6}"/>
              </a:ext>
            </a:extLst>
          </p:cNvPr>
          <p:cNvSpPr txBox="1"/>
          <p:nvPr/>
        </p:nvSpPr>
        <p:spPr>
          <a:xfrm>
            <a:off x="4273171" y="4376307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6DC5770-1449-04D9-9BF7-C409EEB09AE1}"/>
              </a:ext>
            </a:extLst>
          </p:cNvPr>
          <p:cNvSpPr txBox="1"/>
          <p:nvPr/>
        </p:nvSpPr>
        <p:spPr>
          <a:xfrm>
            <a:off x="3586069" y="472639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40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E64CAA4F-371A-66C2-9D63-BB15D290FB95}"/>
              </a:ext>
            </a:extLst>
          </p:cNvPr>
          <p:cNvSpPr txBox="1"/>
          <p:nvPr/>
        </p:nvSpPr>
        <p:spPr>
          <a:xfrm>
            <a:off x="4273171" y="472639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70B24C4-AA24-5D37-23EA-3D95D1139B63}"/>
              </a:ext>
            </a:extLst>
          </p:cNvPr>
          <p:cNvSpPr txBox="1"/>
          <p:nvPr/>
        </p:nvSpPr>
        <p:spPr>
          <a:xfrm>
            <a:off x="3586069" y="5076489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20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C9C3FBF-286F-C1A5-8A09-EAA8B2D1AAB7}"/>
              </a:ext>
            </a:extLst>
          </p:cNvPr>
          <p:cNvSpPr txBox="1"/>
          <p:nvPr/>
        </p:nvSpPr>
        <p:spPr>
          <a:xfrm>
            <a:off x="4273171" y="5076489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87C98CA5-5511-02C0-148E-FB984D6A117F}"/>
              </a:ext>
            </a:extLst>
          </p:cNvPr>
          <p:cNvSpPr txBox="1"/>
          <p:nvPr/>
        </p:nvSpPr>
        <p:spPr>
          <a:xfrm>
            <a:off x="4273171" y="54265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1130C2A-E7F5-A38C-A445-7A6FAD3CD1B0}"/>
              </a:ext>
            </a:extLst>
          </p:cNvPr>
          <p:cNvSpPr txBox="1"/>
          <p:nvPr/>
        </p:nvSpPr>
        <p:spPr>
          <a:xfrm>
            <a:off x="4273171" y="577667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76DBF28-D675-298A-EE75-4B9402169269}"/>
              </a:ext>
            </a:extLst>
          </p:cNvPr>
          <p:cNvSpPr txBox="1"/>
          <p:nvPr/>
        </p:nvSpPr>
        <p:spPr>
          <a:xfrm>
            <a:off x="3586069" y="542658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10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CB680673-B6BA-82E3-8D58-B660A1CBC591}"/>
              </a:ext>
            </a:extLst>
          </p:cNvPr>
          <p:cNvSpPr txBox="1"/>
          <p:nvPr/>
        </p:nvSpPr>
        <p:spPr>
          <a:xfrm>
            <a:off x="3586069" y="577667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B0C75885-B1C4-83C7-8AAE-FEB5656B1DAE}"/>
              </a:ext>
            </a:extLst>
          </p:cNvPr>
          <p:cNvSpPr txBox="1"/>
          <p:nvPr/>
        </p:nvSpPr>
        <p:spPr>
          <a:xfrm>
            <a:off x="3586069" y="612676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/>
              <p:nvPr/>
            </p:nvSpPr>
            <p:spPr>
              <a:xfrm>
                <a:off x="9170770" y="3357085"/>
                <a:ext cx="2443298" cy="313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770" y="3357085"/>
                <a:ext cx="2443298" cy="313932"/>
              </a:xfrm>
              <a:prstGeom prst="rect">
                <a:avLst/>
              </a:prstGeom>
              <a:blipFill>
                <a:blip r:embed="rId6"/>
                <a:stretch>
                  <a:fillRect l="-3491" r="-1496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/>
              <p:nvPr/>
            </p:nvSpPr>
            <p:spPr>
              <a:xfrm>
                <a:off x="8830742" y="3827801"/>
                <a:ext cx="278332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742" y="3827801"/>
                <a:ext cx="2783326" cy="314766"/>
              </a:xfrm>
              <a:prstGeom prst="rect">
                <a:avLst/>
              </a:prstGeom>
              <a:blipFill>
                <a:blip r:embed="rId7"/>
                <a:stretch>
                  <a:fillRect l="-3289" r="-2193" b="-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/>
              <p:nvPr/>
            </p:nvSpPr>
            <p:spPr>
              <a:xfrm>
                <a:off x="7656766" y="4268943"/>
                <a:ext cx="3957302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𝟑𝟐𝟎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766" y="4268943"/>
                <a:ext cx="3957302" cy="314766"/>
              </a:xfrm>
              <a:prstGeom prst="rect">
                <a:avLst/>
              </a:prstGeom>
              <a:blipFill>
                <a:blip r:embed="rId8"/>
                <a:stretch>
                  <a:fillRect l="-2157" r="-1387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!Marco 10">
            <a:extLst>
              <a:ext uri="{FF2B5EF4-FFF2-40B4-BE49-F238E27FC236}">
                <a16:creationId xmlns:a16="http://schemas.microsoft.com/office/drawing/2014/main" id="{C5168570-A3E1-9070-0605-D39C15E9E516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1A154AEC-7C90-8506-26A0-1B35E48DE094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mayor divisor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6A85DA-82B5-3AFA-EDAF-C0D2D25CDD9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ED39BC-833C-1F42-E337-F168BBF0727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74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4000"/>
                            </p:stCondLst>
                            <p:childTnLst>
                              <p:par>
                                <p:cTn id="1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500"/>
                            </p:stCondLst>
                            <p:childTnLst>
                              <p:par>
                                <p:cTn id="1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0"/>
                            </p:stCondLst>
                            <p:childTnLst>
                              <p:par>
                                <p:cTn id="1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500"/>
                            </p:stCondLst>
                            <p:childTnLst>
                              <p:par>
                                <p:cTn id="2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6000"/>
                            </p:stCondLst>
                            <p:childTnLst>
                              <p:par>
                                <p:cTn id="2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6500"/>
                            </p:stCondLst>
                            <p:childTnLst>
                              <p:par>
                                <p:cTn id="2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7000"/>
                            </p:stCondLst>
                            <p:childTnLst>
                              <p:par>
                                <p:cTn id="2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8000"/>
                            </p:stCondLst>
                            <p:childTnLst>
                              <p:par>
                                <p:cTn id="2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8500"/>
                            </p:stCondLst>
                            <p:childTnLst>
                              <p:par>
                                <p:cTn id="2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  <p:bldP spid="12" grpId="0"/>
      <p:bldP spid="15" grpId="0" uiExpand="1"/>
      <p:bldP spid="22" grpId="0"/>
      <p:bldP spid="23" grpId="0" uiExpand="1"/>
      <p:bldP spid="25" grpId="0" uiExpand="1"/>
      <p:bldP spid="26" grpId="0" uiExpand="1"/>
      <p:bldP spid="27" grpId="0" uiExpand="1"/>
      <p:bldP spid="33" grpId="0" uiExpand="1"/>
      <p:bldP spid="34" grpId="0" uiExpand="1"/>
      <p:bldP spid="35" grpId="0"/>
      <p:bldP spid="55" grpId="0" uiExpand="1"/>
      <p:bldP spid="90" grpId="0"/>
      <p:bldP spid="91" grpId="0" uiExpand="1"/>
      <p:bldP spid="92" grpId="0" uiExpand="1"/>
      <p:bldP spid="93" grpId="0" uiExpand="1"/>
      <p:bldP spid="94" grpId="0" uiExpand="1"/>
      <p:bldP spid="95" grpId="0" uiExpand="1"/>
      <p:bldP spid="96" grpId="0" uiExpand="1"/>
      <p:bldP spid="97" grpId="0"/>
      <p:bldP spid="98" grpId="0" uiExpand="1"/>
      <p:bldP spid="100" grpId="0"/>
      <p:bldP spid="101" grpId="0" uiExpand="1"/>
      <p:bldP spid="102" grpId="0" uiExpand="1"/>
      <p:bldP spid="103" grpId="0" uiExpand="1"/>
      <p:bldP spid="104" grpId="0" uiExpand="1"/>
      <p:bldP spid="105" grpId="0" uiExpand="1"/>
      <p:bldP spid="106" grpId="0" uiExpand="1"/>
      <p:bldP spid="107" grpId="0"/>
      <p:bldP spid="108" grpId="0" uiExpand="1"/>
      <p:bldP spid="109" grpId="0" uiExpand="1"/>
      <p:bldP spid="110" grpId="0" uiExpand="1"/>
      <p:bldP spid="111" grpId="0" uiExpand="1"/>
      <p:bldP spid="112" grpId="0" uiExpand="1"/>
      <p:bldP spid="113" grpId="0"/>
      <p:bldP spid="117" grpId="0"/>
      <p:bldP spid="118" grpId="0"/>
      <p:bldP spid="1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menor múltiplo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FF443679-D492-0BE7-6F8C-3AC7F24D2B6B}"/>
              </a:ext>
            </a:extLst>
          </p:cNvPr>
          <p:cNvSpPr txBox="1"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descomponen todos los números en sus factores primos.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Se </a:t>
            </a:r>
            <a:r>
              <a:rPr lang="es-ES" sz="2000" b="1" dirty="0"/>
              <a:t>apuntan los factores que nos aparezcan en todas las descomposiciones.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3º- Se elevan con el menor exponente que aparezcan.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4º- Multiplicamos todos los factores con sus correspondientes exponentes</a:t>
            </a: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5C2DD0E-540D-843C-1865-DAA901A541DA}"/>
              </a:ext>
            </a:extLst>
          </p:cNvPr>
          <p:cNvSpPr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A80ABD-13A1-AE56-A31A-A382726239CD}"/>
              </a:ext>
            </a:extLst>
          </p:cNvPr>
          <p:cNvSpPr txBox="1"/>
          <p:nvPr/>
        </p:nvSpPr>
        <p:spPr>
          <a:xfrm>
            <a:off x="535084" y="2978905"/>
            <a:ext cx="41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MCD de 16, 24, 320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/>
              <p:nvPr/>
            </p:nvSpPr>
            <p:spPr>
              <a:xfrm>
                <a:off x="606801" y="3579171"/>
                <a:ext cx="194309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4D5803B-29FA-F293-CB9C-C895B4262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3579171"/>
                <a:ext cx="1943096" cy="314766"/>
              </a:xfrm>
              <a:prstGeom prst="rect">
                <a:avLst/>
              </a:prstGeom>
              <a:blipFill>
                <a:blip r:embed="rId6"/>
                <a:stretch>
                  <a:fillRect l="-2516" r="-2201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/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B964BB0C-0FE9-0819-9B5C-5AED4D837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blipFill>
                <a:blip r:embed="rId7"/>
                <a:stretch>
                  <a:fillRect l="-3670" r="-3211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/>
              <p:nvPr/>
            </p:nvSpPr>
            <p:spPr>
              <a:xfrm>
                <a:off x="606801" y="4434827"/>
                <a:ext cx="289989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𝟑𝟐𝟎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F278244-326C-48B8-389C-951AB433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434827"/>
                <a:ext cx="2899896" cy="314766"/>
              </a:xfrm>
              <a:prstGeom prst="rect">
                <a:avLst/>
              </a:prstGeom>
              <a:blipFill>
                <a:blip r:embed="rId8"/>
                <a:stretch>
                  <a:fillRect l="-1474" r="-1474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DD5846-6F91-155C-392B-69F21DE21EDC}"/>
                  </a:ext>
                </a:extLst>
              </p:cNvPr>
              <p:cNvSpPr txBox="1"/>
              <p:nvPr/>
            </p:nvSpPr>
            <p:spPr>
              <a:xfrm>
                <a:off x="4515471" y="3705103"/>
                <a:ext cx="3161057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𝑴𝑪𝑫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DD5846-6F91-155C-392B-69F21DE2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471" y="3705103"/>
                <a:ext cx="3161057" cy="3776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D1B3C5-40B6-6783-B0E9-AFE2725707B1}"/>
                  </a:ext>
                </a:extLst>
              </p:cNvPr>
              <p:cNvSpPr txBox="1"/>
              <p:nvPr/>
            </p:nvSpPr>
            <p:spPr>
              <a:xfrm>
                <a:off x="4589176" y="4319022"/>
                <a:ext cx="2963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𝑴𝑪𝑫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D1B3C5-40B6-6783-B0E9-AFE27257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176" y="4319022"/>
                <a:ext cx="2963953" cy="369332"/>
              </a:xfrm>
              <a:prstGeom prst="rect">
                <a:avLst/>
              </a:prstGeom>
              <a:blipFill>
                <a:blip r:embed="rId10"/>
                <a:stretch>
                  <a:fillRect l="-1852" r="-164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E3C41594-ED43-CEC1-3E26-F3363DD2156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8BC7A2C-B704-DB10-CBC8-743381FDF98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66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4F97B-2B0E-53AD-A13D-3BF0F8D4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A2DB7D81-3D09-9052-BAC0-0625093F8F9D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56AD491F-AA16-533C-8959-8E614784292A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menor múltiplo </a:t>
            </a:r>
            <a:r>
              <a:rPr lang="es-ES" sz="2000" b="1" dirty="0">
                <a:latin typeface="Century Gothic" panose="020B0502020202020204" pitchFamily="34" charset="0"/>
              </a:rPr>
              <a:t>que tienen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en común </a:t>
            </a:r>
            <a:r>
              <a:rPr lang="es-ES" sz="2000" b="1" dirty="0">
                <a:latin typeface="Century Gothic" panose="020B0502020202020204" pitchFamily="34" charset="0"/>
              </a:rPr>
              <a:t>un conjunto de números.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B25A53C6-AE3D-70FE-D633-765B99596F93}"/>
              </a:ext>
            </a:extLst>
          </p:cNvPr>
          <p:cNvSpPr txBox="1"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descomponen todos los números en sus factores primos.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Se </a:t>
            </a:r>
            <a:r>
              <a:rPr lang="es-ES" sz="2000" b="1" dirty="0"/>
              <a:t>apuntan los factores que nos aparezcan en todas las descomposiciones.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3º- Se elevan con el menor exponente que aparezcan.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s-ES" sz="2000" b="1" dirty="0">
                <a:latin typeface="Century Gothic" panose="020B0502020202020204" pitchFamily="34" charset="0"/>
              </a:rPr>
              <a:t>4º- Multiplicamos todos los factores con sus correspondientes exponentes</a:t>
            </a: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CBCAB5F1-7D01-A9FA-3B78-3C9180F163E9}"/>
              </a:ext>
            </a:extLst>
          </p:cNvPr>
          <p:cNvSpPr/>
          <p:nvPr/>
        </p:nvSpPr>
        <p:spPr>
          <a:xfrm>
            <a:off x="535084" y="155768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A01331-AB2E-BB3F-E356-641E1AB88460}"/>
              </a:ext>
            </a:extLst>
          </p:cNvPr>
          <p:cNvSpPr txBox="1"/>
          <p:nvPr/>
        </p:nvSpPr>
        <p:spPr>
          <a:xfrm>
            <a:off x="535084" y="2978905"/>
            <a:ext cx="41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MCD de 16, 24, 320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E36B42E-870A-9312-7B6A-9D7EC97EC4AB}"/>
                  </a:ext>
                </a:extLst>
              </p:cNvPr>
              <p:cNvSpPr txBox="1"/>
              <p:nvPr/>
            </p:nvSpPr>
            <p:spPr>
              <a:xfrm>
                <a:off x="606801" y="3579171"/>
                <a:ext cx="194309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DE36B42E-870A-9312-7B6A-9D7EC97EC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3579171"/>
                <a:ext cx="1943096" cy="314766"/>
              </a:xfrm>
              <a:prstGeom prst="rect">
                <a:avLst/>
              </a:prstGeom>
              <a:blipFill>
                <a:blip r:embed="rId4"/>
                <a:stretch>
                  <a:fillRect l="-2516" r="-2201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4E1B6BA9-169C-A7D6-B1BE-F88AC348630F}"/>
                  </a:ext>
                </a:extLst>
              </p:cNvPr>
              <p:cNvSpPr txBox="1"/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4E1B6BA9-169C-A7D6-B1BE-F88AC348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006582"/>
                <a:ext cx="1331518" cy="314766"/>
              </a:xfrm>
              <a:prstGeom prst="rect">
                <a:avLst/>
              </a:prstGeom>
              <a:blipFill>
                <a:blip r:embed="rId5"/>
                <a:stretch>
                  <a:fillRect l="-3670" r="-3211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19C9464-DB5D-EC62-A8E9-673A2A33A5E5}"/>
                  </a:ext>
                </a:extLst>
              </p:cNvPr>
              <p:cNvSpPr txBox="1"/>
              <p:nvPr/>
            </p:nvSpPr>
            <p:spPr>
              <a:xfrm>
                <a:off x="606801" y="4434827"/>
                <a:ext cx="289989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𝟑𝟐𝟎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019C9464-DB5D-EC62-A8E9-673A2A33A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" y="4434827"/>
                <a:ext cx="2899896" cy="314766"/>
              </a:xfrm>
              <a:prstGeom prst="rect">
                <a:avLst/>
              </a:prstGeom>
              <a:blipFill>
                <a:blip r:embed="rId6"/>
                <a:stretch>
                  <a:fillRect l="-1474" r="-1474" b="-9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0C925BC-8D25-621C-1044-FD16F935251B}"/>
                  </a:ext>
                </a:extLst>
              </p:cNvPr>
              <p:cNvSpPr txBox="1"/>
              <p:nvPr/>
            </p:nvSpPr>
            <p:spPr>
              <a:xfrm>
                <a:off x="4515471" y="3705103"/>
                <a:ext cx="3161057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𝑴𝑪𝑫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0C925BC-8D25-621C-1044-FD16F9352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471" y="3705103"/>
                <a:ext cx="3161057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F11835E-DF63-5CC4-1AE2-3713758E78C2}"/>
                  </a:ext>
                </a:extLst>
              </p:cNvPr>
              <p:cNvSpPr txBox="1"/>
              <p:nvPr/>
            </p:nvSpPr>
            <p:spPr>
              <a:xfrm>
                <a:off x="4589176" y="4319022"/>
                <a:ext cx="2963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𝑴𝑪𝑫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F11835E-DF63-5CC4-1AE2-3713758E7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176" y="4319022"/>
                <a:ext cx="2963953" cy="369332"/>
              </a:xfrm>
              <a:prstGeom prst="rect">
                <a:avLst/>
              </a:prstGeom>
              <a:blipFill>
                <a:blip r:embed="rId8"/>
                <a:stretch>
                  <a:fillRect l="-1852" r="-164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E1B2792B-FB43-21B8-5418-CE508EE0720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5883DF-DB75-2A02-7BC2-F3ED67D95B0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07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337F607-35D6-40D6-892A-E064A0C14D83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5. Máximo común divisor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84E02A8-CE42-4989-8613-B8E9C3EED0E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4057846-4CED-4D84-860F-0A851175AFC6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D5D587-249A-4388-80B7-BC1332D0F231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A5C9D3F-E3FD-4E60-8EEC-7CF5101847A5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417</Words>
  <Application>Microsoft Office PowerPoint</Application>
  <PresentationFormat>Panorámica</PresentationFormat>
  <Paragraphs>112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Máximo común divisor</dc:title>
  <dc:creator>Illán Linos Souto</dc:creator>
  <cp:lastModifiedBy>Illán Linos</cp:lastModifiedBy>
  <cp:revision>45</cp:revision>
  <dcterms:created xsi:type="dcterms:W3CDTF">2024-08-18T18:48:07Z</dcterms:created>
  <dcterms:modified xsi:type="dcterms:W3CDTF">2025-11-17T18:06:07Z</dcterms:modified>
</cp:coreProperties>
</file>
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custDataLst>
    <p:tags r:id="rId12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CDF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CCFC7-6E1B-4A12-87CD-1FFFB8F46CDD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BDB4C-B569-4E6D-958A-F6EA8BD537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934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6054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7452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9910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0864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484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191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21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329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BDB4C-B569-4E6D-958A-F6EA8BD5376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414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38853"/>
            <a:ext cx="11121832" cy="49319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535084" y="19853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2 si el último dígito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par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716656"/>
            <a:ext cx="6310297" cy="2795088"/>
            <a:chOff x="535084" y="2716656"/>
            <a:chExt cx="6310297" cy="2795088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612826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108050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602890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084709"/>
            <a:ext cx="441986" cy="441986"/>
          </a:xfrm>
          <a:prstGeom prst="rect">
            <a:avLst/>
          </a:prstGeom>
        </p:spPr>
      </p:pic>
      <p:grpSp>
        <p:nvGrpSpPr>
          <p:cNvPr id="70" name="Grupo 69">
            <a:extLst>
              <a:ext uri="{FF2B5EF4-FFF2-40B4-BE49-F238E27FC236}">
                <a16:creationId xmlns:a16="http://schemas.microsoft.com/office/drawing/2014/main" id="{C5C038EE-9514-30A9-C0B0-E877A994A22A}"/>
              </a:ext>
            </a:extLst>
          </p:cNvPr>
          <p:cNvGrpSpPr/>
          <p:nvPr/>
        </p:nvGrpSpPr>
        <p:grpSpPr>
          <a:xfrm>
            <a:off x="7630005" y="2693643"/>
            <a:ext cx="3906769" cy="461666"/>
            <a:chOff x="7129475" y="2763199"/>
            <a:chExt cx="3906769" cy="461666"/>
          </a:xfrm>
        </p:grpSpPr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A26CFF17-C5A2-E7E0-EBD5-961FBEE1135A}"/>
                </a:ext>
              </a:extLst>
            </p:cNvPr>
            <p:cNvSpPr txBox="1"/>
            <p:nvPr/>
          </p:nvSpPr>
          <p:spPr>
            <a:xfrm>
              <a:off x="7129475" y="2763200"/>
              <a:ext cx="11715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800" b="1">
                  <a:latin typeface="Century Gothic" panose="020B0502020202020204" pitchFamily="34" charset="0"/>
                </a:defRPr>
              </a:lvl1pPr>
            </a:lstStyle>
            <a:p>
              <a:r>
                <a:rPr lang="es-E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PAR</a:t>
              </a:r>
            </a:p>
          </p:txBody>
        </p:sp>
        <p:cxnSp>
          <p:nvCxnSpPr>
            <p:cNvPr id="67" name="Conector recto de flecha 66">
              <a:extLst>
                <a:ext uri="{FF2B5EF4-FFF2-40B4-BE49-F238E27FC236}">
                  <a16:creationId xmlns:a16="http://schemas.microsoft.com/office/drawing/2014/main" id="{6EEEC933-05A7-905E-9260-171F6C85A8A0}"/>
                </a:ext>
              </a:extLst>
            </p:cNvPr>
            <p:cNvCxnSpPr>
              <a:cxnSpLocks/>
              <a:stCxn id="66" idx="3"/>
            </p:cNvCxnSpPr>
            <p:nvPr/>
          </p:nvCxnSpPr>
          <p:spPr>
            <a:xfrm>
              <a:off x="8301050" y="2994033"/>
              <a:ext cx="484439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CE5DADB2-1A61-3A09-E33A-AE71F7AF8C09}"/>
                </a:ext>
              </a:extLst>
            </p:cNvPr>
            <p:cNvSpPr txBox="1"/>
            <p:nvPr/>
          </p:nvSpPr>
          <p:spPr>
            <a:xfrm>
              <a:off x="8585144" y="2763199"/>
              <a:ext cx="2451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0, 2, 4, 6, 8</a:t>
              </a:r>
            </a:p>
          </p:txBody>
        </p:sp>
      </p:grpSp>
      <p:sp>
        <p:nvSpPr>
          <p:cNvPr id="71" name="CuadroTexto 70">
            <a:extLst>
              <a:ext uri="{FF2B5EF4-FFF2-40B4-BE49-F238E27FC236}">
                <a16:creationId xmlns:a16="http://schemas.microsoft.com/office/drawing/2014/main" id="{3847674B-1574-3B99-07EA-C4FFF6479550}"/>
              </a:ext>
            </a:extLst>
          </p:cNvPr>
          <p:cNvSpPr txBox="1"/>
          <p:nvPr/>
        </p:nvSpPr>
        <p:spPr>
          <a:xfrm>
            <a:off x="6843445" y="313536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141E0545-ECE6-76B0-6B7B-2FC524E599F7}"/>
              </a:ext>
            </a:extLst>
          </p:cNvPr>
          <p:cNvSpPr txBox="1"/>
          <p:nvPr/>
        </p:nvSpPr>
        <p:spPr>
          <a:xfrm>
            <a:off x="6843445" y="361479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99EE9A5-4BFF-D864-E838-D1E319EFD5AF}"/>
              </a:ext>
            </a:extLst>
          </p:cNvPr>
          <p:cNvSpPr txBox="1"/>
          <p:nvPr/>
        </p:nvSpPr>
        <p:spPr>
          <a:xfrm>
            <a:off x="6843445" y="412349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F72AC12-7790-26EA-2E05-8E80EBB890C7}"/>
              </a:ext>
            </a:extLst>
          </p:cNvPr>
          <p:cNvSpPr txBox="1"/>
          <p:nvPr/>
        </p:nvSpPr>
        <p:spPr>
          <a:xfrm>
            <a:off x="6843445" y="461756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B69810E-8398-0B7C-FBAE-86D34A3539A3}"/>
              </a:ext>
            </a:extLst>
          </p:cNvPr>
          <p:cNvSpPr txBox="1"/>
          <p:nvPr/>
        </p:nvSpPr>
        <p:spPr>
          <a:xfrm>
            <a:off x="6843445" y="507486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59AACF-8F2A-C86E-20EF-33A4D01DA3D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 animBg="1"/>
      <p:bldP spid="4" grpId="0"/>
      <p:bldP spid="71" grpId="0"/>
      <p:bldP spid="72" grpId="0"/>
      <p:bldP spid="73" grpId="0"/>
      <p:bldP spid="74" grpId="0"/>
      <p:bldP spid="7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38853"/>
            <a:ext cx="11121832" cy="49319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535084" y="19853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3 si la suma de sus dígitos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 de 3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716656"/>
            <a:ext cx="6310297" cy="2795088"/>
            <a:chOff x="535084" y="2716656"/>
            <a:chExt cx="6310297" cy="2795088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612826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108050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602890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084709"/>
            <a:ext cx="441986" cy="4419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5C86989-A973-6F27-7936-F4EC38C0822C}"/>
              </a:ext>
            </a:extLst>
          </p:cNvPr>
          <p:cNvSpPr txBox="1"/>
          <p:nvPr/>
        </p:nvSpPr>
        <p:spPr>
          <a:xfrm>
            <a:off x="6843445" y="313536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1+3+5=</a:t>
            </a:r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EDB20F-F859-1F02-FA09-3170A62E05BB}"/>
              </a:ext>
            </a:extLst>
          </p:cNvPr>
          <p:cNvSpPr txBox="1"/>
          <p:nvPr/>
        </p:nvSpPr>
        <p:spPr>
          <a:xfrm>
            <a:off x="6843445" y="361479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2+3+2=7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26694E-9B65-3DFF-E06B-E99F44939376}"/>
              </a:ext>
            </a:extLst>
          </p:cNvPr>
          <p:cNvSpPr txBox="1"/>
          <p:nvPr/>
        </p:nvSpPr>
        <p:spPr>
          <a:xfrm>
            <a:off x="6843445" y="412349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4+1+8=13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832B88-8FB6-FB27-0278-77D3193A8CC7}"/>
              </a:ext>
            </a:extLst>
          </p:cNvPr>
          <p:cNvSpPr txBox="1"/>
          <p:nvPr/>
        </p:nvSpPr>
        <p:spPr>
          <a:xfrm>
            <a:off x="6843445" y="461756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2+2+0=4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9675345-AD92-B68F-C46C-835434EF9DDD}"/>
              </a:ext>
            </a:extLst>
          </p:cNvPr>
          <p:cNvSpPr txBox="1"/>
          <p:nvPr/>
        </p:nvSpPr>
        <p:spPr>
          <a:xfrm>
            <a:off x="6843445" y="507486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3+0+0=</a:t>
            </a:r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3</a:t>
            </a:r>
          </a:p>
        </p:txBody>
      </p:sp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131663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084709"/>
            <a:ext cx="441986" cy="44198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45D6CD5-3D0F-AB83-83C9-E4511BAD116D}"/>
              </a:ext>
            </a:extLst>
          </p:cNvPr>
          <p:cNvSpPr txBox="1"/>
          <p:nvPr/>
        </p:nvSpPr>
        <p:spPr>
          <a:xfrm>
            <a:off x="9124198" y="2695575"/>
            <a:ext cx="1594073" cy="3693319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3 X 1 = 3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2 = 6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3 = 9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4 = 12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5 = 15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6 = 18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7 = 21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8 = 24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9 = 27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3 X 10 = 30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D2A42C-47BD-72E3-4012-E9522653CE6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AD6BC23-80B4-0A3D-BE16-48A8796B23D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31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8" grpId="0"/>
      <p:bldP spid="10" grpId="0"/>
      <p:bldP spid="12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38853"/>
            <a:ext cx="11121832" cy="49319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535084" y="19853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4 si 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dos últimos dígitos son múltiplos de 4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716656"/>
            <a:ext cx="6310297" cy="2795088"/>
            <a:chOff x="535084" y="2716656"/>
            <a:chExt cx="6310297" cy="2795088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612826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108050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602890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084709"/>
            <a:ext cx="441986" cy="4419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5C86989-A973-6F27-7936-F4EC38C0822C}"/>
              </a:ext>
            </a:extLst>
          </p:cNvPr>
          <p:cNvSpPr txBox="1"/>
          <p:nvPr/>
        </p:nvSpPr>
        <p:spPr>
          <a:xfrm>
            <a:off x="6843445" y="313536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EDB20F-F859-1F02-FA09-3170A62E05BB}"/>
              </a:ext>
            </a:extLst>
          </p:cNvPr>
          <p:cNvSpPr txBox="1"/>
          <p:nvPr/>
        </p:nvSpPr>
        <p:spPr>
          <a:xfrm>
            <a:off x="6843445" y="361479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32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26694E-9B65-3DFF-E06B-E99F44939376}"/>
              </a:ext>
            </a:extLst>
          </p:cNvPr>
          <p:cNvSpPr txBox="1"/>
          <p:nvPr/>
        </p:nvSpPr>
        <p:spPr>
          <a:xfrm>
            <a:off x="6843445" y="412349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832B88-8FB6-FB27-0278-77D3193A8CC7}"/>
              </a:ext>
            </a:extLst>
          </p:cNvPr>
          <p:cNvSpPr txBox="1"/>
          <p:nvPr/>
        </p:nvSpPr>
        <p:spPr>
          <a:xfrm>
            <a:off x="6843445" y="461756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9675345-AD92-B68F-C46C-835434EF9DDD}"/>
              </a:ext>
            </a:extLst>
          </p:cNvPr>
          <p:cNvSpPr txBox="1"/>
          <p:nvPr/>
        </p:nvSpPr>
        <p:spPr>
          <a:xfrm>
            <a:off x="6843445" y="507486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00</a:t>
            </a:r>
          </a:p>
        </p:txBody>
      </p:sp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131663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084709"/>
            <a:ext cx="441986" cy="44198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45D6CD5-3D0F-AB83-83C9-E4511BAD116D}"/>
              </a:ext>
            </a:extLst>
          </p:cNvPr>
          <p:cNvSpPr txBox="1"/>
          <p:nvPr/>
        </p:nvSpPr>
        <p:spPr>
          <a:xfrm>
            <a:off x="9124198" y="2695575"/>
            <a:ext cx="1594073" cy="3693319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4 X 1 = 4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2 = 8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3 = 12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4 = 16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5 = 20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6 = 24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7 = 28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8 = 32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9 = 36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4 X 10 = 40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0C438A80-8121-D144-47C1-E87AA5E3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574550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EAAA601E-FD42-3C3F-F314-D2F8E51D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609593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04E822EA-6C9D-581F-D3F2-EBA097A55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084709"/>
            <a:ext cx="441986" cy="441986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5FB5DCAB-0E44-018E-C685-7495EBF7E53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EAD24B4-FA5E-36FF-52FC-55AF3FB036D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95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8" grpId="0"/>
      <p:bldP spid="10" grpId="0"/>
      <p:bldP spid="12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38853"/>
            <a:ext cx="11121832" cy="49319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535084" y="19853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5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si termina en 5 o en 0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716656"/>
            <a:ext cx="6310297" cy="2795088"/>
            <a:chOff x="535084" y="2716656"/>
            <a:chExt cx="6310297" cy="2795088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612826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108050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602890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084709"/>
            <a:ext cx="441986" cy="4419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5C86989-A973-6F27-7936-F4EC38C0822C}"/>
              </a:ext>
            </a:extLst>
          </p:cNvPr>
          <p:cNvSpPr txBox="1"/>
          <p:nvPr/>
        </p:nvSpPr>
        <p:spPr>
          <a:xfrm>
            <a:off x="6843445" y="313536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EDB20F-F859-1F02-FA09-3170A62E05BB}"/>
              </a:ext>
            </a:extLst>
          </p:cNvPr>
          <p:cNvSpPr txBox="1"/>
          <p:nvPr/>
        </p:nvSpPr>
        <p:spPr>
          <a:xfrm>
            <a:off x="6843445" y="361479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26694E-9B65-3DFF-E06B-E99F44939376}"/>
              </a:ext>
            </a:extLst>
          </p:cNvPr>
          <p:cNvSpPr txBox="1"/>
          <p:nvPr/>
        </p:nvSpPr>
        <p:spPr>
          <a:xfrm>
            <a:off x="6843445" y="412349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832B88-8FB6-FB27-0278-77D3193A8CC7}"/>
              </a:ext>
            </a:extLst>
          </p:cNvPr>
          <p:cNvSpPr txBox="1"/>
          <p:nvPr/>
        </p:nvSpPr>
        <p:spPr>
          <a:xfrm>
            <a:off x="6843445" y="461756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9675345-AD92-B68F-C46C-835434EF9DDD}"/>
              </a:ext>
            </a:extLst>
          </p:cNvPr>
          <p:cNvSpPr txBox="1"/>
          <p:nvPr/>
        </p:nvSpPr>
        <p:spPr>
          <a:xfrm>
            <a:off x="6843445" y="507486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131663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084709"/>
            <a:ext cx="441986" cy="441986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0C438A80-8121-D144-47C1-E87AA5E3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574550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EAAA601E-FD42-3C3F-F314-D2F8E51D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609593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04E822EA-6C9D-581F-D3F2-EBA097A55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084709"/>
            <a:ext cx="441986" cy="441986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999AAD63-8D83-F0FB-F3D4-E8FFE7F48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335" y="3131663"/>
            <a:ext cx="441986" cy="441986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F706210D-6892-22C5-7B82-F81B785B1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079" y="4599753"/>
            <a:ext cx="441986" cy="441986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682BA510-A1CB-65C9-3E8D-BCF7456A6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07" y="5074869"/>
            <a:ext cx="441986" cy="44198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A5CE20D0-17C9-3D78-9463-87CD79AE487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0BEE038-5829-268C-F3E3-BFE221FA4968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635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8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38853"/>
            <a:ext cx="11121832" cy="49319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535084" y="19853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6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si es divisible entre 2 y entre 3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716656"/>
            <a:ext cx="6310297" cy="2795088"/>
            <a:chOff x="535084" y="2716656"/>
            <a:chExt cx="6310297" cy="2795088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612826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108050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602890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084709"/>
            <a:ext cx="441986" cy="441986"/>
          </a:xfrm>
          <a:prstGeom prst="rect">
            <a:avLst/>
          </a:prstGeom>
        </p:spPr>
      </p:pic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131663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084709"/>
            <a:ext cx="441986" cy="441986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0C438A80-8121-D144-47C1-E87AA5E3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574550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EAAA601E-FD42-3C3F-F314-D2F8E51D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609593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04E822EA-6C9D-581F-D3F2-EBA097A55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084709"/>
            <a:ext cx="441986" cy="441986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999AAD63-8D83-F0FB-F3D4-E8FFE7F48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335" y="3131663"/>
            <a:ext cx="441986" cy="441986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F706210D-6892-22C5-7B82-F81B785B1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079" y="4599753"/>
            <a:ext cx="441986" cy="441986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682BA510-A1CB-65C9-3E8D-BCF7456A6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07" y="5074869"/>
            <a:ext cx="441986" cy="441986"/>
          </a:xfrm>
          <a:prstGeom prst="rect">
            <a:avLst/>
          </a:prstGeom>
        </p:spPr>
      </p:pic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4C8528E0-B8FB-444B-3622-27326B029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0969" y="5094550"/>
            <a:ext cx="441986" cy="44198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489C4F4-2A2D-3FD1-B578-581B63A1B8F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DE75CB-DD48-C4A3-A0B7-7BF0CA044ED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071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38852"/>
            <a:ext cx="11121832" cy="68384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499320" y="192072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11 si la suma de los dígitos en posición impar menos la suma de los dígitos en posición par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es cero o múltiplo de 11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905840"/>
            <a:ext cx="6310297" cy="2795088"/>
            <a:chOff x="535084" y="2716656"/>
            <a:chExt cx="6310297" cy="2795088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20058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802010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297234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792074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273893"/>
            <a:ext cx="441986" cy="441986"/>
          </a:xfrm>
          <a:prstGeom prst="rect">
            <a:avLst/>
          </a:prstGeom>
        </p:spPr>
      </p:pic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320847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273893"/>
            <a:ext cx="441986" cy="441986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0C438A80-8121-D144-47C1-E87AA5E3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763734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EAAA601E-FD42-3C3F-F314-D2F8E51D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798777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04E822EA-6C9D-581F-D3F2-EBA097A55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273893"/>
            <a:ext cx="441986" cy="441986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999AAD63-8D83-F0FB-F3D4-E8FFE7F48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335" y="3320847"/>
            <a:ext cx="441986" cy="441986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F706210D-6892-22C5-7B82-F81B785B1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079" y="4788937"/>
            <a:ext cx="441986" cy="441986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682BA510-A1CB-65C9-3E8D-BCF7456A6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07" y="5264053"/>
            <a:ext cx="441986" cy="441986"/>
          </a:xfrm>
          <a:prstGeom prst="rect">
            <a:avLst/>
          </a:prstGeom>
        </p:spPr>
      </p:pic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4C8528E0-B8FB-444B-3622-27326B029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0969" y="5283734"/>
            <a:ext cx="441986" cy="4419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C3C12F0-A245-3045-D72F-831F3EFD319F}"/>
              </a:ext>
            </a:extLst>
          </p:cNvPr>
          <p:cNvSpPr txBox="1"/>
          <p:nvPr/>
        </p:nvSpPr>
        <p:spPr>
          <a:xfrm>
            <a:off x="6813330" y="3309395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(1+5)-3=3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1C6CC8-AB9B-9DD6-508C-D57B44AB3DBB}"/>
              </a:ext>
            </a:extLst>
          </p:cNvPr>
          <p:cNvSpPr txBox="1"/>
          <p:nvPr/>
        </p:nvSpPr>
        <p:spPr>
          <a:xfrm>
            <a:off x="6813330" y="3788825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(2+2)-3=1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ADA572-22C4-D447-EEEF-0722D312FC9C}"/>
              </a:ext>
            </a:extLst>
          </p:cNvPr>
          <p:cNvSpPr txBox="1"/>
          <p:nvPr/>
        </p:nvSpPr>
        <p:spPr>
          <a:xfrm>
            <a:off x="6813330" y="4297531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(4+8)-1=</a:t>
            </a:r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D42405-E6CF-B2C7-41D4-C1DAF41F2A86}"/>
              </a:ext>
            </a:extLst>
          </p:cNvPr>
          <p:cNvSpPr txBox="1"/>
          <p:nvPr/>
        </p:nvSpPr>
        <p:spPr>
          <a:xfrm>
            <a:off x="6813330" y="479159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(2+0)-2=</a:t>
            </a:r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656841C-7595-945B-36A1-7A17AEB89EB8}"/>
              </a:ext>
            </a:extLst>
          </p:cNvPr>
          <p:cNvSpPr txBox="1"/>
          <p:nvPr/>
        </p:nvSpPr>
        <p:spPr>
          <a:xfrm>
            <a:off x="6813330" y="5248901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(3+0)-0=3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EE869E2-1088-E381-2B4D-92A8E739A767}"/>
              </a:ext>
            </a:extLst>
          </p:cNvPr>
          <p:cNvSpPr txBox="1"/>
          <p:nvPr/>
        </p:nvSpPr>
        <p:spPr>
          <a:xfrm>
            <a:off x="9124198" y="3232971"/>
            <a:ext cx="1594073" cy="2585323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11 X 1 = 11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11 X 2 = 22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11 X 3 = 33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11 X 4 = 44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11 X 5 = 55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11 X 6 = 66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34" name="Gráfico 33" descr="Marca de verificación con relleno sólido">
            <a:extLst>
              <a:ext uri="{FF2B5EF4-FFF2-40B4-BE49-F238E27FC236}">
                <a16:creationId xmlns:a16="http://schemas.microsoft.com/office/drawing/2014/main" id="{FFB27596-28F4-0020-265C-90F2BCF82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8937" y="4290532"/>
            <a:ext cx="441986" cy="441986"/>
          </a:xfrm>
          <a:prstGeom prst="rect">
            <a:avLst/>
          </a:prstGeom>
        </p:spPr>
      </p:pic>
      <p:pic>
        <p:nvPicPr>
          <p:cNvPr id="35" name="Gráfico 34" descr="Marca de verificación con relleno sólido">
            <a:extLst>
              <a:ext uri="{FF2B5EF4-FFF2-40B4-BE49-F238E27FC236}">
                <a16:creationId xmlns:a16="http://schemas.microsoft.com/office/drawing/2014/main" id="{53238C24-DDAD-1A35-32BF-508748B88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120" y="4816283"/>
            <a:ext cx="441986" cy="441986"/>
          </a:xfrm>
          <a:prstGeom prst="rect">
            <a:avLst/>
          </a:prstGeom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C465C752-9B16-90B6-6D73-2EC7AF505B1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5E67D65-AD12-7B15-B3FE-7A2B05B6907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90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8" grpId="0"/>
      <p:bldP spid="10" grpId="0"/>
      <p:bldP spid="12" grpId="0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29790"/>
            <a:ext cx="11121832" cy="44901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499320" y="195424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12 si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divisible entre 3 y 4.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905840"/>
            <a:ext cx="7041175" cy="2804387"/>
            <a:chOff x="535084" y="2716656"/>
            <a:chExt cx="7041175" cy="2804387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929115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1F471EE4-AED6-68F3-3063-D2DFF0BD8C65}"/>
                </a:ext>
              </a:extLst>
            </p:cNvPr>
            <p:cNvCxnSpPr>
              <a:cxnSpLocks/>
            </p:cNvCxnSpPr>
            <p:nvPr/>
          </p:nvCxnSpPr>
          <p:spPr>
            <a:xfrm>
              <a:off x="7531025" y="2725955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F815CBE3-A886-2A70-F9DC-FED8FCAA4AFC}"/>
                </a:ext>
              </a:extLst>
            </p:cNvPr>
            <p:cNvSpPr txBox="1"/>
            <p:nvPr/>
          </p:nvSpPr>
          <p:spPr>
            <a:xfrm>
              <a:off x="6715647" y="273539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/>
                <a:t>10</a:t>
              </a:r>
              <a:endParaRPr lang="es-ES" sz="2000" b="1" dirty="0"/>
            </a:p>
          </p:txBody>
        </p: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802010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297234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792074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273893"/>
            <a:ext cx="441986" cy="441986"/>
          </a:xfrm>
          <a:prstGeom prst="rect">
            <a:avLst/>
          </a:prstGeom>
        </p:spPr>
      </p:pic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320847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273893"/>
            <a:ext cx="441986" cy="441986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0C438A80-8121-D144-47C1-E87AA5E3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763734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EAAA601E-FD42-3C3F-F314-D2F8E51D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798777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04E822EA-6C9D-581F-D3F2-EBA097A55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273893"/>
            <a:ext cx="441986" cy="441986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999AAD63-8D83-F0FB-F3D4-E8FFE7F48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335" y="3320847"/>
            <a:ext cx="441986" cy="441986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F706210D-6892-22C5-7B82-F81B785B1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079" y="4788937"/>
            <a:ext cx="441986" cy="441986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682BA510-A1CB-65C9-3E8D-BCF7456A6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07" y="5264053"/>
            <a:ext cx="441986" cy="441986"/>
          </a:xfrm>
          <a:prstGeom prst="rect">
            <a:avLst/>
          </a:prstGeom>
        </p:spPr>
      </p:pic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4C8528E0-B8FB-444B-3622-27326B029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0969" y="5283734"/>
            <a:ext cx="441986" cy="441986"/>
          </a:xfrm>
          <a:prstGeom prst="rect">
            <a:avLst/>
          </a:prstGeom>
        </p:spPr>
      </p:pic>
      <p:pic>
        <p:nvPicPr>
          <p:cNvPr id="34" name="Gráfico 33" descr="Marca de verificación con relleno sólido">
            <a:extLst>
              <a:ext uri="{FF2B5EF4-FFF2-40B4-BE49-F238E27FC236}">
                <a16:creationId xmlns:a16="http://schemas.microsoft.com/office/drawing/2014/main" id="{FFB27596-28F4-0020-265C-90F2BCF82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8937" y="4290532"/>
            <a:ext cx="441986" cy="441986"/>
          </a:xfrm>
          <a:prstGeom prst="rect">
            <a:avLst/>
          </a:prstGeom>
        </p:spPr>
      </p:pic>
      <p:pic>
        <p:nvPicPr>
          <p:cNvPr id="35" name="Gráfico 34" descr="Marca de verificación con relleno sólido">
            <a:extLst>
              <a:ext uri="{FF2B5EF4-FFF2-40B4-BE49-F238E27FC236}">
                <a16:creationId xmlns:a16="http://schemas.microsoft.com/office/drawing/2014/main" id="{53238C24-DDAD-1A35-32BF-508748B88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120" y="4816283"/>
            <a:ext cx="441986" cy="441986"/>
          </a:xfrm>
          <a:prstGeom prst="rect">
            <a:avLst/>
          </a:prstGeom>
        </p:spPr>
      </p:pic>
      <p:pic>
        <p:nvPicPr>
          <p:cNvPr id="68" name="Gráfico 67" descr="Marca de verificación con relleno sólido">
            <a:extLst>
              <a:ext uri="{FF2B5EF4-FFF2-40B4-BE49-F238E27FC236}">
                <a16:creationId xmlns:a16="http://schemas.microsoft.com/office/drawing/2014/main" id="{E57FD67A-C36A-44E0-5DE5-5D7BC8F86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082" y="5281979"/>
            <a:ext cx="441986" cy="44198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B046C07-C2A7-E6E0-AA2A-F2EF3A81B40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3FF36E-C54A-0608-C477-8FCD964EA11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05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ACFEA283-3DFE-7A94-5258-AD615A9E3E57}"/>
              </a:ext>
            </a:extLst>
          </p:cNvPr>
          <p:cNvSpPr/>
          <p:nvPr/>
        </p:nvSpPr>
        <p:spPr>
          <a:xfrm>
            <a:off x="535084" y="1929790"/>
            <a:ext cx="11121832" cy="44901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82C7F62C-5421-4E00-309A-C5A87E6790EB}"/>
              </a:ext>
            </a:extLst>
          </p:cNvPr>
          <p:cNvSpPr txBox="1"/>
          <p:nvPr/>
        </p:nvSpPr>
        <p:spPr>
          <a:xfrm>
            <a:off x="499320" y="195424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10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si acaba en 0.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D9D54E3-81A6-8F49-ACDE-4E8DD334E89D}"/>
              </a:ext>
            </a:extLst>
          </p:cNvPr>
          <p:cNvGrpSpPr/>
          <p:nvPr/>
        </p:nvGrpSpPr>
        <p:grpSpPr>
          <a:xfrm>
            <a:off x="535084" y="2905840"/>
            <a:ext cx="7041175" cy="2804387"/>
            <a:chOff x="535084" y="2716656"/>
            <a:chExt cx="7041175" cy="2804387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66D678A-AA42-1D27-1DC3-5BE0CCE14839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7C926D1-BB89-3CD7-1CD3-875DD1D6ADB9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D108CB5-BB14-782A-826D-8D8D5837C61F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3A444F-2DED-73E1-EE78-37B27BDA30D5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2B960D5-A5C4-7BC3-268D-FABF67471F1E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41E8C6-D195-AC87-67FA-C5D4C69906A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7F5BCBB-97F9-75D7-4908-187CAE0A637E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14A0000-7ACC-7109-4C7F-710F130B08B9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117409F-9FDE-0977-6EAE-D593B7E60166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02795E2-3ABF-9F7F-3A11-3D99B358B322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CBE7994-3C2D-D1C5-C175-103F869991BC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4D4B597-9694-7F53-6218-189DC402E05E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5730F1-4C98-FB2D-783D-86CE53559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929115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9AB8888-57EA-5315-20D5-231962D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4E9032-9029-693A-F321-AB963FD9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50DAA19-3F01-1DBC-3B6A-4D0679B7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0BDEDEC-E67B-4977-CFD3-E8C002E04701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3C3C8AE-B09F-9914-B91A-98EE670832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7597EDA-22CD-E64B-B723-7F264422EF5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7912915-30BE-EDD5-7125-EDA4335CA20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DD442F7-9746-E17E-8E20-68754D12E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FCAB447-A7DE-B0FF-7160-6BBABEA9D40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2B7BD7F-22C9-DA13-7FBF-AD984FD39D5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1CBFD08-AC22-6BF6-FC44-C619BD365112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B803A3B-07B3-2F9D-577A-CCE0DD83EFD8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1F471EE4-AED6-68F3-3063-D2DFF0BD8C65}"/>
                </a:ext>
              </a:extLst>
            </p:cNvPr>
            <p:cNvCxnSpPr>
              <a:cxnSpLocks/>
            </p:cNvCxnSpPr>
            <p:nvPr/>
          </p:nvCxnSpPr>
          <p:spPr>
            <a:xfrm>
              <a:off x="7531025" y="2725955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F815CBE3-A886-2A70-F9DC-FED8FCAA4AFC}"/>
                </a:ext>
              </a:extLst>
            </p:cNvPr>
            <p:cNvSpPr txBox="1"/>
            <p:nvPr/>
          </p:nvSpPr>
          <p:spPr>
            <a:xfrm>
              <a:off x="6715647" y="273539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61EA0C6C-DE35-96DC-AF93-518F311FB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802010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D35AA6DD-B2F3-7AFC-8323-A44BC999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297234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02058996-09BD-AC7F-0566-5C9C68409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792074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EFF70F6A-7EB1-BB51-45A7-B8E14B340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273893"/>
            <a:ext cx="441986" cy="441986"/>
          </a:xfrm>
          <a:prstGeom prst="rect">
            <a:avLst/>
          </a:prstGeom>
        </p:spPr>
      </p:pic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2E19785-0CC7-F5C2-66E9-C9586A80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320847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CEFC1DC5-6031-1A42-64DE-236190947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273893"/>
            <a:ext cx="441986" cy="441986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0C438A80-8121-D144-47C1-E87AA5E3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763734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EAAA601E-FD42-3C3F-F314-D2F8E51D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798777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04E822EA-6C9D-581F-D3F2-EBA097A55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273893"/>
            <a:ext cx="441986" cy="441986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999AAD63-8D83-F0FB-F3D4-E8FFE7F48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335" y="3320847"/>
            <a:ext cx="441986" cy="441986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F706210D-6892-22C5-7B82-F81B785B1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079" y="4788937"/>
            <a:ext cx="441986" cy="441986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682BA510-A1CB-65C9-3E8D-BCF7456A6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07" y="5264053"/>
            <a:ext cx="441986" cy="441986"/>
          </a:xfrm>
          <a:prstGeom prst="rect">
            <a:avLst/>
          </a:prstGeom>
        </p:spPr>
      </p:pic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4C8528E0-B8FB-444B-3622-27326B029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0969" y="5283734"/>
            <a:ext cx="441986" cy="441986"/>
          </a:xfrm>
          <a:prstGeom prst="rect">
            <a:avLst/>
          </a:prstGeom>
        </p:spPr>
      </p:pic>
      <p:pic>
        <p:nvPicPr>
          <p:cNvPr id="34" name="Gráfico 33" descr="Marca de verificación con relleno sólido">
            <a:extLst>
              <a:ext uri="{FF2B5EF4-FFF2-40B4-BE49-F238E27FC236}">
                <a16:creationId xmlns:a16="http://schemas.microsoft.com/office/drawing/2014/main" id="{FFB27596-28F4-0020-265C-90F2BCF82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8937" y="4290532"/>
            <a:ext cx="441986" cy="441986"/>
          </a:xfrm>
          <a:prstGeom prst="rect">
            <a:avLst/>
          </a:prstGeom>
        </p:spPr>
      </p:pic>
      <p:pic>
        <p:nvPicPr>
          <p:cNvPr id="35" name="Gráfico 34" descr="Marca de verificación con relleno sólido">
            <a:extLst>
              <a:ext uri="{FF2B5EF4-FFF2-40B4-BE49-F238E27FC236}">
                <a16:creationId xmlns:a16="http://schemas.microsoft.com/office/drawing/2014/main" id="{53238C24-DDAD-1A35-32BF-508748B88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120" y="4816283"/>
            <a:ext cx="441986" cy="441986"/>
          </a:xfrm>
          <a:prstGeom prst="rect">
            <a:avLst/>
          </a:prstGeom>
        </p:spPr>
      </p:pic>
      <p:pic>
        <p:nvPicPr>
          <p:cNvPr id="68" name="Gráfico 67" descr="Marca de verificación con relleno sólido">
            <a:extLst>
              <a:ext uri="{FF2B5EF4-FFF2-40B4-BE49-F238E27FC236}">
                <a16:creationId xmlns:a16="http://schemas.microsoft.com/office/drawing/2014/main" id="{E57FD67A-C36A-44E0-5DE5-5D7BC8F86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082" y="5281979"/>
            <a:ext cx="441986" cy="441986"/>
          </a:xfrm>
          <a:prstGeom prst="rect">
            <a:avLst/>
          </a:prstGeom>
        </p:spPr>
      </p:pic>
      <p:pic>
        <p:nvPicPr>
          <p:cNvPr id="84" name="Gráfico 83" descr="Marca de verificación con relleno sólido">
            <a:extLst>
              <a:ext uri="{FF2B5EF4-FFF2-40B4-BE49-F238E27FC236}">
                <a16:creationId xmlns:a16="http://schemas.microsoft.com/office/drawing/2014/main" id="{7F4B9053-BE08-9A42-0170-89F406CFB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0819" y="4803098"/>
            <a:ext cx="441986" cy="441986"/>
          </a:xfrm>
          <a:prstGeom prst="rect">
            <a:avLst/>
          </a:prstGeom>
        </p:spPr>
      </p:pic>
      <p:pic>
        <p:nvPicPr>
          <p:cNvPr id="85" name="Gráfico 84" descr="Marca de verificación con relleno sólido">
            <a:extLst>
              <a:ext uri="{FF2B5EF4-FFF2-40B4-BE49-F238E27FC236}">
                <a16:creationId xmlns:a16="http://schemas.microsoft.com/office/drawing/2014/main" id="{29D598D3-06DB-1171-E64A-6FAFA4872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766" y="5285871"/>
            <a:ext cx="441986" cy="4419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6E5D62A-792A-52A5-1A05-402F747CB2DA}"/>
              </a:ext>
            </a:extLst>
          </p:cNvPr>
          <p:cNvSpPr txBox="1"/>
          <p:nvPr/>
        </p:nvSpPr>
        <p:spPr>
          <a:xfrm>
            <a:off x="7554541" y="329975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CF8286-2911-20E1-77D7-A41EE27CF27E}"/>
              </a:ext>
            </a:extLst>
          </p:cNvPr>
          <p:cNvSpPr txBox="1"/>
          <p:nvPr/>
        </p:nvSpPr>
        <p:spPr>
          <a:xfrm>
            <a:off x="7554541" y="377918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E63F5D-BD01-4A03-E359-ABFD080F9428}"/>
              </a:ext>
            </a:extLst>
          </p:cNvPr>
          <p:cNvSpPr txBox="1"/>
          <p:nvPr/>
        </p:nvSpPr>
        <p:spPr>
          <a:xfrm>
            <a:off x="7554541" y="428789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9730628-CD93-C822-970B-5267CD7AEFF7}"/>
              </a:ext>
            </a:extLst>
          </p:cNvPr>
          <p:cNvSpPr txBox="1"/>
          <p:nvPr/>
        </p:nvSpPr>
        <p:spPr>
          <a:xfrm>
            <a:off x="7554541" y="4781961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ACD2EA-6521-77DD-079F-AAC2E744B45A}"/>
              </a:ext>
            </a:extLst>
          </p:cNvPr>
          <p:cNvSpPr txBox="1"/>
          <p:nvPr/>
        </p:nvSpPr>
        <p:spPr>
          <a:xfrm>
            <a:off x="7554541" y="523926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2C71290-A445-C392-4ECD-38926EA6CF8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D28F16B-4DA4-3726-619F-20BCA506376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31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8" grpId="0"/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D8D20-BCBD-4787-F668-586CB119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AA9768FD-8AEE-A48A-0190-3F2B6939EE06}"/>
              </a:ext>
            </a:extLst>
          </p:cNvPr>
          <p:cNvSpPr/>
          <p:nvPr/>
        </p:nvSpPr>
        <p:spPr>
          <a:xfrm>
            <a:off x="535084" y="1039706"/>
            <a:ext cx="11121832" cy="74804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064847CD-7622-55A2-F5D5-63E9B98F725C}"/>
              </a:ext>
            </a:extLst>
          </p:cNvPr>
          <p:cNvSpPr txBox="1"/>
          <p:nvPr/>
        </p:nvSpPr>
        <p:spPr>
          <a:xfrm>
            <a:off x="535084" y="10597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criterios de divisibilidad </a:t>
            </a:r>
            <a:r>
              <a:rPr lang="es-ES" sz="2000" b="1" dirty="0">
                <a:latin typeface="Century Gothic" panose="020B0502020202020204" pitchFamily="34" charset="0"/>
              </a:rPr>
              <a:t>son reglas prácticas que sirven para descubrir si un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número es divisible por 2, 3, 5 u otros números sencillos.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BD3C12FE-F74F-809F-C7A2-CD1D8AADD02A}"/>
              </a:ext>
            </a:extLst>
          </p:cNvPr>
          <p:cNvSpPr/>
          <p:nvPr/>
        </p:nvSpPr>
        <p:spPr>
          <a:xfrm>
            <a:off x="535084" y="1929790"/>
            <a:ext cx="11121832" cy="44901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147AB84C-2519-F610-0405-DD47DF2A53FE}"/>
              </a:ext>
            </a:extLst>
          </p:cNvPr>
          <p:cNvSpPr txBox="1"/>
          <p:nvPr/>
        </p:nvSpPr>
        <p:spPr>
          <a:xfrm>
            <a:off x="499320" y="195424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natural es divisible entre 10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si acaba en 0.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1215AD38-C582-3211-A63E-9BF9E5DBE491}"/>
              </a:ext>
            </a:extLst>
          </p:cNvPr>
          <p:cNvGrpSpPr/>
          <p:nvPr/>
        </p:nvGrpSpPr>
        <p:grpSpPr>
          <a:xfrm>
            <a:off x="535084" y="2905840"/>
            <a:ext cx="7041175" cy="2804387"/>
            <a:chOff x="535084" y="2716656"/>
            <a:chExt cx="7041175" cy="2804387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CCC895E-2E4A-526E-1068-609C690CDB06}"/>
                </a:ext>
              </a:extLst>
            </p:cNvPr>
            <p:cNvSpPr txBox="1"/>
            <p:nvPr/>
          </p:nvSpPr>
          <p:spPr>
            <a:xfrm>
              <a:off x="535084" y="3135363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135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7C98471-171E-13A1-75FF-56C9B758E7E3}"/>
                </a:ext>
              </a:extLst>
            </p:cNvPr>
            <p:cNvSpPr txBox="1"/>
            <p:nvPr/>
          </p:nvSpPr>
          <p:spPr>
            <a:xfrm>
              <a:off x="535084" y="36294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232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DE9BDA17-A0F9-67C6-CBCA-DFB29A90B119}"/>
                </a:ext>
              </a:extLst>
            </p:cNvPr>
            <p:cNvSpPr txBox="1"/>
            <p:nvPr/>
          </p:nvSpPr>
          <p:spPr>
            <a:xfrm>
              <a:off x="535084" y="4123499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418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8A37FD8-8BE4-8206-68E9-51ED8A775E9C}"/>
                </a:ext>
              </a:extLst>
            </p:cNvPr>
            <p:cNvSpPr txBox="1"/>
            <p:nvPr/>
          </p:nvSpPr>
          <p:spPr>
            <a:xfrm>
              <a:off x="535084" y="4617567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220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0A5F14-AD14-1F67-69B8-100F4F6BDC13}"/>
                </a:ext>
              </a:extLst>
            </p:cNvPr>
            <p:cNvSpPr txBox="1"/>
            <p:nvPr/>
          </p:nvSpPr>
          <p:spPr>
            <a:xfrm>
              <a:off x="535084" y="5111634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300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3AAD125-CBDF-F049-B977-CB6FB6C422CE}"/>
                </a:ext>
              </a:extLst>
            </p:cNvPr>
            <p:cNvSpPr txBox="1"/>
            <p:nvPr/>
          </p:nvSpPr>
          <p:spPr>
            <a:xfrm>
              <a:off x="127388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1D1CFCB-1101-FDF4-A3E0-6FA31AE2CD6D}"/>
                </a:ext>
              </a:extLst>
            </p:cNvPr>
            <p:cNvSpPr txBox="1"/>
            <p:nvPr/>
          </p:nvSpPr>
          <p:spPr>
            <a:xfrm>
              <a:off x="2059036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3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8DA0B7F0-2F7C-90B0-CB50-6AE278F923D6}"/>
                </a:ext>
              </a:extLst>
            </p:cNvPr>
            <p:cNvSpPr txBox="1"/>
            <p:nvPr/>
          </p:nvSpPr>
          <p:spPr>
            <a:xfrm>
              <a:off x="2844183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DA97FEE4-7A68-E8C0-6371-662BD2AD0D90}"/>
                </a:ext>
              </a:extLst>
            </p:cNvPr>
            <p:cNvSpPr txBox="1"/>
            <p:nvPr/>
          </p:nvSpPr>
          <p:spPr>
            <a:xfrm>
              <a:off x="3629330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D1881B21-212D-E95F-E722-AA99EAEF03DA}"/>
                </a:ext>
              </a:extLst>
            </p:cNvPr>
            <p:cNvSpPr txBox="1"/>
            <p:nvPr/>
          </p:nvSpPr>
          <p:spPr>
            <a:xfrm>
              <a:off x="4414477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6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498DCEC-17BF-9505-B5BE-3A4B3257974F}"/>
                </a:ext>
              </a:extLst>
            </p:cNvPr>
            <p:cNvSpPr txBox="1"/>
            <p:nvPr/>
          </p:nvSpPr>
          <p:spPr>
            <a:xfrm>
              <a:off x="5199624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11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F3071CFD-F084-EA3F-F677-A9AEED2D84C8}"/>
                </a:ext>
              </a:extLst>
            </p:cNvPr>
            <p:cNvSpPr txBox="1"/>
            <p:nvPr/>
          </p:nvSpPr>
          <p:spPr>
            <a:xfrm>
              <a:off x="5984769" y="274523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12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FA6A7AB7-F90B-3126-3152-59F2D251F9A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135363"/>
              <a:ext cx="6929115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FA6FEA8-84F0-2622-090F-51DC203787BF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31EC3C0-3A5E-8C0F-EC7A-BDE0E39322DA}"/>
                </a:ext>
              </a:extLst>
            </p:cNvPr>
            <p:cNvCxnSpPr>
              <a:cxnSpLocks/>
            </p:cNvCxnSpPr>
            <p:nvPr/>
          </p:nvCxnSpPr>
          <p:spPr>
            <a:xfrm>
              <a:off x="20996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8DBA74BF-2B68-EE55-A7D9-DF0C69DE8C6F}"/>
                </a:ext>
              </a:extLst>
            </p:cNvPr>
            <p:cNvCxnSpPr>
              <a:cxnSpLocks/>
            </p:cNvCxnSpPr>
            <p:nvPr/>
          </p:nvCxnSpPr>
          <p:spPr>
            <a:xfrm>
              <a:off x="28842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065CD946-B8F2-AD62-3088-9BD267EDA373}"/>
                </a:ext>
              </a:extLst>
            </p:cNvPr>
            <p:cNvCxnSpPr>
              <a:cxnSpLocks/>
            </p:cNvCxnSpPr>
            <p:nvPr/>
          </p:nvCxnSpPr>
          <p:spPr>
            <a:xfrm>
              <a:off x="366888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7CFCB1E3-C8FA-D572-22FE-34D79646712C}"/>
                </a:ext>
              </a:extLst>
            </p:cNvPr>
            <p:cNvCxnSpPr>
              <a:cxnSpLocks/>
            </p:cNvCxnSpPr>
            <p:nvPr/>
          </p:nvCxnSpPr>
          <p:spPr>
            <a:xfrm>
              <a:off x="445351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FBF5295-947D-6151-5607-DB79E98F41B7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37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8BA2B80C-0C53-1B9B-E135-6087E9ED72DE}"/>
                </a:ext>
              </a:extLst>
            </p:cNvPr>
            <p:cNvCxnSpPr>
              <a:cxnSpLocks/>
            </p:cNvCxnSpPr>
            <p:nvPr/>
          </p:nvCxnSpPr>
          <p:spPr>
            <a:xfrm>
              <a:off x="6022762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6CEEC41-E7CB-8344-4EF5-FA2534E0817F}"/>
                </a:ext>
              </a:extLst>
            </p:cNvPr>
            <p:cNvCxnSpPr>
              <a:cxnSpLocks/>
            </p:cNvCxnSpPr>
            <p:nvPr/>
          </p:nvCxnSpPr>
          <p:spPr>
            <a:xfrm>
              <a:off x="6807388" y="2716656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A591A0F5-12F4-E2CA-A0D8-8E98C0F10665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3559971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638D6C8-4948-860B-2956-E83F24EB3E4A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068217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5645D40-BD47-92DA-3D6B-4C1D5A79C2BE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4576463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0AE68796-A8B4-38FA-1221-B97CE69D96D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02" y="5084709"/>
              <a:ext cx="6924223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FE53B43-38BB-2B02-FE27-83279ACE03E4}"/>
                </a:ext>
              </a:extLst>
            </p:cNvPr>
            <p:cNvCxnSpPr>
              <a:cxnSpLocks/>
            </p:cNvCxnSpPr>
            <p:nvPr/>
          </p:nvCxnSpPr>
          <p:spPr>
            <a:xfrm>
              <a:off x="7531025" y="2725955"/>
              <a:ext cx="0" cy="279508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465198E-EFE2-E075-940E-9FAAB1EF0D97}"/>
                </a:ext>
              </a:extLst>
            </p:cNvPr>
            <p:cNvSpPr txBox="1"/>
            <p:nvPr/>
          </p:nvSpPr>
          <p:spPr>
            <a:xfrm>
              <a:off x="6715647" y="2735391"/>
              <a:ext cx="860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</p:grpSp>
      <p:pic>
        <p:nvPicPr>
          <p:cNvPr id="62" name="Gráfico 61" descr="Marca de verificación con relleno sólido">
            <a:extLst>
              <a:ext uri="{FF2B5EF4-FFF2-40B4-BE49-F238E27FC236}">
                <a16:creationId xmlns:a16="http://schemas.microsoft.com/office/drawing/2014/main" id="{3A462DFB-71D2-78C6-2534-8AC92ED71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3802010"/>
            <a:ext cx="441986" cy="441986"/>
          </a:xfrm>
          <a:prstGeom prst="rect">
            <a:avLst/>
          </a:prstGeom>
        </p:spPr>
      </p:pic>
      <p:pic>
        <p:nvPicPr>
          <p:cNvPr id="63" name="Gráfico 62" descr="Marca de verificación con relleno sólido">
            <a:extLst>
              <a:ext uri="{FF2B5EF4-FFF2-40B4-BE49-F238E27FC236}">
                <a16:creationId xmlns:a16="http://schemas.microsoft.com/office/drawing/2014/main" id="{AD7DCFE6-802C-C0B4-5DC9-DE48959E7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202" y="4297234"/>
            <a:ext cx="441986" cy="441986"/>
          </a:xfrm>
          <a:prstGeom prst="rect">
            <a:avLst/>
          </a:prstGeom>
        </p:spPr>
      </p:pic>
      <p:pic>
        <p:nvPicPr>
          <p:cNvPr id="64" name="Gráfico 63" descr="Marca de verificación con relleno sólido">
            <a:extLst>
              <a:ext uri="{FF2B5EF4-FFF2-40B4-BE49-F238E27FC236}">
                <a16:creationId xmlns:a16="http://schemas.microsoft.com/office/drawing/2014/main" id="{F926179E-0E97-1652-B242-C626B0DAD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268" y="4792074"/>
            <a:ext cx="441986" cy="441986"/>
          </a:xfrm>
          <a:prstGeom prst="rect">
            <a:avLst/>
          </a:prstGeom>
        </p:spPr>
      </p:pic>
      <p:pic>
        <p:nvPicPr>
          <p:cNvPr id="65" name="Gráfico 64" descr="Marca de verificación con relleno sólido">
            <a:extLst>
              <a:ext uri="{FF2B5EF4-FFF2-40B4-BE49-F238E27FC236}">
                <a16:creationId xmlns:a16="http://schemas.microsoft.com/office/drawing/2014/main" id="{913D3BF1-A73A-62CC-5B73-1C4551D5B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729" y="5273893"/>
            <a:ext cx="441986" cy="441986"/>
          </a:xfrm>
          <a:prstGeom prst="rect">
            <a:avLst/>
          </a:prstGeom>
        </p:spPr>
      </p:pic>
      <p:pic>
        <p:nvPicPr>
          <p:cNvPr id="14" name="Gráfico 13" descr="Marca de verificación con relleno sólido">
            <a:extLst>
              <a:ext uri="{FF2B5EF4-FFF2-40B4-BE49-F238E27FC236}">
                <a16:creationId xmlns:a16="http://schemas.microsoft.com/office/drawing/2014/main" id="{432640B3-6E37-9CDD-C37C-289160DA2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8626" y="3320847"/>
            <a:ext cx="441986" cy="441986"/>
          </a:xfrm>
          <a:prstGeom prst="rect">
            <a:avLst/>
          </a:prstGeom>
        </p:spPr>
      </p:pic>
      <p:pic>
        <p:nvPicPr>
          <p:cNvPr id="15" name="Gráfico 14" descr="Marca de verificación con relleno sólido">
            <a:extLst>
              <a:ext uri="{FF2B5EF4-FFF2-40B4-BE49-F238E27FC236}">
                <a16:creationId xmlns:a16="http://schemas.microsoft.com/office/drawing/2014/main" id="{7479DE01-0EED-8076-8C4A-A5812FE68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57" y="5273893"/>
            <a:ext cx="441986" cy="441986"/>
          </a:xfrm>
          <a:prstGeom prst="rect">
            <a:avLst/>
          </a:prstGeom>
        </p:spPr>
      </p:pic>
      <p:pic>
        <p:nvPicPr>
          <p:cNvPr id="21" name="Gráfico 20" descr="Marca de verificación con relleno sólido">
            <a:extLst>
              <a:ext uri="{FF2B5EF4-FFF2-40B4-BE49-F238E27FC236}">
                <a16:creationId xmlns:a16="http://schemas.microsoft.com/office/drawing/2014/main" id="{CE306970-8DF0-F484-215A-460EB7C15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499" y="3763734"/>
            <a:ext cx="441986" cy="441986"/>
          </a:xfrm>
          <a:prstGeom prst="rect">
            <a:avLst/>
          </a:prstGeom>
        </p:spPr>
      </p:pic>
      <p:pic>
        <p:nvPicPr>
          <p:cNvPr id="22" name="Gráfico 21" descr="Marca de verificación con relleno sólido">
            <a:extLst>
              <a:ext uri="{FF2B5EF4-FFF2-40B4-BE49-F238E27FC236}">
                <a16:creationId xmlns:a16="http://schemas.microsoft.com/office/drawing/2014/main" id="{09485247-C56B-64EC-F367-B79897E4F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7668" y="4798777"/>
            <a:ext cx="441986" cy="441986"/>
          </a:xfrm>
          <a:prstGeom prst="rect">
            <a:avLst/>
          </a:prstGeom>
        </p:spPr>
      </p:pic>
      <p:pic>
        <p:nvPicPr>
          <p:cNvPr id="23" name="Gráfico 22" descr="Marca de verificación con relleno sólido">
            <a:extLst>
              <a:ext uri="{FF2B5EF4-FFF2-40B4-BE49-F238E27FC236}">
                <a16:creationId xmlns:a16="http://schemas.microsoft.com/office/drawing/2014/main" id="{C15286C4-C6CE-7825-8D5D-1CC985EC7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96" y="5273893"/>
            <a:ext cx="441986" cy="441986"/>
          </a:xfrm>
          <a:prstGeom prst="rect">
            <a:avLst/>
          </a:prstGeom>
        </p:spPr>
      </p:pic>
      <p:pic>
        <p:nvPicPr>
          <p:cNvPr id="25" name="Gráfico 24" descr="Marca de verificación con relleno sólido">
            <a:extLst>
              <a:ext uri="{FF2B5EF4-FFF2-40B4-BE49-F238E27FC236}">
                <a16:creationId xmlns:a16="http://schemas.microsoft.com/office/drawing/2014/main" id="{4E49E1A1-109D-D3BE-E876-EAE6A4E6C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335" y="3320847"/>
            <a:ext cx="441986" cy="441986"/>
          </a:xfrm>
          <a:prstGeom prst="rect">
            <a:avLst/>
          </a:prstGeom>
        </p:spPr>
      </p:pic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EE1CDC3D-2FB7-12DE-FA1A-750372C02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079" y="4788937"/>
            <a:ext cx="441986" cy="441986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8FA28735-2A36-D127-97CB-31D9615B7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907" y="5264053"/>
            <a:ext cx="441986" cy="441986"/>
          </a:xfrm>
          <a:prstGeom prst="rect">
            <a:avLst/>
          </a:prstGeom>
        </p:spPr>
      </p:pic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9898DEB4-255C-7C69-B226-FC9C9FBDC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0969" y="5283734"/>
            <a:ext cx="441986" cy="441986"/>
          </a:xfrm>
          <a:prstGeom prst="rect">
            <a:avLst/>
          </a:prstGeom>
        </p:spPr>
      </p:pic>
      <p:pic>
        <p:nvPicPr>
          <p:cNvPr id="34" name="Gráfico 33" descr="Marca de verificación con relleno sólido">
            <a:extLst>
              <a:ext uri="{FF2B5EF4-FFF2-40B4-BE49-F238E27FC236}">
                <a16:creationId xmlns:a16="http://schemas.microsoft.com/office/drawing/2014/main" id="{71F15522-FCD8-138C-034E-FDA0E82AA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8937" y="4290532"/>
            <a:ext cx="441986" cy="441986"/>
          </a:xfrm>
          <a:prstGeom prst="rect">
            <a:avLst/>
          </a:prstGeom>
        </p:spPr>
      </p:pic>
      <p:pic>
        <p:nvPicPr>
          <p:cNvPr id="35" name="Gráfico 34" descr="Marca de verificación con relleno sólido">
            <a:extLst>
              <a:ext uri="{FF2B5EF4-FFF2-40B4-BE49-F238E27FC236}">
                <a16:creationId xmlns:a16="http://schemas.microsoft.com/office/drawing/2014/main" id="{1C04363C-FD55-7B7D-6270-F66775896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120" y="4816283"/>
            <a:ext cx="441986" cy="441986"/>
          </a:xfrm>
          <a:prstGeom prst="rect">
            <a:avLst/>
          </a:prstGeom>
        </p:spPr>
      </p:pic>
      <p:pic>
        <p:nvPicPr>
          <p:cNvPr id="68" name="Gráfico 67" descr="Marca de verificación con relleno sólido">
            <a:extLst>
              <a:ext uri="{FF2B5EF4-FFF2-40B4-BE49-F238E27FC236}">
                <a16:creationId xmlns:a16="http://schemas.microsoft.com/office/drawing/2014/main" id="{42710769-4013-80AF-0DDB-19095CF68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082" y="5281979"/>
            <a:ext cx="441986" cy="441986"/>
          </a:xfrm>
          <a:prstGeom prst="rect">
            <a:avLst/>
          </a:prstGeom>
        </p:spPr>
      </p:pic>
      <p:pic>
        <p:nvPicPr>
          <p:cNvPr id="84" name="Gráfico 83" descr="Marca de verificación con relleno sólido">
            <a:extLst>
              <a:ext uri="{FF2B5EF4-FFF2-40B4-BE49-F238E27FC236}">
                <a16:creationId xmlns:a16="http://schemas.microsoft.com/office/drawing/2014/main" id="{6F7176E0-B694-0FD6-2B62-246927056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0819" y="4803098"/>
            <a:ext cx="441986" cy="441986"/>
          </a:xfrm>
          <a:prstGeom prst="rect">
            <a:avLst/>
          </a:prstGeom>
        </p:spPr>
      </p:pic>
      <p:pic>
        <p:nvPicPr>
          <p:cNvPr id="85" name="Gráfico 84" descr="Marca de verificación con relleno sólido">
            <a:extLst>
              <a:ext uri="{FF2B5EF4-FFF2-40B4-BE49-F238E27FC236}">
                <a16:creationId xmlns:a16="http://schemas.microsoft.com/office/drawing/2014/main" id="{7F8C4E73-6041-9279-3924-6200A60F4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766" y="5285871"/>
            <a:ext cx="441986" cy="4419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C84B492-769B-51E0-174E-09E963517416}"/>
              </a:ext>
            </a:extLst>
          </p:cNvPr>
          <p:cNvSpPr txBox="1"/>
          <p:nvPr/>
        </p:nvSpPr>
        <p:spPr>
          <a:xfrm>
            <a:off x="7554541" y="329975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D6DFB9-9091-47FD-A0EE-E65046E6951A}"/>
              </a:ext>
            </a:extLst>
          </p:cNvPr>
          <p:cNvSpPr txBox="1"/>
          <p:nvPr/>
        </p:nvSpPr>
        <p:spPr>
          <a:xfrm>
            <a:off x="7554541" y="3779187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2CB974-5552-4C7F-5FF4-26B11D55B750}"/>
              </a:ext>
            </a:extLst>
          </p:cNvPr>
          <p:cNvSpPr txBox="1"/>
          <p:nvPr/>
        </p:nvSpPr>
        <p:spPr>
          <a:xfrm>
            <a:off x="7554541" y="428789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F58A6B-8035-A6FC-C4A3-84B33FC87178}"/>
              </a:ext>
            </a:extLst>
          </p:cNvPr>
          <p:cNvSpPr txBox="1"/>
          <p:nvPr/>
        </p:nvSpPr>
        <p:spPr>
          <a:xfrm>
            <a:off x="7554541" y="4781961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4FA76F4-385E-52C1-E478-473C3344810D}"/>
              </a:ext>
            </a:extLst>
          </p:cNvPr>
          <p:cNvSpPr txBox="1"/>
          <p:nvPr/>
        </p:nvSpPr>
        <p:spPr>
          <a:xfrm>
            <a:off x="7554541" y="5239263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B8E164B-70F4-1D08-0078-8219D0B8650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DCDF43B-2E42-F57F-68C8-FF09D182148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82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30BD6FB-E557-4C3B-B78D-DDD4D4BF51B2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Criterios de divisibilidad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1 - Divisibilidad y números ente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78C03A4-5C83-414D-B8D1-23D6A8F2CE4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1B44DE0-F5AC-44E2-863A-4FB793F37753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19BEEE7-D7DD-483F-BD68-E2B55C1B3DFE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A4D6F8-E81E-4922-B74C-37D228491A9A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0BD1DBF-0DE5-4055-AD75-359C73BAB4EF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59049F1-A5FE-403A-AC6B-23BD5F2416F1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EE995B3-0352-4B79-990B-A68C1E5DED49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C6E7C6B-CA55-435B-8946-6A45ACAAF8D8}:26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B4DA3E3-D45E-4FB7-A693-CCCC1070DD50}:265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770</Words>
  <Application>Microsoft Office PowerPoint</Application>
  <PresentationFormat>Panorámica</PresentationFormat>
  <Paragraphs>228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Criterios de divisibilidad</dc:title>
  <dc:creator>Illán Linos Souto</dc:creator>
  <cp:lastModifiedBy>Illán Linos</cp:lastModifiedBy>
  <cp:revision>39</cp:revision>
  <dcterms:created xsi:type="dcterms:W3CDTF">2024-08-18T18:48:07Z</dcterms:created>
  <dcterms:modified xsi:type="dcterms:W3CDTF">2025-11-17T18:04:41Z</dcterms:modified>
</cp:coreProperties>
</file>
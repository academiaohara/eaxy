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09565-55D3-4F95-B14F-B5FB7A851EC8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02D0A-710A-40AE-9DD8-714775D126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88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02D0A-710A-40AE-9DD8-714775D1269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3522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eliminar</a:t>
            </a:r>
            <a:r>
              <a:rPr lang="es-ES" sz="2000" b="1" dirty="0"/>
              <a:t> los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denominadores</a:t>
            </a:r>
            <a:r>
              <a:rPr lang="es-ES" sz="2000" b="1" dirty="0"/>
              <a:t> en una ecuación, se multiplican ambos</a:t>
            </a:r>
          </a:p>
          <a:p>
            <a:r>
              <a:rPr lang="es-ES" sz="2000" b="1" dirty="0"/>
              <a:t>miembros por el mínimo común múltiplo de todos ellos.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!CuadroTexto 1">
            <a:extLst>
              <a:ext uri="{FF2B5EF4-FFF2-40B4-BE49-F238E27FC236}">
                <a16:creationId xmlns:a16="http://schemas.microsoft.com/office/drawing/2014/main" id="{5EF0B5E5-071C-6CE4-C088-63696D5F18BE}"/>
              </a:ext>
            </a:extLst>
          </p:cNvPr>
          <p:cNvSpPr txBox="1"/>
          <p:nvPr/>
        </p:nvSpPr>
        <p:spPr>
          <a:xfrm>
            <a:off x="535084" y="1916372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3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875C273-6BBC-E578-42C2-AC2F54D61406}"/>
                  </a:ext>
                </a:extLst>
              </p:cNvPr>
              <p:cNvSpPr txBox="1"/>
              <p:nvPr/>
            </p:nvSpPr>
            <p:spPr>
              <a:xfrm>
                <a:off x="3560224" y="2461422"/>
                <a:ext cx="1912281" cy="676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𝟓𝐱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s-E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875C273-6BBC-E578-42C2-AC2F54D61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224" y="2461422"/>
                <a:ext cx="1912281" cy="6768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E2C4F74D-EA51-AB6A-6306-FEF3F7F221C5}"/>
              </a:ext>
            </a:extLst>
          </p:cNvPr>
          <p:cNvCxnSpPr>
            <a:cxnSpLocks/>
          </p:cNvCxnSpPr>
          <p:nvPr/>
        </p:nvCxnSpPr>
        <p:spPr>
          <a:xfrm>
            <a:off x="5547360" y="2837948"/>
            <a:ext cx="8229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F66956B-5320-689D-B69E-64A8EAB03647}"/>
              </a:ext>
            </a:extLst>
          </p:cNvPr>
          <p:cNvSpPr txBox="1"/>
          <p:nvPr/>
        </p:nvSpPr>
        <p:spPr>
          <a:xfrm>
            <a:off x="6477002" y="2653282"/>
            <a:ext cx="2301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M.C.M (3, 4, 6)=12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FF9B691-7745-0F65-247B-682B13B5A4CA}"/>
              </a:ext>
            </a:extLst>
          </p:cNvPr>
          <p:cNvSpPr txBox="1"/>
          <p:nvPr/>
        </p:nvSpPr>
        <p:spPr>
          <a:xfrm>
            <a:off x="535084" y="3385683"/>
            <a:ext cx="5193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Multiplicamos todos los términos por 12: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154BC03-6DF2-C3CA-D374-F2AC0C0C313E}"/>
                  </a:ext>
                </a:extLst>
              </p:cNvPr>
              <p:cNvSpPr txBox="1"/>
              <p:nvPr/>
            </p:nvSpPr>
            <p:spPr>
              <a:xfrm>
                <a:off x="1272883" y="3995101"/>
                <a:ext cx="4271342" cy="676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𝟓𝐱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s-E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154BC03-6DF2-C3CA-D374-F2AC0C0C3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883" y="3995101"/>
                <a:ext cx="4271342" cy="6768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99E7AA26-67E0-00DE-3D96-A56BB41D34B5}"/>
              </a:ext>
            </a:extLst>
          </p:cNvPr>
          <p:cNvCxnSpPr>
            <a:cxnSpLocks/>
          </p:cNvCxnSpPr>
          <p:nvPr/>
        </p:nvCxnSpPr>
        <p:spPr>
          <a:xfrm>
            <a:off x="5544225" y="4374486"/>
            <a:ext cx="8229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FD02C25-2A08-2B48-A9D6-D6223ECBD011}"/>
                  </a:ext>
                </a:extLst>
              </p:cNvPr>
              <p:cNvSpPr txBox="1"/>
              <p:nvPr/>
            </p:nvSpPr>
            <p:spPr>
              <a:xfrm>
                <a:off x="5910880" y="4151402"/>
                <a:ext cx="427134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0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0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FD02C25-2A08-2B48-A9D6-D6223ECBD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880" y="4151402"/>
                <a:ext cx="427134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922A885-C66B-5F0B-9207-7EADFFF49BDF}"/>
                  </a:ext>
                </a:extLst>
              </p:cNvPr>
              <p:cNvSpPr txBox="1"/>
              <p:nvPr/>
            </p:nvSpPr>
            <p:spPr>
              <a:xfrm>
                <a:off x="1689793" y="4925362"/>
                <a:ext cx="8812414" cy="670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𝟏𝟐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922A885-C66B-5F0B-9207-7EADFFF49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793" y="4925362"/>
                <a:ext cx="8812414" cy="6705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8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275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  <p:bldP spid="12" grpId="0"/>
      <p:bldP spid="16" grpId="0"/>
      <p:bldP spid="17" grpId="0"/>
      <p:bldP spid="18" grpId="0"/>
      <p:bldP spid="20" grpId="0"/>
      <p:bldP spid="2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603ADCE-8A16-40F5-91E3-B324A497EAFD"/>
  <p:tag name="ISPRING_CMI5_LAUNCH_METHOD" val="any window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6 - Ecuacione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PRESENTATION_TITLE" val="2. Ecuaciones con denominadores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8DD019A-873E-4AAD-AD81-65C796034FAF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114</Words>
  <Application>Microsoft Office PowerPoint</Application>
  <PresentationFormat>Panorámica</PresentationFormat>
  <Paragraphs>11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Ecuaciones con denominadores</dc:title>
  <dc:creator>Illán Linos Souto</dc:creator>
  <cp:lastModifiedBy>Illán Linos</cp:lastModifiedBy>
  <cp:revision>56</cp:revision>
  <dcterms:created xsi:type="dcterms:W3CDTF">2024-08-18T18:48:07Z</dcterms:created>
  <dcterms:modified xsi:type="dcterms:W3CDTF">2025-11-18T12:56:49Z</dcterms:modified>
</cp:coreProperties>
</file>
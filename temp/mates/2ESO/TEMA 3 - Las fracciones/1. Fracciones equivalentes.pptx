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custDataLst>
    <p:tags r:id="rId9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A4A55D-187C-455F-A255-B4E2AA10B7BE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C386A1-8347-4584-A617-5B94E498052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0540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C386A1-8347-4584-A617-5B94E498052E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7633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C386A1-8347-4584-A617-5B94E498052E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717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C386A1-8347-4584-A617-5B94E498052E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8052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C386A1-8347-4584-A617-5B94E498052E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81095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C386A1-8347-4584-A617-5B94E498052E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15042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C386A1-8347-4584-A617-5B94E498052E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4283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39706"/>
            <a:ext cx="11121832" cy="43716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8235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Las fracciones equivalentes son aquellas cuyo resultado es igual.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CuadroTexto 1">
            <a:extLst>
              <a:ext uri="{FF2B5EF4-FFF2-40B4-BE49-F238E27FC236}">
                <a16:creationId xmlns:a16="http://schemas.microsoft.com/office/drawing/2014/main" id="{9DF5FAC1-4D59-D633-46F1-059C4CDB17AE}"/>
              </a:ext>
            </a:extLst>
          </p:cNvPr>
          <p:cNvSpPr txBox="1"/>
          <p:nvPr/>
        </p:nvSpPr>
        <p:spPr>
          <a:xfrm>
            <a:off x="535084" y="1612144"/>
            <a:ext cx="195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4E2B5DC-B4F7-AE1F-22C2-E4C8747056CE}"/>
              </a:ext>
            </a:extLst>
          </p:cNvPr>
          <p:cNvSpPr/>
          <p:nvPr/>
        </p:nvSpPr>
        <p:spPr>
          <a:xfrm>
            <a:off x="3094395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F707486-586C-7F0A-38A7-96EE5676BFC3}"/>
              </a:ext>
            </a:extLst>
          </p:cNvPr>
          <p:cNvSpPr/>
          <p:nvPr/>
        </p:nvSpPr>
        <p:spPr>
          <a:xfrm>
            <a:off x="3752521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EA41C6C-F3B6-DD0E-0AF7-D8BB8E4B631F}"/>
              </a:ext>
            </a:extLst>
          </p:cNvPr>
          <p:cNvSpPr/>
          <p:nvPr/>
        </p:nvSpPr>
        <p:spPr>
          <a:xfrm>
            <a:off x="4413822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D0E9516-B405-0698-BAF8-6E57B504AB30}"/>
              </a:ext>
            </a:extLst>
          </p:cNvPr>
          <p:cNvSpPr/>
          <p:nvPr/>
        </p:nvSpPr>
        <p:spPr>
          <a:xfrm>
            <a:off x="5075123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2F41160-BF89-9BB3-3433-A29D13E3B234}"/>
              </a:ext>
            </a:extLst>
          </p:cNvPr>
          <p:cNvSpPr/>
          <p:nvPr/>
        </p:nvSpPr>
        <p:spPr>
          <a:xfrm>
            <a:off x="5733249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7950CA2-06BC-8E92-DCF7-4A2920D2006E}"/>
              </a:ext>
            </a:extLst>
          </p:cNvPr>
          <p:cNvSpPr/>
          <p:nvPr/>
        </p:nvSpPr>
        <p:spPr>
          <a:xfrm>
            <a:off x="6394548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EF31246-9540-8CC6-3253-E92C7872DCC2}"/>
              </a:ext>
            </a:extLst>
          </p:cNvPr>
          <p:cNvSpPr txBox="1"/>
          <p:nvPr/>
        </p:nvSpPr>
        <p:spPr>
          <a:xfrm>
            <a:off x="3212669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1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FEC40DC-1E51-7AC6-7EB1-346DA25F0D21}"/>
              </a:ext>
            </a:extLst>
          </p:cNvPr>
          <p:cNvSpPr txBox="1"/>
          <p:nvPr/>
        </p:nvSpPr>
        <p:spPr>
          <a:xfrm>
            <a:off x="3873335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2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3362E32-405F-8D26-72E3-989A05AFA0A0}"/>
              </a:ext>
            </a:extLst>
          </p:cNvPr>
          <p:cNvSpPr txBox="1"/>
          <p:nvPr/>
        </p:nvSpPr>
        <p:spPr>
          <a:xfrm>
            <a:off x="4534001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3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8CE756D-7D69-C56A-EE6C-E8CA2A16E94B}"/>
              </a:ext>
            </a:extLst>
          </p:cNvPr>
          <p:cNvSpPr txBox="1"/>
          <p:nvPr/>
        </p:nvSpPr>
        <p:spPr>
          <a:xfrm>
            <a:off x="5194667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4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BFDAE39-92D7-92AD-9FC4-EAD88AFBF52E}"/>
              </a:ext>
            </a:extLst>
          </p:cNvPr>
          <p:cNvSpPr txBox="1"/>
          <p:nvPr/>
        </p:nvSpPr>
        <p:spPr>
          <a:xfrm>
            <a:off x="5855333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5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625950F-3BA5-BA73-1257-5411DCAB6802}"/>
              </a:ext>
            </a:extLst>
          </p:cNvPr>
          <p:cNvSpPr txBox="1"/>
          <p:nvPr/>
        </p:nvSpPr>
        <p:spPr>
          <a:xfrm>
            <a:off x="6515997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6</a:t>
            </a:r>
          </a:p>
        </p:txBody>
      </p:sp>
      <p:sp>
        <p:nvSpPr>
          <p:cNvPr id="27" name="CuadroTexto 1">
            <a:extLst>
              <a:ext uri="{FF2B5EF4-FFF2-40B4-BE49-F238E27FC236}">
                <a16:creationId xmlns:a16="http://schemas.microsoft.com/office/drawing/2014/main" id="{01318458-6C80-9FFF-FE59-2C09830CE176}"/>
              </a:ext>
            </a:extLst>
          </p:cNvPr>
          <p:cNvSpPr txBox="1"/>
          <p:nvPr/>
        </p:nvSpPr>
        <p:spPr>
          <a:xfrm>
            <a:off x="7895916" y="2967335"/>
            <a:ext cx="8232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6</a:t>
            </a:r>
            <a:endParaRPr lang="es-ES" sz="5400" b="1" baseline="30000" dirty="0">
              <a:solidFill>
                <a:schemeClr val="accent1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1F1F006C-D989-AE77-F867-4C4C9D998CDC}"/>
              </a:ext>
            </a:extLst>
          </p:cNvPr>
          <p:cNvCxnSpPr>
            <a:cxnSpLocks/>
          </p:cNvCxnSpPr>
          <p:nvPr/>
        </p:nvCxnSpPr>
        <p:spPr>
          <a:xfrm>
            <a:off x="7841743" y="3035480"/>
            <a:ext cx="93161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ángulo 2">
            <a:extLst>
              <a:ext uri="{FF2B5EF4-FFF2-40B4-BE49-F238E27FC236}">
                <a16:creationId xmlns:a16="http://schemas.microsoft.com/office/drawing/2014/main" id="{0C203E68-7680-8A5C-60B6-3FEAACF0F0F6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EF1432F-AE34-F0AE-B2A9-F8DB5D237B90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Las Fracciones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0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00"/>
                            </p:stCondLst>
                            <p:childTnLst>
                              <p:par>
                                <p:cTn id="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80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900"/>
                            </p:stCondLst>
                            <p:childTnLst>
                              <p:par>
                                <p:cTn id="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1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1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00"/>
                            </p:stCondLst>
                            <p:childTnLst>
                              <p:par>
                                <p:cTn id="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4" grpId="0"/>
      <p:bldP spid="5" grpId="0" animBg="1"/>
      <p:bldP spid="7" grpId="0" animBg="1"/>
      <p:bldP spid="8" grpId="0" animBg="1"/>
      <p:bldP spid="12" grpId="0" animBg="1"/>
      <p:bldP spid="15" grpId="0" animBg="1"/>
      <p:bldP spid="19" grpId="0" animBg="1"/>
      <p:bldP spid="20" grpId="0"/>
      <p:bldP spid="21" grpId="0"/>
      <p:bldP spid="22" grpId="0"/>
      <p:bldP spid="23" grpId="0"/>
      <p:bldP spid="25" grpId="0"/>
      <p:bldP spid="26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39706"/>
            <a:ext cx="11121832" cy="43716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8235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Las fracciones equivalentes son aquellas cuyo resultado es igual.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CuadroTexto 1">
            <a:extLst>
              <a:ext uri="{FF2B5EF4-FFF2-40B4-BE49-F238E27FC236}">
                <a16:creationId xmlns:a16="http://schemas.microsoft.com/office/drawing/2014/main" id="{9DF5FAC1-4D59-D633-46F1-059C4CDB17AE}"/>
              </a:ext>
            </a:extLst>
          </p:cNvPr>
          <p:cNvSpPr txBox="1"/>
          <p:nvPr/>
        </p:nvSpPr>
        <p:spPr>
          <a:xfrm>
            <a:off x="535084" y="1612144"/>
            <a:ext cx="195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4E2B5DC-B4F7-AE1F-22C2-E4C8747056CE}"/>
              </a:ext>
            </a:extLst>
          </p:cNvPr>
          <p:cNvSpPr/>
          <p:nvPr/>
        </p:nvSpPr>
        <p:spPr>
          <a:xfrm>
            <a:off x="3094395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F707486-586C-7F0A-38A7-96EE5676BFC3}"/>
              </a:ext>
            </a:extLst>
          </p:cNvPr>
          <p:cNvSpPr/>
          <p:nvPr/>
        </p:nvSpPr>
        <p:spPr>
          <a:xfrm>
            <a:off x="3752521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EA41C6C-F3B6-DD0E-0AF7-D8BB8E4B631F}"/>
              </a:ext>
            </a:extLst>
          </p:cNvPr>
          <p:cNvSpPr/>
          <p:nvPr/>
        </p:nvSpPr>
        <p:spPr>
          <a:xfrm>
            <a:off x="4413822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D0E9516-B405-0698-BAF8-6E57B504AB30}"/>
              </a:ext>
            </a:extLst>
          </p:cNvPr>
          <p:cNvSpPr/>
          <p:nvPr/>
        </p:nvSpPr>
        <p:spPr>
          <a:xfrm>
            <a:off x="5075123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2F41160-BF89-9BB3-3433-A29D13E3B234}"/>
              </a:ext>
            </a:extLst>
          </p:cNvPr>
          <p:cNvSpPr/>
          <p:nvPr/>
        </p:nvSpPr>
        <p:spPr>
          <a:xfrm>
            <a:off x="5733249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7950CA2-06BC-8E92-DCF7-4A2920D2006E}"/>
              </a:ext>
            </a:extLst>
          </p:cNvPr>
          <p:cNvSpPr/>
          <p:nvPr/>
        </p:nvSpPr>
        <p:spPr>
          <a:xfrm>
            <a:off x="6394548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EF31246-9540-8CC6-3253-E92C7872DCC2}"/>
              </a:ext>
            </a:extLst>
          </p:cNvPr>
          <p:cNvSpPr txBox="1"/>
          <p:nvPr/>
        </p:nvSpPr>
        <p:spPr>
          <a:xfrm>
            <a:off x="3212669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1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FEC40DC-1E51-7AC6-7EB1-346DA25F0D21}"/>
              </a:ext>
            </a:extLst>
          </p:cNvPr>
          <p:cNvSpPr txBox="1"/>
          <p:nvPr/>
        </p:nvSpPr>
        <p:spPr>
          <a:xfrm>
            <a:off x="3873335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2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3362E32-405F-8D26-72E3-989A05AFA0A0}"/>
              </a:ext>
            </a:extLst>
          </p:cNvPr>
          <p:cNvSpPr txBox="1"/>
          <p:nvPr/>
        </p:nvSpPr>
        <p:spPr>
          <a:xfrm>
            <a:off x="4534001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3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8CE756D-7D69-C56A-EE6C-E8CA2A16E94B}"/>
              </a:ext>
            </a:extLst>
          </p:cNvPr>
          <p:cNvSpPr txBox="1"/>
          <p:nvPr/>
        </p:nvSpPr>
        <p:spPr>
          <a:xfrm>
            <a:off x="5194667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4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BFDAE39-92D7-92AD-9FC4-EAD88AFBF52E}"/>
              </a:ext>
            </a:extLst>
          </p:cNvPr>
          <p:cNvSpPr txBox="1"/>
          <p:nvPr/>
        </p:nvSpPr>
        <p:spPr>
          <a:xfrm>
            <a:off x="5855333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5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625950F-3BA5-BA73-1257-5411DCAB6802}"/>
              </a:ext>
            </a:extLst>
          </p:cNvPr>
          <p:cNvSpPr txBox="1"/>
          <p:nvPr/>
        </p:nvSpPr>
        <p:spPr>
          <a:xfrm>
            <a:off x="6515997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6</a:t>
            </a:r>
          </a:p>
        </p:txBody>
      </p:sp>
      <p:sp>
        <p:nvSpPr>
          <p:cNvPr id="27" name="CuadroTexto 1">
            <a:extLst>
              <a:ext uri="{FF2B5EF4-FFF2-40B4-BE49-F238E27FC236}">
                <a16:creationId xmlns:a16="http://schemas.microsoft.com/office/drawing/2014/main" id="{01318458-6C80-9FFF-FE59-2C09830CE176}"/>
              </a:ext>
            </a:extLst>
          </p:cNvPr>
          <p:cNvSpPr txBox="1"/>
          <p:nvPr/>
        </p:nvSpPr>
        <p:spPr>
          <a:xfrm>
            <a:off x="7895916" y="2967335"/>
            <a:ext cx="8232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6</a:t>
            </a:r>
            <a:endParaRPr lang="es-ES" sz="5400" b="1" baseline="30000" dirty="0">
              <a:solidFill>
                <a:schemeClr val="accent1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1F1F006C-D989-AE77-F867-4C4C9D998CDC}"/>
              </a:ext>
            </a:extLst>
          </p:cNvPr>
          <p:cNvCxnSpPr>
            <a:cxnSpLocks/>
          </p:cNvCxnSpPr>
          <p:nvPr/>
        </p:nvCxnSpPr>
        <p:spPr>
          <a:xfrm>
            <a:off x="7841743" y="3035480"/>
            <a:ext cx="93161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ángulo 2">
            <a:extLst>
              <a:ext uri="{FF2B5EF4-FFF2-40B4-BE49-F238E27FC236}">
                <a16:creationId xmlns:a16="http://schemas.microsoft.com/office/drawing/2014/main" id="{CCDDDE4F-161C-C09C-E9BE-1673F8664CD4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6829941-84E2-6F0A-0555-823B0895D21D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Las Fracciones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53945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39706"/>
            <a:ext cx="11121832" cy="43716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8235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Las fracciones equivalentes son aquellas cuyo resultado es igual.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CuadroTexto 1">
            <a:extLst>
              <a:ext uri="{FF2B5EF4-FFF2-40B4-BE49-F238E27FC236}">
                <a16:creationId xmlns:a16="http://schemas.microsoft.com/office/drawing/2014/main" id="{9DF5FAC1-4D59-D633-46F1-059C4CDB17AE}"/>
              </a:ext>
            </a:extLst>
          </p:cNvPr>
          <p:cNvSpPr txBox="1"/>
          <p:nvPr/>
        </p:nvSpPr>
        <p:spPr>
          <a:xfrm>
            <a:off x="535084" y="1612144"/>
            <a:ext cx="195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4E2B5DC-B4F7-AE1F-22C2-E4C8747056CE}"/>
              </a:ext>
            </a:extLst>
          </p:cNvPr>
          <p:cNvSpPr/>
          <p:nvPr/>
        </p:nvSpPr>
        <p:spPr>
          <a:xfrm>
            <a:off x="3094395" y="2073809"/>
            <a:ext cx="659941" cy="174889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F707486-586C-7F0A-38A7-96EE5676BFC3}"/>
              </a:ext>
            </a:extLst>
          </p:cNvPr>
          <p:cNvSpPr/>
          <p:nvPr/>
        </p:nvSpPr>
        <p:spPr>
          <a:xfrm>
            <a:off x="3752521" y="2073809"/>
            <a:ext cx="659941" cy="174889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EA41C6C-F3B6-DD0E-0AF7-D8BB8E4B631F}"/>
              </a:ext>
            </a:extLst>
          </p:cNvPr>
          <p:cNvSpPr/>
          <p:nvPr/>
        </p:nvSpPr>
        <p:spPr>
          <a:xfrm>
            <a:off x="4413822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D0E9516-B405-0698-BAF8-6E57B504AB30}"/>
              </a:ext>
            </a:extLst>
          </p:cNvPr>
          <p:cNvSpPr/>
          <p:nvPr/>
        </p:nvSpPr>
        <p:spPr>
          <a:xfrm>
            <a:off x="5075123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2F41160-BF89-9BB3-3433-A29D13E3B234}"/>
              </a:ext>
            </a:extLst>
          </p:cNvPr>
          <p:cNvSpPr/>
          <p:nvPr/>
        </p:nvSpPr>
        <p:spPr>
          <a:xfrm>
            <a:off x="5733249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7950CA2-06BC-8E92-DCF7-4A2920D2006E}"/>
              </a:ext>
            </a:extLst>
          </p:cNvPr>
          <p:cNvSpPr/>
          <p:nvPr/>
        </p:nvSpPr>
        <p:spPr>
          <a:xfrm>
            <a:off x="6394548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EF31246-9540-8CC6-3253-E92C7872DCC2}"/>
              </a:ext>
            </a:extLst>
          </p:cNvPr>
          <p:cNvSpPr txBox="1"/>
          <p:nvPr/>
        </p:nvSpPr>
        <p:spPr>
          <a:xfrm>
            <a:off x="3212669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1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FEC40DC-1E51-7AC6-7EB1-346DA25F0D21}"/>
              </a:ext>
            </a:extLst>
          </p:cNvPr>
          <p:cNvSpPr txBox="1"/>
          <p:nvPr/>
        </p:nvSpPr>
        <p:spPr>
          <a:xfrm>
            <a:off x="3873335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2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3362E32-405F-8D26-72E3-989A05AFA0A0}"/>
              </a:ext>
            </a:extLst>
          </p:cNvPr>
          <p:cNvSpPr txBox="1"/>
          <p:nvPr/>
        </p:nvSpPr>
        <p:spPr>
          <a:xfrm>
            <a:off x="4534001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3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8CE756D-7D69-C56A-EE6C-E8CA2A16E94B}"/>
              </a:ext>
            </a:extLst>
          </p:cNvPr>
          <p:cNvSpPr txBox="1"/>
          <p:nvPr/>
        </p:nvSpPr>
        <p:spPr>
          <a:xfrm>
            <a:off x="5194667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4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BFDAE39-92D7-92AD-9FC4-EAD88AFBF52E}"/>
              </a:ext>
            </a:extLst>
          </p:cNvPr>
          <p:cNvSpPr txBox="1"/>
          <p:nvPr/>
        </p:nvSpPr>
        <p:spPr>
          <a:xfrm>
            <a:off x="5855333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5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625950F-3BA5-BA73-1257-5411DCAB6802}"/>
              </a:ext>
            </a:extLst>
          </p:cNvPr>
          <p:cNvSpPr txBox="1"/>
          <p:nvPr/>
        </p:nvSpPr>
        <p:spPr>
          <a:xfrm>
            <a:off x="6515997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6</a:t>
            </a:r>
          </a:p>
        </p:txBody>
      </p:sp>
      <p:sp>
        <p:nvSpPr>
          <p:cNvPr id="27" name="CuadroTexto 1">
            <a:extLst>
              <a:ext uri="{FF2B5EF4-FFF2-40B4-BE49-F238E27FC236}">
                <a16:creationId xmlns:a16="http://schemas.microsoft.com/office/drawing/2014/main" id="{01318458-6C80-9FFF-FE59-2C09830CE176}"/>
              </a:ext>
            </a:extLst>
          </p:cNvPr>
          <p:cNvSpPr txBox="1"/>
          <p:nvPr/>
        </p:nvSpPr>
        <p:spPr>
          <a:xfrm>
            <a:off x="7895916" y="2967335"/>
            <a:ext cx="8232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6</a:t>
            </a:r>
            <a:endParaRPr lang="es-ES" sz="5400" b="1" baseline="30000" dirty="0">
              <a:solidFill>
                <a:schemeClr val="accent1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1F1F006C-D989-AE77-F867-4C4C9D998CDC}"/>
              </a:ext>
            </a:extLst>
          </p:cNvPr>
          <p:cNvCxnSpPr>
            <a:cxnSpLocks/>
          </p:cNvCxnSpPr>
          <p:nvPr/>
        </p:nvCxnSpPr>
        <p:spPr>
          <a:xfrm>
            <a:off x="7841743" y="3035480"/>
            <a:ext cx="93161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1">
            <a:extLst>
              <a:ext uri="{FF2B5EF4-FFF2-40B4-BE49-F238E27FC236}">
                <a16:creationId xmlns:a16="http://schemas.microsoft.com/office/drawing/2014/main" id="{070E40F6-6E04-D3F0-2895-3B9809A2EF75}"/>
              </a:ext>
            </a:extLst>
          </p:cNvPr>
          <p:cNvSpPr txBox="1"/>
          <p:nvPr/>
        </p:nvSpPr>
        <p:spPr>
          <a:xfrm>
            <a:off x="7895916" y="2160369"/>
            <a:ext cx="8232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2</a:t>
            </a:r>
            <a:endParaRPr lang="es-ES" sz="5400" b="1" baseline="30000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63B18A1-6339-137B-5184-22A229F96230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FAD7A48-2B31-4D80-2F42-7FA52AE5732F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Las Fracciones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93767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39706"/>
            <a:ext cx="11121832" cy="43716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8235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Las fracciones equivalentes son aquellas cuyo resultado es igual.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CuadroTexto 1">
            <a:extLst>
              <a:ext uri="{FF2B5EF4-FFF2-40B4-BE49-F238E27FC236}">
                <a16:creationId xmlns:a16="http://schemas.microsoft.com/office/drawing/2014/main" id="{9DF5FAC1-4D59-D633-46F1-059C4CDB17AE}"/>
              </a:ext>
            </a:extLst>
          </p:cNvPr>
          <p:cNvSpPr txBox="1"/>
          <p:nvPr/>
        </p:nvSpPr>
        <p:spPr>
          <a:xfrm>
            <a:off x="535084" y="1612144"/>
            <a:ext cx="195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4E2B5DC-B4F7-AE1F-22C2-E4C8747056CE}"/>
              </a:ext>
            </a:extLst>
          </p:cNvPr>
          <p:cNvSpPr/>
          <p:nvPr/>
        </p:nvSpPr>
        <p:spPr>
          <a:xfrm>
            <a:off x="3094395" y="2073809"/>
            <a:ext cx="659941" cy="174889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F707486-586C-7F0A-38A7-96EE5676BFC3}"/>
              </a:ext>
            </a:extLst>
          </p:cNvPr>
          <p:cNvSpPr/>
          <p:nvPr/>
        </p:nvSpPr>
        <p:spPr>
          <a:xfrm>
            <a:off x="3752521" y="2073809"/>
            <a:ext cx="659941" cy="174889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EA41C6C-F3B6-DD0E-0AF7-D8BB8E4B631F}"/>
              </a:ext>
            </a:extLst>
          </p:cNvPr>
          <p:cNvSpPr/>
          <p:nvPr/>
        </p:nvSpPr>
        <p:spPr>
          <a:xfrm>
            <a:off x="4413822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D0E9516-B405-0698-BAF8-6E57B504AB30}"/>
              </a:ext>
            </a:extLst>
          </p:cNvPr>
          <p:cNvSpPr/>
          <p:nvPr/>
        </p:nvSpPr>
        <p:spPr>
          <a:xfrm>
            <a:off x="5075123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2F41160-BF89-9BB3-3433-A29D13E3B234}"/>
              </a:ext>
            </a:extLst>
          </p:cNvPr>
          <p:cNvSpPr/>
          <p:nvPr/>
        </p:nvSpPr>
        <p:spPr>
          <a:xfrm>
            <a:off x="5733249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7950CA2-06BC-8E92-DCF7-4A2920D2006E}"/>
              </a:ext>
            </a:extLst>
          </p:cNvPr>
          <p:cNvSpPr/>
          <p:nvPr/>
        </p:nvSpPr>
        <p:spPr>
          <a:xfrm>
            <a:off x="6394548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EF31246-9540-8CC6-3253-E92C7872DCC2}"/>
              </a:ext>
            </a:extLst>
          </p:cNvPr>
          <p:cNvSpPr txBox="1"/>
          <p:nvPr/>
        </p:nvSpPr>
        <p:spPr>
          <a:xfrm>
            <a:off x="3212669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1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FEC40DC-1E51-7AC6-7EB1-346DA25F0D21}"/>
              </a:ext>
            </a:extLst>
          </p:cNvPr>
          <p:cNvSpPr txBox="1"/>
          <p:nvPr/>
        </p:nvSpPr>
        <p:spPr>
          <a:xfrm>
            <a:off x="3873335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2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3362E32-405F-8D26-72E3-989A05AFA0A0}"/>
              </a:ext>
            </a:extLst>
          </p:cNvPr>
          <p:cNvSpPr txBox="1"/>
          <p:nvPr/>
        </p:nvSpPr>
        <p:spPr>
          <a:xfrm>
            <a:off x="4534001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3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8CE756D-7D69-C56A-EE6C-E8CA2A16E94B}"/>
              </a:ext>
            </a:extLst>
          </p:cNvPr>
          <p:cNvSpPr txBox="1"/>
          <p:nvPr/>
        </p:nvSpPr>
        <p:spPr>
          <a:xfrm>
            <a:off x="5194667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4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BFDAE39-92D7-92AD-9FC4-EAD88AFBF52E}"/>
              </a:ext>
            </a:extLst>
          </p:cNvPr>
          <p:cNvSpPr txBox="1"/>
          <p:nvPr/>
        </p:nvSpPr>
        <p:spPr>
          <a:xfrm>
            <a:off x="5855333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5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625950F-3BA5-BA73-1257-5411DCAB6802}"/>
              </a:ext>
            </a:extLst>
          </p:cNvPr>
          <p:cNvSpPr txBox="1"/>
          <p:nvPr/>
        </p:nvSpPr>
        <p:spPr>
          <a:xfrm>
            <a:off x="6515997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6</a:t>
            </a:r>
          </a:p>
        </p:txBody>
      </p:sp>
      <p:sp>
        <p:nvSpPr>
          <p:cNvPr id="27" name="CuadroTexto 1">
            <a:extLst>
              <a:ext uri="{FF2B5EF4-FFF2-40B4-BE49-F238E27FC236}">
                <a16:creationId xmlns:a16="http://schemas.microsoft.com/office/drawing/2014/main" id="{01318458-6C80-9FFF-FE59-2C09830CE176}"/>
              </a:ext>
            </a:extLst>
          </p:cNvPr>
          <p:cNvSpPr txBox="1"/>
          <p:nvPr/>
        </p:nvSpPr>
        <p:spPr>
          <a:xfrm>
            <a:off x="7895916" y="2967335"/>
            <a:ext cx="8232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6</a:t>
            </a:r>
            <a:endParaRPr lang="es-ES" sz="5400" b="1" baseline="30000" dirty="0">
              <a:solidFill>
                <a:schemeClr val="accent1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28" name="!!Conector recto 27">
            <a:extLst>
              <a:ext uri="{FF2B5EF4-FFF2-40B4-BE49-F238E27FC236}">
                <a16:creationId xmlns:a16="http://schemas.microsoft.com/office/drawing/2014/main" id="{1F1F006C-D989-AE77-F867-4C4C9D998CDC}"/>
              </a:ext>
            </a:extLst>
          </p:cNvPr>
          <p:cNvCxnSpPr>
            <a:cxnSpLocks/>
          </p:cNvCxnSpPr>
          <p:nvPr/>
        </p:nvCxnSpPr>
        <p:spPr>
          <a:xfrm>
            <a:off x="7841743" y="3035480"/>
            <a:ext cx="93161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ángulo 8">
            <a:extLst>
              <a:ext uri="{FF2B5EF4-FFF2-40B4-BE49-F238E27FC236}">
                <a16:creationId xmlns:a16="http://schemas.microsoft.com/office/drawing/2014/main" id="{64792BC1-7475-D84F-B2AA-F3C699B0A374}"/>
              </a:ext>
            </a:extLst>
          </p:cNvPr>
          <p:cNvSpPr/>
          <p:nvPr/>
        </p:nvSpPr>
        <p:spPr>
          <a:xfrm>
            <a:off x="3094395" y="4276309"/>
            <a:ext cx="659941" cy="174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447147D-9551-8AE8-8B0B-95A5F7B0E407}"/>
              </a:ext>
            </a:extLst>
          </p:cNvPr>
          <p:cNvSpPr/>
          <p:nvPr/>
        </p:nvSpPr>
        <p:spPr>
          <a:xfrm>
            <a:off x="3752521" y="4276309"/>
            <a:ext cx="659941" cy="174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72A34CC-5179-9548-E517-AF816838911B}"/>
              </a:ext>
            </a:extLst>
          </p:cNvPr>
          <p:cNvSpPr/>
          <p:nvPr/>
        </p:nvSpPr>
        <p:spPr>
          <a:xfrm>
            <a:off x="4413822" y="4276309"/>
            <a:ext cx="659941" cy="174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28A5EEE-E600-1111-C877-1E0F260A5100}"/>
              </a:ext>
            </a:extLst>
          </p:cNvPr>
          <p:cNvSpPr/>
          <p:nvPr/>
        </p:nvSpPr>
        <p:spPr>
          <a:xfrm>
            <a:off x="5075123" y="4276309"/>
            <a:ext cx="659941" cy="174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D7660F2-DFD0-BA70-7165-1FD68F882B40}"/>
              </a:ext>
            </a:extLst>
          </p:cNvPr>
          <p:cNvSpPr/>
          <p:nvPr/>
        </p:nvSpPr>
        <p:spPr>
          <a:xfrm>
            <a:off x="5733249" y="4276309"/>
            <a:ext cx="659941" cy="174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E32941C-975C-B08E-3D93-8CDF5E06A723}"/>
              </a:ext>
            </a:extLst>
          </p:cNvPr>
          <p:cNvSpPr/>
          <p:nvPr/>
        </p:nvSpPr>
        <p:spPr>
          <a:xfrm>
            <a:off x="6394548" y="4276309"/>
            <a:ext cx="659941" cy="174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CuadroTexto 1">
            <a:extLst>
              <a:ext uri="{FF2B5EF4-FFF2-40B4-BE49-F238E27FC236}">
                <a16:creationId xmlns:a16="http://schemas.microsoft.com/office/drawing/2014/main" id="{E9D769AE-B1EA-20C1-3899-7C405BB190DD}"/>
              </a:ext>
            </a:extLst>
          </p:cNvPr>
          <p:cNvSpPr txBox="1"/>
          <p:nvPr/>
        </p:nvSpPr>
        <p:spPr>
          <a:xfrm>
            <a:off x="7753641" y="5066734"/>
            <a:ext cx="12892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12</a:t>
            </a:r>
            <a:endParaRPr lang="es-ES" sz="5400" b="1" baseline="30000" dirty="0">
              <a:solidFill>
                <a:schemeClr val="accent1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18" name="!!Conector recto 17">
            <a:extLst>
              <a:ext uri="{FF2B5EF4-FFF2-40B4-BE49-F238E27FC236}">
                <a16:creationId xmlns:a16="http://schemas.microsoft.com/office/drawing/2014/main" id="{EBF3D620-54D1-8DF5-4ACA-F53D5E829B95}"/>
              </a:ext>
            </a:extLst>
          </p:cNvPr>
          <p:cNvCxnSpPr>
            <a:cxnSpLocks/>
          </p:cNvCxnSpPr>
          <p:nvPr/>
        </p:nvCxnSpPr>
        <p:spPr>
          <a:xfrm>
            <a:off x="7753641" y="5163043"/>
            <a:ext cx="12892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5A4F2C4A-284D-AAA7-709A-799379D15905}"/>
              </a:ext>
            </a:extLst>
          </p:cNvPr>
          <p:cNvCxnSpPr>
            <a:cxnSpLocks/>
            <a:stCxn id="9" idx="1"/>
            <a:endCxn id="16" idx="3"/>
          </p:cNvCxnSpPr>
          <p:nvPr/>
        </p:nvCxnSpPr>
        <p:spPr>
          <a:xfrm>
            <a:off x="3094395" y="5151109"/>
            <a:ext cx="396009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D525241-5C77-F9C4-ED10-67709A76F6E0}"/>
              </a:ext>
            </a:extLst>
          </p:cNvPr>
          <p:cNvSpPr txBox="1"/>
          <p:nvPr/>
        </p:nvSpPr>
        <p:spPr>
          <a:xfrm>
            <a:off x="3212669" y="4527682"/>
            <a:ext cx="423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1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3E7F07F4-C0CA-DF95-0E6F-F8E94EF5FC27}"/>
              </a:ext>
            </a:extLst>
          </p:cNvPr>
          <p:cNvSpPr txBox="1"/>
          <p:nvPr/>
        </p:nvSpPr>
        <p:spPr>
          <a:xfrm>
            <a:off x="3873335" y="4527682"/>
            <a:ext cx="423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2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AD1B2913-48A1-60CB-BF76-EE66FB8B6D0B}"/>
              </a:ext>
            </a:extLst>
          </p:cNvPr>
          <p:cNvSpPr txBox="1"/>
          <p:nvPr/>
        </p:nvSpPr>
        <p:spPr>
          <a:xfrm>
            <a:off x="4534001" y="4527682"/>
            <a:ext cx="423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3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0ECD3719-C573-3E34-DE95-C5D31B749B31}"/>
              </a:ext>
            </a:extLst>
          </p:cNvPr>
          <p:cNvSpPr txBox="1"/>
          <p:nvPr/>
        </p:nvSpPr>
        <p:spPr>
          <a:xfrm>
            <a:off x="5194667" y="4527682"/>
            <a:ext cx="423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4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BAEC60E-890E-FC2E-DA08-A2DDC2E5D4FC}"/>
              </a:ext>
            </a:extLst>
          </p:cNvPr>
          <p:cNvSpPr txBox="1"/>
          <p:nvPr/>
        </p:nvSpPr>
        <p:spPr>
          <a:xfrm>
            <a:off x="5855333" y="4527682"/>
            <a:ext cx="423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5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712822A7-0575-CFF7-CB69-83E2CA3462C9}"/>
              </a:ext>
            </a:extLst>
          </p:cNvPr>
          <p:cNvSpPr txBox="1"/>
          <p:nvPr/>
        </p:nvSpPr>
        <p:spPr>
          <a:xfrm>
            <a:off x="6515997" y="4527682"/>
            <a:ext cx="423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6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89FB98E8-D04A-A52E-31AF-0ADF88F52192}"/>
              </a:ext>
            </a:extLst>
          </p:cNvPr>
          <p:cNvSpPr txBox="1"/>
          <p:nvPr/>
        </p:nvSpPr>
        <p:spPr>
          <a:xfrm>
            <a:off x="3212669" y="5357677"/>
            <a:ext cx="423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7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8E5BA35-D17D-C680-FA80-9C6727D0E67D}"/>
              </a:ext>
            </a:extLst>
          </p:cNvPr>
          <p:cNvSpPr txBox="1"/>
          <p:nvPr/>
        </p:nvSpPr>
        <p:spPr>
          <a:xfrm>
            <a:off x="3873335" y="5357677"/>
            <a:ext cx="423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8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F5F83F15-916C-8CDF-7B7C-33422DD4382B}"/>
              </a:ext>
            </a:extLst>
          </p:cNvPr>
          <p:cNvSpPr txBox="1"/>
          <p:nvPr/>
        </p:nvSpPr>
        <p:spPr>
          <a:xfrm>
            <a:off x="4534001" y="5357677"/>
            <a:ext cx="423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9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A8A417AC-CF79-5BAB-9F3A-6C5418656BD7}"/>
              </a:ext>
            </a:extLst>
          </p:cNvPr>
          <p:cNvSpPr txBox="1"/>
          <p:nvPr/>
        </p:nvSpPr>
        <p:spPr>
          <a:xfrm>
            <a:off x="5131676" y="5357677"/>
            <a:ext cx="541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10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A85AE2EF-7C85-E59A-C73A-8B7BC3C7DFCF}"/>
              </a:ext>
            </a:extLst>
          </p:cNvPr>
          <p:cNvSpPr txBox="1"/>
          <p:nvPr/>
        </p:nvSpPr>
        <p:spPr>
          <a:xfrm>
            <a:off x="5793598" y="5357677"/>
            <a:ext cx="541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11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EE9F1FAB-6E15-B758-45BC-ECCAD69DBBAD}"/>
              </a:ext>
            </a:extLst>
          </p:cNvPr>
          <p:cNvSpPr txBox="1"/>
          <p:nvPr/>
        </p:nvSpPr>
        <p:spPr>
          <a:xfrm>
            <a:off x="6451770" y="5357677"/>
            <a:ext cx="541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12</a:t>
            </a:r>
          </a:p>
        </p:txBody>
      </p:sp>
      <p:sp>
        <p:nvSpPr>
          <p:cNvPr id="42" name="CuadroTexto 1">
            <a:extLst>
              <a:ext uri="{FF2B5EF4-FFF2-40B4-BE49-F238E27FC236}">
                <a16:creationId xmlns:a16="http://schemas.microsoft.com/office/drawing/2014/main" id="{4BF63D3F-CC56-63B6-CD9A-6F497F5571C6}"/>
              </a:ext>
            </a:extLst>
          </p:cNvPr>
          <p:cNvSpPr txBox="1"/>
          <p:nvPr/>
        </p:nvSpPr>
        <p:spPr>
          <a:xfrm>
            <a:off x="7895916" y="2160369"/>
            <a:ext cx="8232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2</a:t>
            </a:r>
            <a:endParaRPr lang="es-ES" sz="5400" b="1" baseline="30000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5488B8F-73A5-0F12-1BB8-59543E4B3789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33646075-94DA-D8B6-0C21-60A41EE4EEF3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Las Fracciones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0029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80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90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100"/>
                            </p:stCondLst>
                            <p:childTnLst>
                              <p:par>
                                <p:cTn id="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1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200"/>
                            </p:stCondLst>
                            <p:childTnLst>
                              <p:par>
                                <p:cTn id="8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1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300"/>
                            </p:stCondLst>
                            <p:childTnLst>
                              <p:par>
                                <p:cTn id="8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1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400"/>
                            </p:stCondLst>
                            <p:childTnLst>
                              <p:par>
                                <p:cTn id="9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1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500"/>
                            </p:stCondLst>
                            <p:childTnLst>
                              <p:par>
                                <p:cTn id="10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1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1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600"/>
                            </p:stCondLst>
                            <p:childTnLst>
                              <p:par>
                                <p:cTn id="10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1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1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39706"/>
            <a:ext cx="11121832" cy="43716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8235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Las fracciones equivalentes son aquellas cuyo resultado es igual.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CuadroTexto 1">
            <a:extLst>
              <a:ext uri="{FF2B5EF4-FFF2-40B4-BE49-F238E27FC236}">
                <a16:creationId xmlns:a16="http://schemas.microsoft.com/office/drawing/2014/main" id="{9DF5FAC1-4D59-D633-46F1-059C4CDB17AE}"/>
              </a:ext>
            </a:extLst>
          </p:cNvPr>
          <p:cNvSpPr txBox="1"/>
          <p:nvPr/>
        </p:nvSpPr>
        <p:spPr>
          <a:xfrm>
            <a:off x="535084" y="1612144"/>
            <a:ext cx="195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4E2B5DC-B4F7-AE1F-22C2-E4C8747056CE}"/>
              </a:ext>
            </a:extLst>
          </p:cNvPr>
          <p:cNvSpPr/>
          <p:nvPr/>
        </p:nvSpPr>
        <p:spPr>
          <a:xfrm>
            <a:off x="3094395" y="2073809"/>
            <a:ext cx="659941" cy="174889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F707486-586C-7F0A-38A7-96EE5676BFC3}"/>
              </a:ext>
            </a:extLst>
          </p:cNvPr>
          <p:cNvSpPr/>
          <p:nvPr/>
        </p:nvSpPr>
        <p:spPr>
          <a:xfrm>
            <a:off x="3752521" y="2073809"/>
            <a:ext cx="659941" cy="174889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EA41C6C-F3B6-DD0E-0AF7-D8BB8E4B631F}"/>
              </a:ext>
            </a:extLst>
          </p:cNvPr>
          <p:cNvSpPr/>
          <p:nvPr/>
        </p:nvSpPr>
        <p:spPr>
          <a:xfrm>
            <a:off x="4413822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D0E9516-B405-0698-BAF8-6E57B504AB30}"/>
              </a:ext>
            </a:extLst>
          </p:cNvPr>
          <p:cNvSpPr/>
          <p:nvPr/>
        </p:nvSpPr>
        <p:spPr>
          <a:xfrm>
            <a:off x="5075123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2F41160-BF89-9BB3-3433-A29D13E3B234}"/>
              </a:ext>
            </a:extLst>
          </p:cNvPr>
          <p:cNvSpPr/>
          <p:nvPr/>
        </p:nvSpPr>
        <p:spPr>
          <a:xfrm>
            <a:off x="5733249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7950CA2-06BC-8E92-DCF7-4A2920D2006E}"/>
              </a:ext>
            </a:extLst>
          </p:cNvPr>
          <p:cNvSpPr/>
          <p:nvPr/>
        </p:nvSpPr>
        <p:spPr>
          <a:xfrm>
            <a:off x="6394548" y="2073809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EF31246-9540-8CC6-3253-E92C7872DCC2}"/>
              </a:ext>
            </a:extLst>
          </p:cNvPr>
          <p:cNvSpPr txBox="1"/>
          <p:nvPr/>
        </p:nvSpPr>
        <p:spPr>
          <a:xfrm>
            <a:off x="3212669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1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FEC40DC-1E51-7AC6-7EB1-346DA25F0D21}"/>
              </a:ext>
            </a:extLst>
          </p:cNvPr>
          <p:cNvSpPr txBox="1"/>
          <p:nvPr/>
        </p:nvSpPr>
        <p:spPr>
          <a:xfrm>
            <a:off x="3873335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2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3362E32-405F-8D26-72E3-989A05AFA0A0}"/>
              </a:ext>
            </a:extLst>
          </p:cNvPr>
          <p:cNvSpPr txBox="1"/>
          <p:nvPr/>
        </p:nvSpPr>
        <p:spPr>
          <a:xfrm>
            <a:off x="4534001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3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8CE756D-7D69-C56A-EE6C-E8CA2A16E94B}"/>
              </a:ext>
            </a:extLst>
          </p:cNvPr>
          <p:cNvSpPr txBox="1"/>
          <p:nvPr/>
        </p:nvSpPr>
        <p:spPr>
          <a:xfrm>
            <a:off x="5194667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4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BFDAE39-92D7-92AD-9FC4-EAD88AFBF52E}"/>
              </a:ext>
            </a:extLst>
          </p:cNvPr>
          <p:cNvSpPr txBox="1"/>
          <p:nvPr/>
        </p:nvSpPr>
        <p:spPr>
          <a:xfrm>
            <a:off x="5855333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5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625950F-3BA5-BA73-1257-5411DCAB6802}"/>
              </a:ext>
            </a:extLst>
          </p:cNvPr>
          <p:cNvSpPr txBox="1"/>
          <p:nvPr/>
        </p:nvSpPr>
        <p:spPr>
          <a:xfrm>
            <a:off x="6515997" y="2748199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6</a:t>
            </a:r>
          </a:p>
        </p:txBody>
      </p:sp>
      <p:sp>
        <p:nvSpPr>
          <p:cNvPr id="27" name="CuadroTexto 1">
            <a:extLst>
              <a:ext uri="{FF2B5EF4-FFF2-40B4-BE49-F238E27FC236}">
                <a16:creationId xmlns:a16="http://schemas.microsoft.com/office/drawing/2014/main" id="{01318458-6C80-9FFF-FE59-2C09830CE176}"/>
              </a:ext>
            </a:extLst>
          </p:cNvPr>
          <p:cNvSpPr txBox="1"/>
          <p:nvPr/>
        </p:nvSpPr>
        <p:spPr>
          <a:xfrm>
            <a:off x="7895916" y="2967335"/>
            <a:ext cx="8232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6</a:t>
            </a:r>
            <a:endParaRPr lang="es-ES" sz="5400" b="1" baseline="30000" dirty="0">
              <a:solidFill>
                <a:schemeClr val="accent1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28" name="!!Conector recto 27">
            <a:extLst>
              <a:ext uri="{FF2B5EF4-FFF2-40B4-BE49-F238E27FC236}">
                <a16:creationId xmlns:a16="http://schemas.microsoft.com/office/drawing/2014/main" id="{1F1F006C-D989-AE77-F867-4C4C9D998CDC}"/>
              </a:ext>
            </a:extLst>
          </p:cNvPr>
          <p:cNvCxnSpPr>
            <a:cxnSpLocks/>
          </p:cNvCxnSpPr>
          <p:nvPr/>
        </p:nvCxnSpPr>
        <p:spPr>
          <a:xfrm>
            <a:off x="7841743" y="3035480"/>
            <a:ext cx="93161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!!CuadroTexto 1">
            <a:extLst>
              <a:ext uri="{FF2B5EF4-FFF2-40B4-BE49-F238E27FC236}">
                <a16:creationId xmlns:a16="http://schemas.microsoft.com/office/drawing/2014/main" id="{070E40F6-6E04-D3F0-2895-3B9809A2EF75}"/>
              </a:ext>
            </a:extLst>
          </p:cNvPr>
          <p:cNvSpPr txBox="1"/>
          <p:nvPr/>
        </p:nvSpPr>
        <p:spPr>
          <a:xfrm>
            <a:off x="7986645" y="4276309"/>
            <a:ext cx="8232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4</a:t>
            </a:r>
            <a:endParaRPr lang="es-ES" sz="5400" b="1" baseline="30000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4792BC1-7475-D84F-B2AA-F3C699B0A374}"/>
              </a:ext>
            </a:extLst>
          </p:cNvPr>
          <p:cNvSpPr/>
          <p:nvPr/>
        </p:nvSpPr>
        <p:spPr>
          <a:xfrm>
            <a:off x="3094395" y="4276309"/>
            <a:ext cx="659941" cy="174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447147D-9551-8AE8-8B0B-95A5F7B0E407}"/>
              </a:ext>
            </a:extLst>
          </p:cNvPr>
          <p:cNvSpPr/>
          <p:nvPr/>
        </p:nvSpPr>
        <p:spPr>
          <a:xfrm>
            <a:off x="3752521" y="4276309"/>
            <a:ext cx="659941" cy="174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72A34CC-5179-9548-E517-AF816838911B}"/>
              </a:ext>
            </a:extLst>
          </p:cNvPr>
          <p:cNvSpPr/>
          <p:nvPr/>
        </p:nvSpPr>
        <p:spPr>
          <a:xfrm>
            <a:off x="4413822" y="4276309"/>
            <a:ext cx="659941" cy="174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28A5EEE-E600-1111-C877-1E0F260A5100}"/>
              </a:ext>
            </a:extLst>
          </p:cNvPr>
          <p:cNvSpPr/>
          <p:nvPr/>
        </p:nvSpPr>
        <p:spPr>
          <a:xfrm>
            <a:off x="5075123" y="4276309"/>
            <a:ext cx="659941" cy="174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D7660F2-DFD0-BA70-7165-1FD68F882B40}"/>
              </a:ext>
            </a:extLst>
          </p:cNvPr>
          <p:cNvSpPr/>
          <p:nvPr/>
        </p:nvSpPr>
        <p:spPr>
          <a:xfrm>
            <a:off x="5733249" y="4276309"/>
            <a:ext cx="659941" cy="174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E32941C-975C-B08E-3D93-8CDF5E06A723}"/>
              </a:ext>
            </a:extLst>
          </p:cNvPr>
          <p:cNvSpPr/>
          <p:nvPr/>
        </p:nvSpPr>
        <p:spPr>
          <a:xfrm>
            <a:off x="6394548" y="4276309"/>
            <a:ext cx="659941" cy="174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CuadroTexto 1">
            <a:extLst>
              <a:ext uri="{FF2B5EF4-FFF2-40B4-BE49-F238E27FC236}">
                <a16:creationId xmlns:a16="http://schemas.microsoft.com/office/drawing/2014/main" id="{E9D769AE-B1EA-20C1-3899-7C405BB190DD}"/>
              </a:ext>
            </a:extLst>
          </p:cNvPr>
          <p:cNvSpPr txBox="1"/>
          <p:nvPr/>
        </p:nvSpPr>
        <p:spPr>
          <a:xfrm>
            <a:off x="7753641" y="5066734"/>
            <a:ext cx="12892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12</a:t>
            </a:r>
            <a:endParaRPr lang="es-ES" sz="5400" b="1" baseline="30000" dirty="0">
              <a:solidFill>
                <a:schemeClr val="accent1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18" name="!!Conector recto 17">
            <a:extLst>
              <a:ext uri="{FF2B5EF4-FFF2-40B4-BE49-F238E27FC236}">
                <a16:creationId xmlns:a16="http://schemas.microsoft.com/office/drawing/2014/main" id="{EBF3D620-54D1-8DF5-4ACA-F53D5E829B95}"/>
              </a:ext>
            </a:extLst>
          </p:cNvPr>
          <p:cNvCxnSpPr>
            <a:cxnSpLocks/>
          </p:cNvCxnSpPr>
          <p:nvPr/>
        </p:nvCxnSpPr>
        <p:spPr>
          <a:xfrm>
            <a:off x="7753641" y="5163043"/>
            <a:ext cx="12892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5A4F2C4A-284D-AAA7-709A-799379D15905}"/>
              </a:ext>
            </a:extLst>
          </p:cNvPr>
          <p:cNvCxnSpPr>
            <a:cxnSpLocks/>
            <a:stCxn id="9" idx="1"/>
            <a:endCxn id="16" idx="3"/>
          </p:cNvCxnSpPr>
          <p:nvPr/>
        </p:nvCxnSpPr>
        <p:spPr>
          <a:xfrm>
            <a:off x="3094395" y="5151109"/>
            <a:ext cx="396009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D525241-5C77-F9C4-ED10-67709A76F6E0}"/>
              </a:ext>
            </a:extLst>
          </p:cNvPr>
          <p:cNvSpPr txBox="1"/>
          <p:nvPr/>
        </p:nvSpPr>
        <p:spPr>
          <a:xfrm>
            <a:off x="3212669" y="4527682"/>
            <a:ext cx="423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1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3E7F07F4-C0CA-DF95-0E6F-F8E94EF5FC27}"/>
              </a:ext>
            </a:extLst>
          </p:cNvPr>
          <p:cNvSpPr txBox="1"/>
          <p:nvPr/>
        </p:nvSpPr>
        <p:spPr>
          <a:xfrm>
            <a:off x="3873335" y="4527682"/>
            <a:ext cx="423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2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89FB98E8-D04A-A52E-31AF-0ADF88F52192}"/>
              </a:ext>
            </a:extLst>
          </p:cNvPr>
          <p:cNvSpPr txBox="1"/>
          <p:nvPr/>
        </p:nvSpPr>
        <p:spPr>
          <a:xfrm>
            <a:off x="3212669" y="5357677"/>
            <a:ext cx="423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3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8E5BA35-D17D-C680-FA80-9C6727D0E67D}"/>
              </a:ext>
            </a:extLst>
          </p:cNvPr>
          <p:cNvSpPr txBox="1"/>
          <p:nvPr/>
        </p:nvSpPr>
        <p:spPr>
          <a:xfrm>
            <a:off x="3873335" y="5357677"/>
            <a:ext cx="423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4</a:t>
            </a:r>
          </a:p>
        </p:txBody>
      </p:sp>
      <p:sp>
        <p:nvSpPr>
          <p:cNvPr id="42" name="CuadroTexto 1">
            <a:extLst>
              <a:ext uri="{FF2B5EF4-FFF2-40B4-BE49-F238E27FC236}">
                <a16:creationId xmlns:a16="http://schemas.microsoft.com/office/drawing/2014/main" id="{4BF63D3F-CC56-63B6-CD9A-6F497F5571C6}"/>
              </a:ext>
            </a:extLst>
          </p:cNvPr>
          <p:cNvSpPr txBox="1"/>
          <p:nvPr/>
        </p:nvSpPr>
        <p:spPr>
          <a:xfrm>
            <a:off x="7895916" y="2160369"/>
            <a:ext cx="8232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2</a:t>
            </a:r>
            <a:endParaRPr lang="es-ES" sz="5400" b="1" baseline="30000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78AC4D75-DFA3-2121-0C54-741E7005BD3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AD106B44-983E-2364-DBA8-A540721ADB24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Las Fracciones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9442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0" grpId="0"/>
      <p:bldP spid="31" grpId="0"/>
      <p:bldP spid="36" grpId="0"/>
      <p:bldP spid="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39706"/>
            <a:ext cx="11121832" cy="43716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8235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Las fracciones equivalentes son aquellas cuyo resultado es igual.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CuadroTexto 1">
            <a:extLst>
              <a:ext uri="{FF2B5EF4-FFF2-40B4-BE49-F238E27FC236}">
                <a16:creationId xmlns:a16="http://schemas.microsoft.com/office/drawing/2014/main" id="{9DF5FAC1-4D59-D633-46F1-059C4CDB17AE}"/>
              </a:ext>
            </a:extLst>
          </p:cNvPr>
          <p:cNvSpPr txBox="1"/>
          <p:nvPr/>
        </p:nvSpPr>
        <p:spPr>
          <a:xfrm>
            <a:off x="535084" y="1612144"/>
            <a:ext cx="195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4E2B5DC-B4F7-AE1F-22C2-E4C8747056CE}"/>
              </a:ext>
            </a:extLst>
          </p:cNvPr>
          <p:cNvSpPr/>
          <p:nvPr/>
        </p:nvSpPr>
        <p:spPr>
          <a:xfrm>
            <a:off x="694095" y="2330984"/>
            <a:ext cx="659941" cy="174889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F707486-586C-7F0A-38A7-96EE5676BFC3}"/>
              </a:ext>
            </a:extLst>
          </p:cNvPr>
          <p:cNvSpPr/>
          <p:nvPr/>
        </p:nvSpPr>
        <p:spPr>
          <a:xfrm>
            <a:off x="1352221" y="2330984"/>
            <a:ext cx="659941" cy="174889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EA41C6C-F3B6-DD0E-0AF7-D8BB8E4B631F}"/>
              </a:ext>
            </a:extLst>
          </p:cNvPr>
          <p:cNvSpPr/>
          <p:nvPr/>
        </p:nvSpPr>
        <p:spPr>
          <a:xfrm>
            <a:off x="2013522" y="2330984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D0E9516-B405-0698-BAF8-6E57B504AB30}"/>
              </a:ext>
            </a:extLst>
          </p:cNvPr>
          <p:cNvSpPr/>
          <p:nvPr/>
        </p:nvSpPr>
        <p:spPr>
          <a:xfrm>
            <a:off x="2674823" y="2330984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2F41160-BF89-9BB3-3433-A29D13E3B234}"/>
              </a:ext>
            </a:extLst>
          </p:cNvPr>
          <p:cNvSpPr/>
          <p:nvPr/>
        </p:nvSpPr>
        <p:spPr>
          <a:xfrm>
            <a:off x="3332949" y="2330984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7950CA2-06BC-8E92-DCF7-4A2920D2006E}"/>
              </a:ext>
            </a:extLst>
          </p:cNvPr>
          <p:cNvSpPr/>
          <p:nvPr/>
        </p:nvSpPr>
        <p:spPr>
          <a:xfrm>
            <a:off x="3994248" y="2330984"/>
            <a:ext cx="659941" cy="1748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EF31246-9540-8CC6-3253-E92C7872DCC2}"/>
              </a:ext>
            </a:extLst>
          </p:cNvPr>
          <p:cNvSpPr txBox="1"/>
          <p:nvPr/>
        </p:nvSpPr>
        <p:spPr>
          <a:xfrm>
            <a:off x="812369" y="3005374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1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FEC40DC-1E51-7AC6-7EB1-346DA25F0D21}"/>
              </a:ext>
            </a:extLst>
          </p:cNvPr>
          <p:cNvSpPr txBox="1"/>
          <p:nvPr/>
        </p:nvSpPr>
        <p:spPr>
          <a:xfrm>
            <a:off x="1473035" y="3005374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2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3362E32-405F-8D26-72E3-989A05AFA0A0}"/>
              </a:ext>
            </a:extLst>
          </p:cNvPr>
          <p:cNvSpPr txBox="1"/>
          <p:nvPr/>
        </p:nvSpPr>
        <p:spPr>
          <a:xfrm>
            <a:off x="2133701" y="3005374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3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8CE756D-7D69-C56A-EE6C-E8CA2A16E94B}"/>
              </a:ext>
            </a:extLst>
          </p:cNvPr>
          <p:cNvSpPr txBox="1"/>
          <p:nvPr/>
        </p:nvSpPr>
        <p:spPr>
          <a:xfrm>
            <a:off x="2794367" y="3005374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4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BFDAE39-92D7-92AD-9FC4-EAD88AFBF52E}"/>
              </a:ext>
            </a:extLst>
          </p:cNvPr>
          <p:cNvSpPr txBox="1"/>
          <p:nvPr/>
        </p:nvSpPr>
        <p:spPr>
          <a:xfrm>
            <a:off x="3455033" y="3005374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5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625950F-3BA5-BA73-1257-5411DCAB6802}"/>
              </a:ext>
            </a:extLst>
          </p:cNvPr>
          <p:cNvSpPr txBox="1"/>
          <p:nvPr/>
        </p:nvSpPr>
        <p:spPr>
          <a:xfrm>
            <a:off x="4115697" y="3005374"/>
            <a:ext cx="4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6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4792BC1-7475-D84F-B2AA-F3C699B0A374}"/>
              </a:ext>
            </a:extLst>
          </p:cNvPr>
          <p:cNvSpPr/>
          <p:nvPr/>
        </p:nvSpPr>
        <p:spPr>
          <a:xfrm>
            <a:off x="694095" y="4533484"/>
            <a:ext cx="659941" cy="174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447147D-9551-8AE8-8B0B-95A5F7B0E407}"/>
              </a:ext>
            </a:extLst>
          </p:cNvPr>
          <p:cNvSpPr/>
          <p:nvPr/>
        </p:nvSpPr>
        <p:spPr>
          <a:xfrm>
            <a:off x="1352221" y="4533484"/>
            <a:ext cx="659941" cy="174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72A34CC-5179-9548-E517-AF816838911B}"/>
              </a:ext>
            </a:extLst>
          </p:cNvPr>
          <p:cNvSpPr/>
          <p:nvPr/>
        </p:nvSpPr>
        <p:spPr>
          <a:xfrm>
            <a:off x="2013522" y="4533484"/>
            <a:ext cx="659941" cy="174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28A5EEE-E600-1111-C877-1E0F260A5100}"/>
              </a:ext>
            </a:extLst>
          </p:cNvPr>
          <p:cNvSpPr/>
          <p:nvPr/>
        </p:nvSpPr>
        <p:spPr>
          <a:xfrm>
            <a:off x="2674823" y="4533484"/>
            <a:ext cx="659941" cy="174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D7660F2-DFD0-BA70-7165-1FD68F882B40}"/>
              </a:ext>
            </a:extLst>
          </p:cNvPr>
          <p:cNvSpPr/>
          <p:nvPr/>
        </p:nvSpPr>
        <p:spPr>
          <a:xfrm>
            <a:off x="3332949" y="4533484"/>
            <a:ext cx="659941" cy="174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E32941C-975C-B08E-3D93-8CDF5E06A723}"/>
              </a:ext>
            </a:extLst>
          </p:cNvPr>
          <p:cNvSpPr/>
          <p:nvPr/>
        </p:nvSpPr>
        <p:spPr>
          <a:xfrm>
            <a:off x="3994248" y="4533484"/>
            <a:ext cx="659941" cy="174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5A4F2C4A-284D-AAA7-709A-799379D15905}"/>
              </a:ext>
            </a:extLst>
          </p:cNvPr>
          <p:cNvCxnSpPr>
            <a:cxnSpLocks/>
            <a:stCxn id="9" idx="1"/>
            <a:endCxn id="16" idx="3"/>
          </p:cNvCxnSpPr>
          <p:nvPr/>
        </p:nvCxnSpPr>
        <p:spPr>
          <a:xfrm>
            <a:off x="694095" y="5408284"/>
            <a:ext cx="396009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D525241-5C77-F9C4-ED10-67709A76F6E0}"/>
              </a:ext>
            </a:extLst>
          </p:cNvPr>
          <p:cNvSpPr txBox="1"/>
          <p:nvPr/>
        </p:nvSpPr>
        <p:spPr>
          <a:xfrm>
            <a:off x="812369" y="4784857"/>
            <a:ext cx="423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1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3E7F07F4-C0CA-DF95-0E6F-F8E94EF5FC27}"/>
              </a:ext>
            </a:extLst>
          </p:cNvPr>
          <p:cNvSpPr txBox="1"/>
          <p:nvPr/>
        </p:nvSpPr>
        <p:spPr>
          <a:xfrm>
            <a:off x="1473035" y="4784857"/>
            <a:ext cx="423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2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89FB98E8-D04A-A52E-31AF-0ADF88F52192}"/>
              </a:ext>
            </a:extLst>
          </p:cNvPr>
          <p:cNvSpPr txBox="1"/>
          <p:nvPr/>
        </p:nvSpPr>
        <p:spPr>
          <a:xfrm>
            <a:off x="812369" y="5614852"/>
            <a:ext cx="423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3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8E5BA35-D17D-C680-FA80-9C6727D0E67D}"/>
              </a:ext>
            </a:extLst>
          </p:cNvPr>
          <p:cNvSpPr txBox="1"/>
          <p:nvPr/>
        </p:nvSpPr>
        <p:spPr>
          <a:xfrm>
            <a:off x="1473035" y="5614852"/>
            <a:ext cx="423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4</a:t>
            </a:r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21080DDF-1B53-41C7-B934-FF4125B090B1}"/>
              </a:ext>
            </a:extLst>
          </p:cNvPr>
          <p:cNvGrpSpPr/>
          <p:nvPr/>
        </p:nvGrpSpPr>
        <p:grpSpPr>
          <a:xfrm>
            <a:off x="6509032" y="2417763"/>
            <a:ext cx="3008145" cy="1734721"/>
            <a:chOff x="5441443" y="2413119"/>
            <a:chExt cx="3008145" cy="1734721"/>
          </a:xfrm>
        </p:grpSpPr>
        <p:sp>
          <p:nvSpPr>
            <p:cNvPr id="27" name="CuadroTexto 1">
              <a:extLst>
                <a:ext uri="{FF2B5EF4-FFF2-40B4-BE49-F238E27FC236}">
                  <a16:creationId xmlns:a16="http://schemas.microsoft.com/office/drawing/2014/main" id="{01318458-6C80-9FFF-FE59-2C09830CE176}"/>
                </a:ext>
              </a:extLst>
            </p:cNvPr>
            <p:cNvSpPr txBox="1"/>
            <p:nvPr/>
          </p:nvSpPr>
          <p:spPr>
            <a:xfrm>
              <a:off x="5495616" y="3224510"/>
              <a:ext cx="82326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5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rPr>
                <a:t>6</a:t>
              </a:r>
              <a:endParaRPr lang="es-ES" sz="5400" b="1" baseline="30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cxnSp>
          <p:nvCxnSpPr>
            <p:cNvPr id="28" name="!!Conector recto 27">
              <a:extLst>
                <a:ext uri="{FF2B5EF4-FFF2-40B4-BE49-F238E27FC236}">
                  <a16:creationId xmlns:a16="http://schemas.microsoft.com/office/drawing/2014/main" id="{1F1F006C-D989-AE77-F867-4C4C9D998CDC}"/>
                </a:ext>
              </a:extLst>
            </p:cNvPr>
            <p:cNvCxnSpPr>
              <a:cxnSpLocks/>
            </p:cNvCxnSpPr>
            <p:nvPr/>
          </p:nvCxnSpPr>
          <p:spPr>
            <a:xfrm>
              <a:off x="5441443" y="3292655"/>
              <a:ext cx="93161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CuadroTexto 1">
              <a:extLst>
                <a:ext uri="{FF2B5EF4-FFF2-40B4-BE49-F238E27FC236}">
                  <a16:creationId xmlns:a16="http://schemas.microsoft.com/office/drawing/2014/main" id="{070E40F6-6E04-D3F0-2895-3B9809A2EF75}"/>
                </a:ext>
              </a:extLst>
            </p:cNvPr>
            <p:cNvSpPr txBox="1"/>
            <p:nvPr/>
          </p:nvSpPr>
          <p:spPr>
            <a:xfrm>
              <a:off x="7393316" y="2413119"/>
              <a:ext cx="82326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rPr>
                <a:t>4</a:t>
              </a:r>
              <a:endParaRPr lang="es-ES" sz="5400" b="1" baseline="30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7" name="CuadroTexto 1">
              <a:extLst>
                <a:ext uri="{FF2B5EF4-FFF2-40B4-BE49-F238E27FC236}">
                  <a16:creationId xmlns:a16="http://schemas.microsoft.com/office/drawing/2014/main" id="{E9D769AE-B1EA-20C1-3899-7C405BB190DD}"/>
                </a:ext>
              </a:extLst>
            </p:cNvPr>
            <p:cNvSpPr txBox="1"/>
            <p:nvPr/>
          </p:nvSpPr>
          <p:spPr>
            <a:xfrm>
              <a:off x="7160312" y="3203544"/>
              <a:ext cx="128927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5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rPr>
                <a:t>12</a:t>
              </a:r>
              <a:endParaRPr lang="es-ES" sz="5400" b="1" baseline="30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cxnSp>
          <p:nvCxnSpPr>
            <p:cNvPr id="18" name="!!Conector recto 17">
              <a:extLst>
                <a:ext uri="{FF2B5EF4-FFF2-40B4-BE49-F238E27FC236}">
                  <a16:creationId xmlns:a16="http://schemas.microsoft.com/office/drawing/2014/main" id="{EBF3D620-54D1-8DF5-4ACA-F53D5E829B95}"/>
                </a:ext>
              </a:extLst>
            </p:cNvPr>
            <p:cNvCxnSpPr>
              <a:cxnSpLocks/>
            </p:cNvCxnSpPr>
            <p:nvPr/>
          </p:nvCxnSpPr>
          <p:spPr>
            <a:xfrm>
              <a:off x="7160312" y="3299853"/>
              <a:ext cx="128927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CuadroTexto 1">
              <a:extLst>
                <a:ext uri="{FF2B5EF4-FFF2-40B4-BE49-F238E27FC236}">
                  <a16:creationId xmlns:a16="http://schemas.microsoft.com/office/drawing/2014/main" id="{4BF63D3F-CC56-63B6-CD9A-6F497F5571C6}"/>
                </a:ext>
              </a:extLst>
            </p:cNvPr>
            <p:cNvSpPr txBox="1"/>
            <p:nvPr/>
          </p:nvSpPr>
          <p:spPr>
            <a:xfrm>
              <a:off x="5495616" y="2417544"/>
              <a:ext cx="82326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rPr>
                <a:t>2</a:t>
              </a:r>
              <a:endParaRPr lang="es-ES" sz="5400" b="1" baseline="30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02FE3956-F34F-2B72-D37B-4DFFD60EA372}"/>
                </a:ext>
              </a:extLst>
            </p:cNvPr>
            <p:cNvSpPr txBox="1"/>
            <p:nvPr/>
          </p:nvSpPr>
          <p:spPr>
            <a:xfrm>
              <a:off x="6509265" y="2916734"/>
              <a:ext cx="569012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400" dirty="0"/>
                <a:t>=</a:t>
              </a:r>
            </a:p>
          </p:txBody>
        </p:sp>
      </p:grpSp>
      <p:sp>
        <p:nvSpPr>
          <p:cNvPr id="32" name="Rectángulo 31">
            <a:extLst>
              <a:ext uri="{FF2B5EF4-FFF2-40B4-BE49-F238E27FC236}">
                <a16:creationId xmlns:a16="http://schemas.microsoft.com/office/drawing/2014/main" id="{13B53272-DBB5-C46A-92B1-3B8A1E956DEA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12B4F370-BACF-ED2F-92E1-DC0C429967B6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Las Fracciones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34084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C820D685-6BBA-4A1E-8C04-6F37CACD9446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2. Fracciones equivalentes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2 ESO\\TEMA 3 - Las fracciones&quot;]]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D1FD9753-C100-4DF8-96F8-B17FC7E50A35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63FEA52-ADC4-4B9E-B362-AE530918157C}:25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2D786423-6E2C-4DDA-A50B-FC3ED0E7A293}:25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8A650FF-5AD2-45ED-ADD1-0B6B9F389FD6}:26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145165A6-03C5-4EB9-A232-3EAD0ADADABB}:26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B8087E10-7528-480C-AE09-6CA1817BBAE5}:262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180</Words>
  <Application>Microsoft Office PowerPoint</Application>
  <PresentationFormat>Panorámica</PresentationFormat>
  <Paragraphs>96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Aptos</vt:lpstr>
      <vt:lpstr>Arial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Fracciones equivalentes</dc:title>
  <dc:creator>Illán Linos Souto</dc:creator>
  <cp:lastModifiedBy>Illán Linos</cp:lastModifiedBy>
  <cp:revision>37</cp:revision>
  <dcterms:created xsi:type="dcterms:W3CDTF">2024-08-18T18:48:07Z</dcterms:created>
  <dcterms:modified xsi:type="dcterms:W3CDTF">2025-11-17T18:18:08Z</dcterms:modified>
</cp:coreProperties>
</file>
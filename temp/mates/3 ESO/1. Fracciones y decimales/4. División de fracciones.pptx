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117F5-3797-439A-926B-929EB266F72D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A5A82-124A-4DF8-987C-9CA2DAE381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686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A5A82-124A-4DF8-987C-9CA2DAE381A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68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A5A82-124A-4DF8-987C-9CA2DAE381A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25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A5A82-124A-4DF8-987C-9CA2DAE381A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522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15662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Para dividir fracciones se multiplica en cruz</a:t>
            </a:r>
            <a:r>
              <a:rPr lang="es-ES" sz="2000" b="1" dirty="0"/>
              <a:t>, es decir, el numerador de la primera fracción por el denominador de la segunda y el denominador de la primera por el numerador de la segunda</a:t>
            </a:r>
            <a:endParaRPr lang="es-ES" sz="3200" b="1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8868F03-B779-DC31-9CDB-EF58C7E0453E}"/>
              </a:ext>
            </a:extLst>
          </p:cNvPr>
          <p:cNvCxnSpPr>
            <a:cxnSpLocks/>
          </p:cNvCxnSpPr>
          <p:nvPr/>
        </p:nvCxnSpPr>
        <p:spPr>
          <a:xfrm>
            <a:off x="4165696" y="3282541"/>
            <a:ext cx="511056" cy="576354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CDA1DED-6BB0-B974-3F0F-F5E009EDA037}"/>
              </a:ext>
            </a:extLst>
          </p:cNvPr>
          <p:cNvCxnSpPr>
            <a:cxnSpLocks/>
          </p:cNvCxnSpPr>
          <p:nvPr/>
        </p:nvCxnSpPr>
        <p:spPr>
          <a:xfrm flipV="1">
            <a:off x="4157952" y="3296640"/>
            <a:ext cx="563201" cy="528914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1">
            <a:extLst>
              <a:ext uri="{FF2B5EF4-FFF2-40B4-BE49-F238E27FC236}">
                <a16:creationId xmlns:a16="http://schemas.microsoft.com/office/drawing/2014/main" id="{4BFACD43-F2AB-DB74-46EE-C30F3F918C01}"/>
              </a:ext>
            </a:extLst>
          </p:cNvPr>
          <p:cNvSpPr txBox="1"/>
          <p:nvPr/>
        </p:nvSpPr>
        <p:spPr>
          <a:xfrm>
            <a:off x="535084" y="2310211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1EAC3E3-75F5-6A63-CBDB-2A02CB038B4C}"/>
              </a:ext>
            </a:extLst>
          </p:cNvPr>
          <p:cNvCxnSpPr>
            <a:cxnSpLocks/>
          </p:cNvCxnSpPr>
          <p:nvPr/>
        </p:nvCxnSpPr>
        <p:spPr>
          <a:xfrm>
            <a:off x="5794022" y="3557766"/>
            <a:ext cx="13459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upo 11">
            <a:extLst>
              <a:ext uri="{FF2B5EF4-FFF2-40B4-BE49-F238E27FC236}">
                <a16:creationId xmlns:a16="http://schemas.microsoft.com/office/drawing/2014/main" id="{9A98D402-4126-28C4-9F56-46DB009E1AF2}"/>
              </a:ext>
            </a:extLst>
          </p:cNvPr>
          <p:cNvGrpSpPr/>
          <p:nvPr/>
        </p:nvGrpSpPr>
        <p:grpSpPr>
          <a:xfrm>
            <a:off x="7027477" y="2928598"/>
            <a:ext cx="1383895" cy="1212800"/>
            <a:chOff x="6283406" y="6711092"/>
            <a:chExt cx="1383895" cy="1212800"/>
          </a:xfrm>
        </p:grpSpPr>
        <p:sp>
          <p:nvSpPr>
            <p:cNvPr id="15" name="CuadroTexto 1">
              <a:extLst>
                <a:ext uri="{FF2B5EF4-FFF2-40B4-BE49-F238E27FC236}">
                  <a16:creationId xmlns:a16="http://schemas.microsoft.com/office/drawing/2014/main" id="{4C0CD256-D2C9-0853-92E6-28452447D04F}"/>
                </a:ext>
              </a:extLst>
            </p:cNvPr>
            <p:cNvSpPr txBox="1"/>
            <p:nvPr/>
          </p:nvSpPr>
          <p:spPr>
            <a:xfrm>
              <a:off x="6283406" y="7013922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19" name="CuadroTexto 1">
              <a:extLst>
                <a:ext uri="{FF2B5EF4-FFF2-40B4-BE49-F238E27FC236}">
                  <a16:creationId xmlns:a16="http://schemas.microsoft.com/office/drawing/2014/main" id="{AA730DA3-DF99-1438-963F-737E564C3DDC}"/>
                </a:ext>
              </a:extLst>
            </p:cNvPr>
            <p:cNvSpPr txBox="1"/>
            <p:nvPr/>
          </p:nvSpPr>
          <p:spPr>
            <a:xfrm>
              <a:off x="6844032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19AADAB-5AE1-2D2A-E0B6-C8ED2B0374F3}"/>
                </a:ext>
              </a:extLst>
            </p:cNvPr>
            <p:cNvCxnSpPr>
              <a:cxnSpLocks/>
            </p:cNvCxnSpPr>
            <p:nvPr/>
          </p:nvCxnSpPr>
          <p:spPr>
            <a:xfrm>
              <a:off x="6859111" y="7344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uadroTexto 1">
              <a:extLst>
                <a:ext uri="{FF2B5EF4-FFF2-40B4-BE49-F238E27FC236}">
                  <a16:creationId xmlns:a16="http://schemas.microsoft.com/office/drawing/2014/main" id="{DB2DE722-78D5-C32B-021C-2F8F0282BA9F}"/>
                </a:ext>
              </a:extLst>
            </p:cNvPr>
            <p:cNvSpPr txBox="1"/>
            <p:nvPr/>
          </p:nvSpPr>
          <p:spPr>
            <a:xfrm>
              <a:off x="6844032" y="7277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67070C3-D088-6F99-FBD2-040023026CD4}"/>
              </a:ext>
            </a:extLst>
          </p:cNvPr>
          <p:cNvGrpSpPr/>
          <p:nvPr/>
        </p:nvGrpSpPr>
        <p:grpSpPr>
          <a:xfrm>
            <a:off x="3424496" y="2928598"/>
            <a:ext cx="1895911" cy="1212800"/>
            <a:chOff x="2680425" y="6711092"/>
            <a:chExt cx="1895911" cy="1212800"/>
          </a:xfrm>
        </p:grpSpPr>
        <p:sp>
          <p:nvSpPr>
            <p:cNvPr id="23" name="CuadroTexto 1">
              <a:extLst>
                <a:ext uri="{FF2B5EF4-FFF2-40B4-BE49-F238E27FC236}">
                  <a16:creationId xmlns:a16="http://schemas.microsoft.com/office/drawing/2014/main" id="{05BEEF40-23C7-9161-FB0C-CABA34F1B27E}"/>
                </a:ext>
              </a:extLst>
            </p:cNvPr>
            <p:cNvSpPr txBox="1"/>
            <p:nvPr/>
          </p:nvSpPr>
          <p:spPr>
            <a:xfrm>
              <a:off x="2680425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8CF3AAC-A967-5DFA-13AA-29D7026FCECA}"/>
                </a:ext>
              </a:extLst>
            </p:cNvPr>
            <p:cNvCxnSpPr>
              <a:cxnSpLocks/>
            </p:cNvCxnSpPr>
            <p:nvPr/>
          </p:nvCxnSpPr>
          <p:spPr>
            <a:xfrm>
              <a:off x="2695504" y="7331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1">
              <a:extLst>
                <a:ext uri="{FF2B5EF4-FFF2-40B4-BE49-F238E27FC236}">
                  <a16:creationId xmlns:a16="http://schemas.microsoft.com/office/drawing/2014/main" id="{4A9109A0-BACF-BF7D-82D7-1E9103CA1B3D}"/>
                </a:ext>
              </a:extLst>
            </p:cNvPr>
            <p:cNvSpPr txBox="1"/>
            <p:nvPr/>
          </p:nvSpPr>
          <p:spPr>
            <a:xfrm>
              <a:off x="2680425" y="7264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27" name="CuadroTexto 1">
              <a:extLst>
                <a:ext uri="{FF2B5EF4-FFF2-40B4-BE49-F238E27FC236}">
                  <a16:creationId xmlns:a16="http://schemas.microsoft.com/office/drawing/2014/main" id="{94BC29A4-B5D5-924D-6581-48B1FF36489E}"/>
                </a:ext>
              </a:extLst>
            </p:cNvPr>
            <p:cNvSpPr txBox="1"/>
            <p:nvPr/>
          </p:nvSpPr>
          <p:spPr>
            <a:xfrm>
              <a:off x="3753067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465D0EF9-B510-AE3C-69F6-FA38F0C3BE95}"/>
                </a:ext>
              </a:extLst>
            </p:cNvPr>
            <p:cNvCxnSpPr>
              <a:cxnSpLocks/>
            </p:cNvCxnSpPr>
            <p:nvPr/>
          </p:nvCxnSpPr>
          <p:spPr>
            <a:xfrm>
              <a:off x="3768146" y="7344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uadroTexto 1">
              <a:extLst>
                <a:ext uri="{FF2B5EF4-FFF2-40B4-BE49-F238E27FC236}">
                  <a16:creationId xmlns:a16="http://schemas.microsoft.com/office/drawing/2014/main" id="{5AE92492-300E-151D-CE97-F3F127391F6F}"/>
                </a:ext>
              </a:extLst>
            </p:cNvPr>
            <p:cNvSpPr txBox="1"/>
            <p:nvPr/>
          </p:nvSpPr>
          <p:spPr>
            <a:xfrm>
              <a:off x="3753067" y="7277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64FCE50D-CBCD-A2BC-0868-6D3A11570FB0}"/>
              </a:ext>
            </a:extLst>
          </p:cNvPr>
          <p:cNvGrpSpPr/>
          <p:nvPr/>
        </p:nvGrpSpPr>
        <p:grpSpPr>
          <a:xfrm>
            <a:off x="5713175" y="2928598"/>
            <a:ext cx="1447691" cy="655441"/>
            <a:chOff x="4969104" y="6711092"/>
            <a:chExt cx="1447691" cy="655441"/>
          </a:xfrm>
        </p:grpSpPr>
        <p:sp>
          <p:nvSpPr>
            <p:cNvPr id="51" name="CuadroTexto 1">
              <a:extLst>
                <a:ext uri="{FF2B5EF4-FFF2-40B4-BE49-F238E27FC236}">
                  <a16:creationId xmlns:a16="http://schemas.microsoft.com/office/drawing/2014/main" id="{3E79BE62-8D86-A948-898B-0E4E43EBE988}"/>
                </a:ext>
              </a:extLst>
            </p:cNvPr>
            <p:cNvSpPr txBox="1"/>
            <p:nvPr/>
          </p:nvSpPr>
          <p:spPr>
            <a:xfrm>
              <a:off x="4969104" y="672020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52" name="CuadroTexto 1">
              <a:extLst>
                <a:ext uri="{FF2B5EF4-FFF2-40B4-BE49-F238E27FC236}">
                  <a16:creationId xmlns:a16="http://schemas.microsoft.com/office/drawing/2014/main" id="{B3E9BE98-128F-C269-BAFE-9A022E79030B}"/>
                </a:ext>
              </a:extLst>
            </p:cNvPr>
            <p:cNvSpPr txBox="1"/>
            <p:nvPr/>
          </p:nvSpPr>
          <p:spPr>
            <a:xfrm>
              <a:off x="5593526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19BA3AF1-55FC-D670-6013-BA79AE4B6122}"/>
                </a:ext>
              </a:extLst>
            </p:cNvPr>
            <p:cNvSpPr/>
            <p:nvPr/>
          </p:nvSpPr>
          <p:spPr>
            <a:xfrm>
              <a:off x="5679044" y="7083897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9C8333A6-6F06-1AF6-F4B9-B8A3DEC5D1ED}"/>
              </a:ext>
            </a:extLst>
          </p:cNvPr>
          <p:cNvGrpSpPr/>
          <p:nvPr/>
        </p:nvGrpSpPr>
        <p:grpSpPr>
          <a:xfrm>
            <a:off x="5728974" y="3501610"/>
            <a:ext cx="1447691" cy="655441"/>
            <a:chOff x="4984903" y="7284104"/>
            <a:chExt cx="1447691" cy="655441"/>
          </a:xfrm>
        </p:grpSpPr>
        <p:sp>
          <p:nvSpPr>
            <p:cNvPr id="55" name="CuadroTexto 1">
              <a:extLst>
                <a:ext uri="{FF2B5EF4-FFF2-40B4-BE49-F238E27FC236}">
                  <a16:creationId xmlns:a16="http://schemas.microsoft.com/office/drawing/2014/main" id="{B0D9D5B4-A299-F0AD-BA8A-2CEF30084F64}"/>
                </a:ext>
              </a:extLst>
            </p:cNvPr>
            <p:cNvSpPr txBox="1"/>
            <p:nvPr/>
          </p:nvSpPr>
          <p:spPr>
            <a:xfrm>
              <a:off x="4984903" y="7293214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0" name="CuadroTexto 1">
              <a:extLst>
                <a:ext uri="{FF2B5EF4-FFF2-40B4-BE49-F238E27FC236}">
                  <a16:creationId xmlns:a16="http://schemas.microsoft.com/office/drawing/2014/main" id="{F9723618-AA68-9C07-5DF5-F6D7BB832917}"/>
                </a:ext>
              </a:extLst>
            </p:cNvPr>
            <p:cNvSpPr txBox="1"/>
            <p:nvPr/>
          </p:nvSpPr>
          <p:spPr>
            <a:xfrm>
              <a:off x="5609325" y="7284104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36FFBEDA-0386-FE44-496E-ADB87AE1B38B}"/>
                </a:ext>
              </a:extLst>
            </p:cNvPr>
            <p:cNvSpPr/>
            <p:nvPr/>
          </p:nvSpPr>
          <p:spPr>
            <a:xfrm>
              <a:off x="5694843" y="7656909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5D51FE78-815A-1FAD-628B-E62FC21B7C21}"/>
              </a:ext>
            </a:extLst>
          </p:cNvPr>
          <p:cNvGrpSpPr/>
          <p:nvPr/>
        </p:nvGrpSpPr>
        <p:grpSpPr>
          <a:xfrm>
            <a:off x="2795480" y="4342356"/>
            <a:ext cx="823269" cy="1212800"/>
            <a:chOff x="3089634" y="8117180"/>
            <a:chExt cx="823269" cy="1212800"/>
          </a:xfrm>
        </p:grpSpPr>
        <p:sp>
          <p:nvSpPr>
            <p:cNvPr id="64" name="CuadroTexto 1">
              <a:extLst>
                <a:ext uri="{FF2B5EF4-FFF2-40B4-BE49-F238E27FC236}">
                  <a16:creationId xmlns:a16="http://schemas.microsoft.com/office/drawing/2014/main" id="{12474CB7-B580-5444-950A-77B1DDEFF435}"/>
                </a:ext>
              </a:extLst>
            </p:cNvPr>
            <p:cNvSpPr txBox="1"/>
            <p:nvPr/>
          </p:nvSpPr>
          <p:spPr>
            <a:xfrm>
              <a:off x="3089634" y="811718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32BEFDAC-B928-5F1F-AE83-4885B9AE3DE0}"/>
                </a:ext>
              </a:extLst>
            </p:cNvPr>
            <p:cNvCxnSpPr>
              <a:cxnSpLocks/>
            </p:cNvCxnSpPr>
            <p:nvPr/>
          </p:nvCxnSpPr>
          <p:spPr>
            <a:xfrm>
              <a:off x="3104713" y="8750238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CuadroTexto 1">
              <a:extLst>
                <a:ext uri="{FF2B5EF4-FFF2-40B4-BE49-F238E27FC236}">
                  <a16:creationId xmlns:a16="http://schemas.microsoft.com/office/drawing/2014/main" id="{17300908-55CF-337E-5889-629279BAF192}"/>
                </a:ext>
              </a:extLst>
            </p:cNvPr>
            <p:cNvSpPr txBox="1"/>
            <p:nvPr/>
          </p:nvSpPr>
          <p:spPr>
            <a:xfrm>
              <a:off x="3089634" y="8683649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950CEAAF-0C01-91A6-963C-8721379E7226}"/>
              </a:ext>
            </a:extLst>
          </p:cNvPr>
          <p:cNvGrpSpPr/>
          <p:nvPr/>
        </p:nvGrpSpPr>
        <p:grpSpPr>
          <a:xfrm>
            <a:off x="4560491" y="4342356"/>
            <a:ext cx="823269" cy="1212800"/>
            <a:chOff x="4854645" y="8132520"/>
            <a:chExt cx="823269" cy="1212800"/>
          </a:xfrm>
        </p:grpSpPr>
        <p:sp>
          <p:nvSpPr>
            <p:cNvPr id="68" name="CuadroTexto 1">
              <a:extLst>
                <a:ext uri="{FF2B5EF4-FFF2-40B4-BE49-F238E27FC236}">
                  <a16:creationId xmlns:a16="http://schemas.microsoft.com/office/drawing/2014/main" id="{DCB46A0F-3789-047D-D1CD-5503871BF879}"/>
                </a:ext>
              </a:extLst>
            </p:cNvPr>
            <p:cNvSpPr txBox="1"/>
            <p:nvPr/>
          </p:nvSpPr>
          <p:spPr>
            <a:xfrm>
              <a:off x="4854645" y="813252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33796CC5-BB80-57D4-F5F4-3966BE683B44}"/>
                </a:ext>
              </a:extLst>
            </p:cNvPr>
            <p:cNvCxnSpPr>
              <a:cxnSpLocks/>
            </p:cNvCxnSpPr>
            <p:nvPr/>
          </p:nvCxnSpPr>
          <p:spPr>
            <a:xfrm>
              <a:off x="4869724" y="8765578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uadroTexto 1">
              <a:extLst>
                <a:ext uri="{FF2B5EF4-FFF2-40B4-BE49-F238E27FC236}">
                  <a16:creationId xmlns:a16="http://schemas.microsoft.com/office/drawing/2014/main" id="{68527219-A398-7D50-5E2A-F1DCB065CA0A}"/>
                </a:ext>
              </a:extLst>
            </p:cNvPr>
            <p:cNvSpPr txBox="1"/>
            <p:nvPr/>
          </p:nvSpPr>
          <p:spPr>
            <a:xfrm>
              <a:off x="4854645" y="8698989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DBE18C83-DD4A-D4A6-ACB1-6F569E504867}"/>
              </a:ext>
            </a:extLst>
          </p:cNvPr>
          <p:cNvGrpSpPr/>
          <p:nvPr/>
        </p:nvGrpSpPr>
        <p:grpSpPr>
          <a:xfrm>
            <a:off x="6310826" y="4342356"/>
            <a:ext cx="823269" cy="1212800"/>
            <a:chOff x="6604980" y="8147997"/>
            <a:chExt cx="823269" cy="1212800"/>
          </a:xfrm>
        </p:grpSpPr>
        <p:sp>
          <p:nvSpPr>
            <p:cNvPr id="72" name="CuadroTexto 1">
              <a:extLst>
                <a:ext uri="{FF2B5EF4-FFF2-40B4-BE49-F238E27FC236}">
                  <a16:creationId xmlns:a16="http://schemas.microsoft.com/office/drawing/2014/main" id="{8E278A7B-9ECE-FF5C-C38E-899E3A107E10}"/>
                </a:ext>
              </a:extLst>
            </p:cNvPr>
            <p:cNvSpPr txBox="1"/>
            <p:nvPr/>
          </p:nvSpPr>
          <p:spPr>
            <a:xfrm>
              <a:off x="6604980" y="814799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7B0E1A9A-D4DC-CA69-5C0A-D98E458874BD}"/>
                </a:ext>
              </a:extLst>
            </p:cNvPr>
            <p:cNvCxnSpPr>
              <a:cxnSpLocks/>
            </p:cNvCxnSpPr>
            <p:nvPr/>
          </p:nvCxnSpPr>
          <p:spPr>
            <a:xfrm>
              <a:off x="6620059" y="8781055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uadroTexto 1">
              <a:extLst>
                <a:ext uri="{FF2B5EF4-FFF2-40B4-BE49-F238E27FC236}">
                  <a16:creationId xmlns:a16="http://schemas.microsoft.com/office/drawing/2014/main" id="{43196A2C-14FF-E027-752A-5EC584E4252A}"/>
                </a:ext>
              </a:extLst>
            </p:cNvPr>
            <p:cNvSpPr txBox="1"/>
            <p:nvPr/>
          </p:nvSpPr>
          <p:spPr>
            <a:xfrm>
              <a:off x="6604980" y="8714466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7787690F-F6D1-9BF0-D7BB-109F14A8F4DF}"/>
              </a:ext>
            </a:extLst>
          </p:cNvPr>
          <p:cNvGrpSpPr/>
          <p:nvPr/>
        </p:nvGrpSpPr>
        <p:grpSpPr>
          <a:xfrm>
            <a:off x="3749719" y="4513793"/>
            <a:ext cx="695767" cy="869925"/>
            <a:chOff x="4043873" y="8291697"/>
            <a:chExt cx="695767" cy="869925"/>
          </a:xfrm>
        </p:grpSpPr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0E915AC6-F286-F575-FDBB-7B246FA3172F}"/>
                </a:ext>
              </a:extLst>
            </p:cNvPr>
            <p:cNvCxnSpPr/>
            <p:nvPr/>
          </p:nvCxnSpPr>
          <p:spPr>
            <a:xfrm>
              <a:off x="4043873" y="8750238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5F72C75F-BA40-91E6-7D9E-D8ED4E6F4D8B}"/>
                </a:ext>
              </a:extLst>
            </p:cNvPr>
            <p:cNvSpPr txBox="1"/>
            <p:nvPr/>
          </p:nvSpPr>
          <p:spPr>
            <a:xfrm>
              <a:off x="4182964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78" name="CuadroTexto 77">
              <a:extLst>
                <a:ext uri="{FF2B5EF4-FFF2-40B4-BE49-F238E27FC236}">
                  <a16:creationId xmlns:a16="http://schemas.microsoft.com/office/drawing/2014/main" id="{895AA154-7286-1323-031B-CF1A6EE68F3C}"/>
                </a:ext>
              </a:extLst>
            </p:cNvPr>
            <p:cNvSpPr txBox="1"/>
            <p:nvPr/>
          </p:nvSpPr>
          <p:spPr>
            <a:xfrm>
              <a:off x="4183109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7D449F1A-104F-4ABF-EF92-F64F38815387}"/>
              </a:ext>
            </a:extLst>
          </p:cNvPr>
          <p:cNvGrpSpPr/>
          <p:nvPr/>
        </p:nvGrpSpPr>
        <p:grpSpPr>
          <a:xfrm>
            <a:off x="5500054" y="4513793"/>
            <a:ext cx="695767" cy="869925"/>
            <a:chOff x="5794208" y="8291697"/>
            <a:chExt cx="695767" cy="869925"/>
          </a:xfrm>
        </p:grpSpPr>
        <p:cxnSp>
          <p:nvCxnSpPr>
            <p:cNvPr id="80" name="Conector recto de flecha 79">
              <a:extLst>
                <a:ext uri="{FF2B5EF4-FFF2-40B4-BE49-F238E27FC236}">
                  <a16:creationId xmlns:a16="http://schemas.microsoft.com/office/drawing/2014/main" id="{5488BF08-BA70-0B9B-816C-D2B930D0FAF2}"/>
                </a:ext>
              </a:extLst>
            </p:cNvPr>
            <p:cNvCxnSpPr/>
            <p:nvPr/>
          </p:nvCxnSpPr>
          <p:spPr>
            <a:xfrm>
              <a:off x="5794208" y="8765715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10736ACF-A421-08E6-9045-80D2FB426EA7}"/>
                </a:ext>
              </a:extLst>
            </p:cNvPr>
            <p:cNvSpPr txBox="1"/>
            <p:nvPr/>
          </p:nvSpPr>
          <p:spPr>
            <a:xfrm>
              <a:off x="5911107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82" name="CuadroTexto 81">
              <a:extLst>
                <a:ext uri="{FF2B5EF4-FFF2-40B4-BE49-F238E27FC236}">
                  <a16:creationId xmlns:a16="http://schemas.microsoft.com/office/drawing/2014/main" id="{95B1A86C-9367-5ECE-56D0-62D7191BAD76}"/>
                </a:ext>
              </a:extLst>
            </p:cNvPr>
            <p:cNvSpPr txBox="1"/>
            <p:nvPr/>
          </p:nvSpPr>
          <p:spPr>
            <a:xfrm>
              <a:off x="5911252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85B815C0-B227-2C66-49BE-8A70C411CF86}"/>
              </a:ext>
            </a:extLst>
          </p:cNvPr>
          <p:cNvCxnSpPr>
            <a:cxnSpLocks/>
          </p:cNvCxnSpPr>
          <p:nvPr/>
        </p:nvCxnSpPr>
        <p:spPr>
          <a:xfrm flipV="1">
            <a:off x="5159978" y="3277362"/>
            <a:ext cx="736144" cy="599155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039157AC-94FF-82C7-3AE4-E814D0DEED95}"/>
              </a:ext>
            </a:extLst>
          </p:cNvPr>
          <p:cNvCxnSpPr>
            <a:cxnSpLocks/>
          </p:cNvCxnSpPr>
          <p:nvPr/>
        </p:nvCxnSpPr>
        <p:spPr>
          <a:xfrm>
            <a:off x="5177335" y="3277362"/>
            <a:ext cx="761999" cy="618035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uadroTexto 1">
            <a:extLst>
              <a:ext uri="{FF2B5EF4-FFF2-40B4-BE49-F238E27FC236}">
                <a16:creationId xmlns:a16="http://schemas.microsoft.com/office/drawing/2014/main" id="{DE32A760-E022-E965-6BA4-ED5AE2E0AF7A}"/>
              </a:ext>
            </a:extLst>
          </p:cNvPr>
          <p:cNvSpPr txBox="1"/>
          <p:nvPr/>
        </p:nvSpPr>
        <p:spPr>
          <a:xfrm>
            <a:off x="5193134" y="3239730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=</a:t>
            </a:r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61815728-B4FF-EEEB-121E-B972AFE9962A}"/>
              </a:ext>
            </a:extLst>
          </p:cNvPr>
          <p:cNvGrpSpPr/>
          <p:nvPr/>
        </p:nvGrpSpPr>
        <p:grpSpPr>
          <a:xfrm>
            <a:off x="8071963" y="4342356"/>
            <a:ext cx="823269" cy="1212800"/>
            <a:chOff x="6604980" y="8147997"/>
            <a:chExt cx="823269" cy="1212800"/>
          </a:xfrm>
        </p:grpSpPr>
        <p:sp>
          <p:nvSpPr>
            <p:cNvPr id="87" name="CuadroTexto 1">
              <a:extLst>
                <a:ext uri="{FF2B5EF4-FFF2-40B4-BE49-F238E27FC236}">
                  <a16:creationId xmlns:a16="http://schemas.microsoft.com/office/drawing/2014/main" id="{A343F87A-E525-6E98-CBCE-23979AA0D135}"/>
                </a:ext>
              </a:extLst>
            </p:cNvPr>
            <p:cNvSpPr txBox="1"/>
            <p:nvPr/>
          </p:nvSpPr>
          <p:spPr>
            <a:xfrm>
              <a:off x="6604980" y="814799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</a:t>
              </a:r>
            </a:p>
          </p:txBody>
        </p: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FF3A5CEC-96A0-BBE0-6FC5-6F675216CFB2}"/>
                </a:ext>
              </a:extLst>
            </p:cNvPr>
            <p:cNvCxnSpPr>
              <a:cxnSpLocks/>
            </p:cNvCxnSpPr>
            <p:nvPr/>
          </p:nvCxnSpPr>
          <p:spPr>
            <a:xfrm>
              <a:off x="6620059" y="8781055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uadroTexto 1">
              <a:extLst>
                <a:ext uri="{FF2B5EF4-FFF2-40B4-BE49-F238E27FC236}">
                  <a16:creationId xmlns:a16="http://schemas.microsoft.com/office/drawing/2014/main" id="{051B6F4A-DCA8-E2FC-90B4-2FD0C53D5E3C}"/>
                </a:ext>
              </a:extLst>
            </p:cNvPr>
            <p:cNvSpPr txBox="1"/>
            <p:nvPr/>
          </p:nvSpPr>
          <p:spPr>
            <a:xfrm>
              <a:off x="6604980" y="8714466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C30016F7-6DDE-B9D4-D51E-3271AB8C9D1D}"/>
              </a:ext>
            </a:extLst>
          </p:cNvPr>
          <p:cNvGrpSpPr/>
          <p:nvPr/>
        </p:nvGrpSpPr>
        <p:grpSpPr>
          <a:xfrm>
            <a:off x="7261191" y="4513793"/>
            <a:ext cx="695767" cy="869925"/>
            <a:chOff x="5794208" y="8291697"/>
            <a:chExt cx="695767" cy="869925"/>
          </a:xfrm>
        </p:grpSpPr>
        <p:cxnSp>
          <p:nvCxnSpPr>
            <p:cNvPr id="91" name="Conector recto de flecha 90">
              <a:extLst>
                <a:ext uri="{FF2B5EF4-FFF2-40B4-BE49-F238E27FC236}">
                  <a16:creationId xmlns:a16="http://schemas.microsoft.com/office/drawing/2014/main" id="{0D269E87-5CBE-5913-E396-428218224672}"/>
                </a:ext>
              </a:extLst>
            </p:cNvPr>
            <p:cNvCxnSpPr/>
            <p:nvPr/>
          </p:nvCxnSpPr>
          <p:spPr>
            <a:xfrm>
              <a:off x="5794208" y="8765715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7CCBEEF8-D202-49E6-6580-BE4E30E926F4}"/>
                </a:ext>
              </a:extLst>
            </p:cNvPr>
            <p:cNvSpPr txBox="1"/>
            <p:nvPr/>
          </p:nvSpPr>
          <p:spPr>
            <a:xfrm>
              <a:off x="5911107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884E4923-9CE1-1FDF-8E08-D60713EA93B1}"/>
                </a:ext>
              </a:extLst>
            </p:cNvPr>
            <p:cNvSpPr txBox="1"/>
            <p:nvPr/>
          </p:nvSpPr>
          <p:spPr>
            <a:xfrm>
              <a:off x="5911252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sp>
        <p:nvSpPr>
          <p:cNvPr id="94" name="CuadroTexto 1">
            <a:extLst>
              <a:ext uri="{FF2B5EF4-FFF2-40B4-BE49-F238E27FC236}">
                <a16:creationId xmlns:a16="http://schemas.microsoft.com/office/drawing/2014/main" id="{0317E7C2-5582-4BB8-AB80-56EFB82BCAEF}"/>
              </a:ext>
            </a:extLst>
          </p:cNvPr>
          <p:cNvSpPr txBox="1"/>
          <p:nvPr/>
        </p:nvSpPr>
        <p:spPr>
          <a:xfrm>
            <a:off x="4049017" y="3193479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: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D3E6F5-AD5F-837D-CB2C-330881729D5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AA8E721-3E0E-6F30-2444-2A06E47E157C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/>
      <p:bldP spid="85" grpId="0"/>
      <p:bldP spid="9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17129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simplificar las fracciones es recomendable </a:t>
            </a:r>
            <a:r>
              <a:rPr lang="es-ES" sz="2000" b="1" dirty="0">
                <a:solidFill>
                  <a:srgbClr val="4E95D9"/>
                </a:solidFill>
              </a:rPr>
              <a:t>factorizar el numerador y el denominador.</a:t>
            </a:r>
            <a:endParaRPr lang="es-ES" sz="3200" b="1" dirty="0">
              <a:solidFill>
                <a:srgbClr val="4E95D9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4BFACD43-F2AB-DB74-46EE-C30F3F918C01}"/>
              </a:ext>
            </a:extLst>
          </p:cNvPr>
          <p:cNvSpPr txBox="1"/>
          <p:nvPr/>
        </p:nvSpPr>
        <p:spPr>
          <a:xfrm>
            <a:off x="535084" y="1913089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54461A7-6DF3-8188-376D-C6A56ADA5AFA}"/>
              </a:ext>
            </a:extLst>
          </p:cNvPr>
          <p:cNvGrpSpPr/>
          <p:nvPr/>
        </p:nvGrpSpPr>
        <p:grpSpPr>
          <a:xfrm>
            <a:off x="3388194" y="2367854"/>
            <a:ext cx="1895911" cy="1212800"/>
            <a:chOff x="2564401" y="11917178"/>
            <a:chExt cx="1895911" cy="1212800"/>
          </a:xfrm>
        </p:grpSpPr>
        <p:sp>
          <p:nvSpPr>
            <p:cNvPr id="9" name="CuadroTexto 1">
              <a:extLst>
                <a:ext uri="{FF2B5EF4-FFF2-40B4-BE49-F238E27FC236}">
                  <a16:creationId xmlns:a16="http://schemas.microsoft.com/office/drawing/2014/main" id="{D23F135F-F219-080E-2633-E25802879C58}"/>
                </a:ext>
              </a:extLst>
            </p:cNvPr>
            <p:cNvSpPr txBox="1"/>
            <p:nvPr/>
          </p:nvSpPr>
          <p:spPr>
            <a:xfrm>
              <a:off x="2564401" y="11917178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E857118-B904-1EAB-D0A2-19A45941D85E}"/>
                </a:ext>
              </a:extLst>
            </p:cNvPr>
            <p:cNvCxnSpPr>
              <a:cxnSpLocks/>
            </p:cNvCxnSpPr>
            <p:nvPr/>
          </p:nvCxnSpPr>
          <p:spPr>
            <a:xfrm>
              <a:off x="2579480" y="12537236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uadroTexto 1">
              <a:extLst>
                <a:ext uri="{FF2B5EF4-FFF2-40B4-BE49-F238E27FC236}">
                  <a16:creationId xmlns:a16="http://schemas.microsoft.com/office/drawing/2014/main" id="{C9BBD9B4-6D6E-0CC9-791D-C3029DED2347}"/>
                </a:ext>
              </a:extLst>
            </p:cNvPr>
            <p:cNvSpPr txBox="1"/>
            <p:nvPr/>
          </p:nvSpPr>
          <p:spPr>
            <a:xfrm>
              <a:off x="2564401" y="1247064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13" name="CuadroTexto 1">
              <a:extLst>
                <a:ext uri="{FF2B5EF4-FFF2-40B4-BE49-F238E27FC236}">
                  <a16:creationId xmlns:a16="http://schemas.microsoft.com/office/drawing/2014/main" id="{8AED0A68-CD37-3019-6D6A-1AB0D7C52B42}"/>
                </a:ext>
              </a:extLst>
            </p:cNvPr>
            <p:cNvSpPr txBox="1"/>
            <p:nvPr/>
          </p:nvSpPr>
          <p:spPr>
            <a:xfrm>
              <a:off x="3637043" y="11917178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9140E59-D4EC-3DAF-E0D8-860D661916FF}"/>
                </a:ext>
              </a:extLst>
            </p:cNvPr>
            <p:cNvCxnSpPr>
              <a:cxnSpLocks/>
            </p:cNvCxnSpPr>
            <p:nvPr/>
          </p:nvCxnSpPr>
          <p:spPr>
            <a:xfrm>
              <a:off x="3652122" y="12550236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">
              <a:extLst>
                <a:ext uri="{FF2B5EF4-FFF2-40B4-BE49-F238E27FC236}">
                  <a16:creationId xmlns:a16="http://schemas.microsoft.com/office/drawing/2014/main" id="{F4BDBBF5-1D77-2A8B-2204-97A1CE368123}"/>
                </a:ext>
              </a:extLst>
            </p:cNvPr>
            <p:cNvSpPr txBox="1"/>
            <p:nvPr/>
          </p:nvSpPr>
          <p:spPr>
            <a:xfrm>
              <a:off x="3637043" y="1248364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6E48417-6291-80CF-EDBE-10088B180BF4}"/>
              </a:ext>
            </a:extLst>
          </p:cNvPr>
          <p:cNvGrpSpPr/>
          <p:nvPr/>
        </p:nvGrpSpPr>
        <p:grpSpPr>
          <a:xfrm>
            <a:off x="5156832" y="2359654"/>
            <a:ext cx="3399254" cy="1208000"/>
            <a:chOff x="4333039" y="11908978"/>
            <a:chExt cx="3399254" cy="1208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">
                  <a:extLst>
                    <a:ext uri="{FF2B5EF4-FFF2-40B4-BE49-F238E27FC236}">
                      <a16:creationId xmlns:a16="http://schemas.microsoft.com/office/drawing/2014/main" id="{1C0163E7-7B68-866E-3D48-040CC8F730B3}"/>
                    </a:ext>
                  </a:extLst>
                </p:cNvPr>
                <p:cNvSpPr txBox="1"/>
                <p:nvPr/>
              </p:nvSpPr>
              <p:spPr>
                <a:xfrm>
                  <a:off x="5027830" y="11917178"/>
                  <a:ext cx="97063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18" name="CuadroTexto 1">
                  <a:extLst>
                    <a:ext uri="{FF2B5EF4-FFF2-40B4-BE49-F238E27FC236}">
                      <a16:creationId xmlns:a16="http://schemas.microsoft.com/office/drawing/2014/main" id="{1C0163E7-7B68-866E-3D48-040CC8F73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7830" y="11917178"/>
                  <a:ext cx="970639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1950" t="-14151" r="-1132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94020FF4-68EF-91EA-36D3-063DA155B6B5}"/>
                </a:ext>
              </a:extLst>
            </p:cNvPr>
            <p:cNvCxnSpPr>
              <a:cxnSpLocks/>
            </p:cNvCxnSpPr>
            <p:nvPr/>
          </p:nvCxnSpPr>
          <p:spPr>
            <a:xfrm>
              <a:off x="4901295" y="12537236"/>
              <a:ext cx="1223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1">
                  <a:extLst>
                    <a:ext uri="{FF2B5EF4-FFF2-40B4-BE49-F238E27FC236}">
                      <a16:creationId xmlns:a16="http://schemas.microsoft.com/office/drawing/2014/main" id="{1A607D59-8041-A102-6471-DAE5E49905FD}"/>
                    </a:ext>
                  </a:extLst>
                </p:cNvPr>
                <p:cNvSpPr txBox="1"/>
                <p:nvPr/>
              </p:nvSpPr>
              <p:spPr>
                <a:xfrm>
                  <a:off x="4810739" y="12470647"/>
                  <a:ext cx="140482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31" name="CuadroTexto 1">
                  <a:extLst>
                    <a:ext uri="{FF2B5EF4-FFF2-40B4-BE49-F238E27FC236}">
                      <a16:creationId xmlns:a16="http://schemas.microsoft.com/office/drawing/2014/main" id="{1A607D59-8041-A102-6471-DAE5E4990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739" y="12470647"/>
                  <a:ext cx="1404821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6061" t="-14151" r="-606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CuadroTexto 1">
              <a:extLst>
                <a:ext uri="{FF2B5EF4-FFF2-40B4-BE49-F238E27FC236}">
                  <a16:creationId xmlns:a16="http://schemas.microsoft.com/office/drawing/2014/main" id="{C781F1AA-0369-D2D8-0585-277B3EF4750C}"/>
                </a:ext>
              </a:extLst>
            </p:cNvPr>
            <p:cNvSpPr txBox="1"/>
            <p:nvPr/>
          </p:nvSpPr>
          <p:spPr>
            <a:xfrm>
              <a:off x="4333039" y="12249662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33" name="CuadroTexto 1">
              <a:extLst>
                <a:ext uri="{FF2B5EF4-FFF2-40B4-BE49-F238E27FC236}">
                  <a16:creationId xmlns:a16="http://schemas.microsoft.com/office/drawing/2014/main" id="{B7EA3EDF-F893-0AF1-F400-49D15F8542AD}"/>
                </a:ext>
              </a:extLst>
            </p:cNvPr>
            <p:cNvSpPr txBox="1"/>
            <p:nvPr/>
          </p:nvSpPr>
          <p:spPr>
            <a:xfrm>
              <a:off x="6544563" y="11908978"/>
              <a:ext cx="9706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0FA52097-B20D-F2DF-571D-2044761112EE}"/>
                </a:ext>
              </a:extLst>
            </p:cNvPr>
            <p:cNvCxnSpPr>
              <a:cxnSpLocks/>
            </p:cNvCxnSpPr>
            <p:nvPr/>
          </p:nvCxnSpPr>
          <p:spPr>
            <a:xfrm>
              <a:off x="6460891" y="12538562"/>
              <a:ext cx="1223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1">
                  <a:extLst>
                    <a:ext uri="{FF2B5EF4-FFF2-40B4-BE49-F238E27FC236}">
                      <a16:creationId xmlns:a16="http://schemas.microsoft.com/office/drawing/2014/main" id="{0D1266B1-A1A4-F5E5-05C2-261D684975D0}"/>
                    </a:ext>
                  </a:extLst>
                </p:cNvPr>
                <p:cNvSpPr txBox="1"/>
                <p:nvPr/>
              </p:nvSpPr>
              <p:spPr>
                <a:xfrm>
                  <a:off x="6327472" y="12462447"/>
                  <a:ext cx="140482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35" name="CuadroTexto 1">
                  <a:extLst>
                    <a:ext uri="{FF2B5EF4-FFF2-40B4-BE49-F238E27FC236}">
                      <a16:creationId xmlns:a16="http://schemas.microsoft.com/office/drawing/2014/main" id="{0D1266B1-A1A4-F5E5-05C2-261D68497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472" y="12462447"/>
                  <a:ext cx="1404821" cy="646331"/>
                </a:xfrm>
                <a:prstGeom prst="rect">
                  <a:avLst/>
                </a:prstGeom>
                <a:blipFill>
                  <a:blip r:embed="rId8"/>
                  <a:stretch>
                    <a:fillRect t="-15094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3C06D42-0340-C555-E08D-D3420666B981}"/>
              </a:ext>
            </a:extLst>
          </p:cNvPr>
          <p:cNvGrpSpPr/>
          <p:nvPr/>
        </p:nvGrpSpPr>
        <p:grpSpPr>
          <a:xfrm>
            <a:off x="4096263" y="3690140"/>
            <a:ext cx="2429742" cy="1159818"/>
            <a:chOff x="3272470" y="12813106"/>
            <a:chExt cx="2429742" cy="1159818"/>
          </a:xfrm>
        </p:grpSpPr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DA7B9816-241D-2B79-BCC2-23EFE56CEDB9}"/>
                </a:ext>
              </a:extLst>
            </p:cNvPr>
            <p:cNvCxnSpPr>
              <a:cxnSpLocks/>
            </p:cNvCxnSpPr>
            <p:nvPr/>
          </p:nvCxnSpPr>
          <p:spPr>
            <a:xfrm>
              <a:off x="3426511" y="13424247"/>
              <a:ext cx="213341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1">
                  <a:extLst>
                    <a:ext uri="{FF2B5EF4-FFF2-40B4-BE49-F238E27FC236}">
                      <a16:creationId xmlns:a16="http://schemas.microsoft.com/office/drawing/2014/main" id="{F2297045-100D-717A-C43B-389D9A746027}"/>
                    </a:ext>
                  </a:extLst>
                </p:cNvPr>
                <p:cNvSpPr txBox="1"/>
                <p:nvPr/>
              </p:nvSpPr>
              <p:spPr>
                <a:xfrm>
                  <a:off x="3272470" y="13326593"/>
                  <a:ext cx="242974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3</a:t>
                  </a:r>
                </a:p>
              </p:txBody>
            </p:sp>
          </mc:Choice>
          <mc:Fallback xmlns="">
            <p:sp>
              <p:nvSpPr>
                <p:cNvPr id="38" name="CuadroTexto 1">
                  <a:extLst>
                    <a:ext uri="{FF2B5EF4-FFF2-40B4-BE49-F238E27FC236}">
                      <a16:creationId xmlns:a16="http://schemas.microsoft.com/office/drawing/2014/main" id="{F2297045-100D-717A-C43B-389D9A746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2470" y="13326593"/>
                  <a:ext cx="2429742" cy="646331"/>
                </a:xfrm>
                <a:prstGeom prst="rect">
                  <a:avLst/>
                </a:prstGeom>
                <a:blipFill>
                  <a:blip r:embed="rId9"/>
                  <a:stretch>
                    <a:fillRect t="-15094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1">
                  <a:extLst>
                    <a:ext uri="{FF2B5EF4-FFF2-40B4-BE49-F238E27FC236}">
                      <a16:creationId xmlns:a16="http://schemas.microsoft.com/office/drawing/2014/main" id="{4FBB37B5-01A3-E08E-345E-B8255467A7EE}"/>
                    </a:ext>
                  </a:extLst>
                </p:cNvPr>
                <p:cNvSpPr txBox="1"/>
                <p:nvPr/>
              </p:nvSpPr>
              <p:spPr>
                <a:xfrm>
                  <a:off x="3494904" y="12813106"/>
                  <a:ext cx="199662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39" name="CuadroTexto 1">
                  <a:extLst>
                    <a:ext uri="{FF2B5EF4-FFF2-40B4-BE49-F238E27FC236}">
                      <a16:creationId xmlns:a16="http://schemas.microsoft.com/office/drawing/2014/main" id="{4FBB37B5-01A3-E08E-345E-B8255467A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4904" y="12813106"/>
                  <a:ext cx="1996629" cy="646331"/>
                </a:xfrm>
                <a:prstGeom prst="rect">
                  <a:avLst/>
                </a:prstGeom>
                <a:blipFill>
                  <a:blip r:embed="rId10"/>
                  <a:stretch>
                    <a:fillRect t="-1415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F5281D7A-43FC-5FFA-9BF0-E0C9C79F4053}"/>
              </a:ext>
            </a:extLst>
          </p:cNvPr>
          <p:cNvGrpSpPr/>
          <p:nvPr/>
        </p:nvGrpSpPr>
        <p:grpSpPr>
          <a:xfrm>
            <a:off x="6274617" y="3675756"/>
            <a:ext cx="1703263" cy="1180980"/>
            <a:chOff x="5446623" y="12806756"/>
            <a:chExt cx="1703263" cy="1180980"/>
          </a:xfrm>
        </p:grpSpPr>
        <p:sp>
          <p:nvSpPr>
            <p:cNvPr id="41" name="CuadroTexto 1">
              <a:extLst>
                <a:ext uri="{FF2B5EF4-FFF2-40B4-BE49-F238E27FC236}">
                  <a16:creationId xmlns:a16="http://schemas.microsoft.com/office/drawing/2014/main" id="{F12E0144-C094-9FA9-CE3E-FFD2D4C3B450}"/>
                </a:ext>
              </a:extLst>
            </p:cNvPr>
            <p:cNvSpPr txBox="1"/>
            <p:nvPr/>
          </p:nvSpPr>
          <p:spPr>
            <a:xfrm>
              <a:off x="5446623" y="13106785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42" name="CuadroTexto 1">
              <a:extLst>
                <a:ext uri="{FF2B5EF4-FFF2-40B4-BE49-F238E27FC236}">
                  <a16:creationId xmlns:a16="http://schemas.microsoft.com/office/drawing/2014/main" id="{FACFE99A-EF29-9CF6-375C-E3928B394258}"/>
                </a:ext>
              </a:extLst>
            </p:cNvPr>
            <p:cNvSpPr txBox="1"/>
            <p:nvPr/>
          </p:nvSpPr>
          <p:spPr>
            <a:xfrm>
              <a:off x="5974023" y="12806756"/>
              <a:ext cx="8650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</a:t>
              </a:r>
            </a:p>
          </p:txBody>
        </p: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E07CCA74-EDFE-08A0-068C-80677761C384}"/>
                </a:ext>
              </a:extLst>
            </p:cNvPr>
            <p:cNvCxnSpPr>
              <a:cxnSpLocks/>
            </p:cNvCxnSpPr>
            <p:nvPr/>
          </p:nvCxnSpPr>
          <p:spPr>
            <a:xfrm>
              <a:off x="6044395" y="13433164"/>
              <a:ext cx="7242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1">
              <a:extLst>
                <a:ext uri="{FF2B5EF4-FFF2-40B4-BE49-F238E27FC236}">
                  <a16:creationId xmlns:a16="http://schemas.microsoft.com/office/drawing/2014/main" id="{374E9CA2-DF8E-358E-2A8F-18561D9D2700}"/>
                </a:ext>
              </a:extLst>
            </p:cNvPr>
            <p:cNvSpPr txBox="1"/>
            <p:nvPr/>
          </p:nvSpPr>
          <p:spPr>
            <a:xfrm>
              <a:off x="5663194" y="13341405"/>
              <a:ext cx="14866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</a:p>
          </p:txBody>
        </p:sp>
      </p:grpSp>
      <p:sp>
        <p:nvSpPr>
          <p:cNvPr id="45" name="CuadroTexto 1">
            <a:extLst>
              <a:ext uri="{FF2B5EF4-FFF2-40B4-BE49-F238E27FC236}">
                <a16:creationId xmlns:a16="http://schemas.microsoft.com/office/drawing/2014/main" id="{58F7F112-5D4D-B76C-DB97-17A0948C3ADB}"/>
              </a:ext>
            </a:extLst>
          </p:cNvPr>
          <p:cNvSpPr txBox="1"/>
          <p:nvPr/>
        </p:nvSpPr>
        <p:spPr>
          <a:xfrm>
            <a:off x="4005818" y="2662615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: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45EDA23-9B50-0F1E-9C63-FF64EC06B2BD}"/>
              </a:ext>
            </a:extLst>
          </p:cNvPr>
          <p:cNvCxnSpPr>
            <a:cxnSpLocks/>
          </p:cNvCxnSpPr>
          <p:nvPr/>
        </p:nvCxnSpPr>
        <p:spPr>
          <a:xfrm>
            <a:off x="6899231" y="2790886"/>
            <a:ext cx="567951" cy="458664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EA67D6EA-8329-8395-7D61-15A6E64B4B7F}"/>
              </a:ext>
            </a:extLst>
          </p:cNvPr>
          <p:cNvCxnSpPr>
            <a:cxnSpLocks/>
          </p:cNvCxnSpPr>
          <p:nvPr/>
        </p:nvCxnSpPr>
        <p:spPr>
          <a:xfrm flipV="1">
            <a:off x="6884144" y="2709574"/>
            <a:ext cx="568918" cy="52637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1">
            <a:extLst>
              <a:ext uri="{FF2B5EF4-FFF2-40B4-BE49-F238E27FC236}">
                <a16:creationId xmlns:a16="http://schemas.microsoft.com/office/drawing/2014/main" id="{DE73F4D3-A24A-6ABC-5CC0-0EFEF7086B2B}"/>
              </a:ext>
            </a:extLst>
          </p:cNvPr>
          <p:cNvSpPr txBox="1"/>
          <p:nvPr/>
        </p:nvSpPr>
        <p:spPr>
          <a:xfrm>
            <a:off x="6800068" y="2662157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F7D25066-59DD-4F34-3E87-99C35CAC3B33}"/>
                  </a:ext>
                </a:extLst>
              </p:cNvPr>
              <p:cNvSpPr txBox="1"/>
              <p:nvPr/>
            </p:nvSpPr>
            <p:spPr>
              <a:xfrm>
                <a:off x="4096263" y="4203627"/>
                <a:ext cx="24297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3</a:t>
                </a:r>
              </a:p>
            </p:txBody>
          </p:sp>
        </mc:Choice>
        <mc:Fallback xmlns="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F7D25066-59DD-4F34-3E87-99C35CAC3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263" y="4203627"/>
                <a:ext cx="2429742" cy="646331"/>
              </a:xfrm>
              <a:prstGeom prst="rect">
                <a:avLst/>
              </a:prstGeom>
              <a:blipFill>
                <a:blip r:embed="rId11"/>
                <a:stretch>
                  <a:fillRect t="-15094" b="-34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1">
                <a:extLst>
                  <a:ext uri="{FF2B5EF4-FFF2-40B4-BE49-F238E27FC236}">
                    <a16:creationId xmlns:a16="http://schemas.microsoft.com/office/drawing/2014/main" id="{349C1A9B-1AFD-A4F7-80F5-BCF47DA1B2F9}"/>
                  </a:ext>
                </a:extLst>
              </p:cNvPr>
              <p:cNvSpPr txBox="1"/>
              <p:nvPr/>
            </p:nvSpPr>
            <p:spPr>
              <a:xfrm>
                <a:off x="4318697" y="3690140"/>
                <a:ext cx="19966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2</a:t>
                </a:r>
              </a:p>
            </p:txBody>
          </p:sp>
        </mc:Choice>
        <mc:Fallback xmlns="">
          <p:sp>
            <p:nvSpPr>
              <p:cNvPr id="95" name="CuadroTexto 1">
                <a:extLst>
                  <a:ext uri="{FF2B5EF4-FFF2-40B4-BE49-F238E27FC236}">
                    <a16:creationId xmlns:a16="http://schemas.microsoft.com/office/drawing/2014/main" id="{349C1A9B-1AFD-A4F7-80F5-BCF47DA1B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697" y="3690140"/>
                <a:ext cx="1996629" cy="646331"/>
              </a:xfrm>
              <a:prstGeom prst="rect">
                <a:avLst/>
              </a:prstGeom>
              <a:blipFill>
                <a:blip r:embed="rId12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A0474EC0-B765-2561-A5A6-A7B6F19AD0F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9C1501E-976D-5EA6-1495-CDA73FCC87A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9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/>
      <p:bldP spid="45" grpId="0"/>
      <p:bldP spid="48" grpId="0"/>
      <p:bldP spid="49" grpId="0"/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631215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Cuando dividimos dos fracciones, </a:t>
            </a:r>
            <a:r>
              <a:rPr lang="es-ES" sz="2000" b="1" dirty="0">
                <a:solidFill>
                  <a:srgbClr val="4E95D9"/>
                </a:solidFill>
              </a:rPr>
              <a:t>multiplicamos los números que están en los extremos </a:t>
            </a:r>
            <a:r>
              <a:rPr lang="es-ES" sz="2000" b="1" dirty="0"/>
              <a:t>(el numerador de la primera fracción con el denominador de la segunda) </a:t>
            </a:r>
            <a:r>
              <a:rPr lang="es-ES" sz="2000" b="1" dirty="0">
                <a:solidFill>
                  <a:srgbClr val="4E95D9"/>
                </a:solidFill>
              </a:rPr>
              <a:t>y colocamos el resultado en el numerador</a:t>
            </a:r>
            <a:r>
              <a:rPr lang="es-ES" sz="2000" b="1" dirty="0"/>
              <a:t>. Luego, </a:t>
            </a:r>
            <a:r>
              <a:rPr lang="es-ES" sz="2000" b="1" dirty="0">
                <a:solidFill>
                  <a:srgbClr val="4E95D9"/>
                </a:solidFill>
              </a:rPr>
              <a:t>multiplicamos los números que están más cerca entre sí </a:t>
            </a:r>
            <a:r>
              <a:rPr lang="es-ES" sz="2000" b="1" dirty="0"/>
              <a:t>(el denominador de la primera fracción con el numerador de la segunda)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 </a:t>
            </a:r>
            <a:r>
              <a:rPr lang="es-ES" sz="2000" b="1" dirty="0">
                <a:solidFill>
                  <a:srgbClr val="4E95D9"/>
                </a:solidFill>
              </a:rPr>
              <a:t>colocamos ese resultado en el denominador.</a:t>
            </a:r>
            <a:endParaRPr lang="es-ES" sz="2000" b="1" dirty="0">
              <a:solidFill>
                <a:srgbClr val="4E95D9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4BFACD43-F2AB-DB74-46EE-C30F3F918C01}"/>
              </a:ext>
            </a:extLst>
          </p:cNvPr>
          <p:cNvSpPr txBox="1"/>
          <p:nvPr/>
        </p:nvSpPr>
        <p:spPr>
          <a:xfrm>
            <a:off x="535085" y="2781818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i="1" dirty="0"/>
              <a:t>Un frasco de perfume tiene una capacidad de 3/20 de litro. ¿Cuántos frascos se llenan con un bidón que contiene cuatro litros y medio (9/2 litros)?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9AADDBA-CEF4-93D8-F888-D1DCFE524557}"/>
                  </a:ext>
                </a:extLst>
              </p:cNvPr>
              <p:cNvSpPr txBox="1"/>
              <p:nvPr/>
            </p:nvSpPr>
            <p:spPr>
              <a:xfrm>
                <a:off x="3745006" y="3697224"/>
                <a:ext cx="4701987" cy="16414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E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den>
                      </m:f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∙3</m:t>
                          </m:r>
                        </m:den>
                      </m:f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s-ES" sz="32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9AADDBA-CEF4-93D8-F888-D1DCFE524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006" y="3697224"/>
                <a:ext cx="4701987" cy="16414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o 4">
            <a:extLst>
              <a:ext uri="{FF2B5EF4-FFF2-40B4-BE49-F238E27FC236}">
                <a16:creationId xmlns:a16="http://schemas.microsoft.com/office/drawing/2014/main" id="{693CD2C1-971C-B920-358D-F6EB01D66544}"/>
              </a:ext>
            </a:extLst>
          </p:cNvPr>
          <p:cNvSpPr/>
          <p:nvPr/>
        </p:nvSpPr>
        <p:spPr>
          <a:xfrm>
            <a:off x="3505200" y="3918224"/>
            <a:ext cx="1488141" cy="1308846"/>
          </a:xfrm>
          <a:prstGeom prst="arc">
            <a:avLst>
              <a:gd name="adj1" fmla="val 6732626"/>
              <a:gd name="adj2" fmla="val 15097290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Arco 7">
            <a:extLst>
              <a:ext uri="{FF2B5EF4-FFF2-40B4-BE49-F238E27FC236}">
                <a16:creationId xmlns:a16="http://schemas.microsoft.com/office/drawing/2014/main" id="{4A52B075-16CC-10EF-AF31-143D89344E7D}"/>
              </a:ext>
            </a:extLst>
          </p:cNvPr>
          <p:cNvSpPr/>
          <p:nvPr/>
        </p:nvSpPr>
        <p:spPr>
          <a:xfrm>
            <a:off x="3781425" y="4297299"/>
            <a:ext cx="507108" cy="538929"/>
          </a:xfrm>
          <a:prstGeom prst="arc">
            <a:avLst>
              <a:gd name="adj1" fmla="val 4278990"/>
              <a:gd name="adj2" fmla="val 17310167"/>
            </a:avLst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57172B7-2DEE-E251-DEDE-BE8E6FEFED05}"/>
              </a:ext>
            </a:extLst>
          </p:cNvPr>
          <p:cNvSpPr txBox="1"/>
          <p:nvPr/>
        </p:nvSpPr>
        <p:spPr>
          <a:xfrm>
            <a:off x="3158266" y="4382097"/>
            <a:ext cx="44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x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D40ED3F-B040-EC58-B512-8BFAEAE45E81}"/>
              </a:ext>
            </a:extLst>
          </p:cNvPr>
          <p:cNvSpPr txBox="1"/>
          <p:nvPr/>
        </p:nvSpPr>
        <p:spPr>
          <a:xfrm>
            <a:off x="3451636" y="4382097"/>
            <a:ext cx="44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29D289-17E3-E163-BEF3-58D5C93B6DE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09436B1-4E48-24FB-0A69-C3C278DE72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908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/>
      <p:bldP spid="4" grpId="0"/>
      <p:bldP spid="5" grpId="0" animBg="1"/>
      <p:bldP spid="8" grpId="0" animBg="1"/>
      <p:bldP spid="12" grpId="0"/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1811A51-F1C8-4A72-A73F-CCFAA5869F78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OUTPUT_FOLDER" val="[[&quot;\uFFFD\/\uFFFD\uFFFD{21D528DD-60A0-4F5B-BB24-A0E5BDBD4B43}&quot;,&quot;C:\\Users\\34717\\Desktop\\Apuntes\\3 ESO\\1. Fracciones y decimales&quot;]]"/>
  <p:tag name="ISPRING_ULTRA_SCORM_COURCE_TITLE" val="4. División de fraccion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4. División de fraccion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CD0BC3B-3314-4300-A935-84B9F6B37E2C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228AEE2-BB85-4D69-8466-ACA4953AC3B7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8C7E0C-8DE4-4596-A51F-1CE99AE4B7AD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265</Words>
  <Application>Microsoft Office PowerPoint</Application>
  <PresentationFormat>Panorámica</PresentationFormat>
  <Paragraphs>60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División de fracciones</dc:title>
  <dc:creator>Illán Linos Souto</dc:creator>
  <cp:lastModifiedBy>Illán Linos</cp:lastModifiedBy>
  <cp:revision>44</cp:revision>
  <dcterms:created xsi:type="dcterms:W3CDTF">2024-08-18T18:48:07Z</dcterms:created>
  <dcterms:modified xsi:type="dcterms:W3CDTF">2025-11-20T16:05:09Z</dcterms:modified>
</cp:coreProperties>
</file>
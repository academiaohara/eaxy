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31563-7D24-4D0E-8304-50EFDBCD5039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FEFC7-400A-471E-B719-34FE41FF98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61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FEFC7-400A-471E-B719-34FE41FF9894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8067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EEA7333-76FF-65D2-463D-815EE19913CD}"/>
              </a:ext>
            </a:extLst>
          </p:cNvPr>
          <p:cNvSpPr txBox="1"/>
          <p:nvPr/>
        </p:nvSpPr>
        <p:spPr>
          <a:xfrm>
            <a:off x="681461" y="1070544"/>
            <a:ext cx="2572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ÁREAS CIRCULARES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50B08E8-977E-4A54-D380-EDDF72808FC3}"/>
              </a:ext>
            </a:extLst>
          </p:cNvPr>
          <p:cNvSpPr/>
          <p:nvPr/>
        </p:nvSpPr>
        <p:spPr>
          <a:xfrm>
            <a:off x="536482" y="120784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5F1A70D-A69B-B878-7AC5-098DD284D108}"/>
              </a:ext>
            </a:extLst>
          </p:cNvPr>
          <p:cNvSpPr/>
          <p:nvPr/>
        </p:nvSpPr>
        <p:spPr>
          <a:xfrm>
            <a:off x="2530288" y="1928305"/>
            <a:ext cx="1219200" cy="12192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DE741C97-234C-3677-9E7A-1C610808EF0A}"/>
              </a:ext>
            </a:extLst>
          </p:cNvPr>
          <p:cNvGrpSpPr/>
          <p:nvPr/>
        </p:nvGrpSpPr>
        <p:grpSpPr>
          <a:xfrm>
            <a:off x="5486400" y="1928304"/>
            <a:ext cx="1223962" cy="1219201"/>
            <a:chOff x="5486400" y="1928304"/>
            <a:chExt cx="1223962" cy="1219201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452C39BE-8AE6-BFFD-BD2F-F570054CB614}"/>
                </a:ext>
              </a:extLst>
            </p:cNvPr>
            <p:cNvSpPr/>
            <p:nvPr/>
          </p:nvSpPr>
          <p:spPr>
            <a:xfrm>
              <a:off x="5491162" y="1928304"/>
              <a:ext cx="1219200" cy="1219200"/>
            </a:xfrm>
            <a:prstGeom prst="ellipse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C30CA782-5C8E-6E0A-39E3-564467FC46A3}"/>
                </a:ext>
              </a:extLst>
            </p:cNvPr>
            <p:cNvSpPr/>
            <p:nvPr/>
          </p:nvSpPr>
          <p:spPr>
            <a:xfrm>
              <a:off x="5486400" y="1928305"/>
              <a:ext cx="1219200" cy="1219200"/>
            </a:xfrm>
            <a:prstGeom prst="arc">
              <a:avLst>
                <a:gd name="adj1" fmla="val 968660"/>
                <a:gd name="adj2" fmla="val 9843276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8" name="Círculo: vacío 7">
            <a:extLst>
              <a:ext uri="{FF2B5EF4-FFF2-40B4-BE49-F238E27FC236}">
                <a16:creationId xmlns:a16="http://schemas.microsoft.com/office/drawing/2014/main" id="{D5F764CB-C0F5-5362-3F91-95B198DFA49B}"/>
              </a:ext>
            </a:extLst>
          </p:cNvPr>
          <p:cNvSpPr/>
          <p:nvPr/>
        </p:nvSpPr>
        <p:spPr>
          <a:xfrm>
            <a:off x="8442512" y="1928305"/>
            <a:ext cx="1219200" cy="1219200"/>
          </a:xfrm>
          <a:prstGeom prst="donut">
            <a:avLst>
              <a:gd name="adj" fmla="val 2123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7772AA-A0E7-5B35-C27B-EB6C2A6F0B12}"/>
              </a:ext>
            </a:extLst>
          </p:cNvPr>
          <p:cNvSpPr txBox="1"/>
          <p:nvPr/>
        </p:nvSpPr>
        <p:spPr>
          <a:xfrm>
            <a:off x="2311773" y="1553139"/>
            <a:ext cx="165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CÍRCULO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6B47327-D8D2-AE52-8CD2-46CAE52D24C5}"/>
              </a:ext>
            </a:extLst>
          </p:cNvPr>
          <p:cNvSpPr txBox="1"/>
          <p:nvPr/>
        </p:nvSpPr>
        <p:spPr>
          <a:xfrm>
            <a:off x="4825813" y="1553139"/>
            <a:ext cx="2540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SECTOR CIRCULAR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45A2D50-70AE-33B0-A155-A8C95DF9DDC8}"/>
              </a:ext>
            </a:extLst>
          </p:cNvPr>
          <p:cNvSpPr txBox="1"/>
          <p:nvPr/>
        </p:nvSpPr>
        <p:spPr>
          <a:xfrm>
            <a:off x="7614957" y="1553139"/>
            <a:ext cx="287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CORONA CIRCULAR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C8C8942-1D07-AE45-AB36-14D4FE12A225}"/>
                  </a:ext>
                </a:extLst>
              </p:cNvPr>
              <p:cNvSpPr txBox="1"/>
              <p:nvPr/>
            </p:nvSpPr>
            <p:spPr>
              <a:xfrm>
                <a:off x="2632922" y="3271617"/>
                <a:ext cx="1013931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C8C8942-1D07-AE45-AB36-14D4FE12A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2922" y="3271617"/>
                <a:ext cx="1013931" cy="314766"/>
              </a:xfrm>
              <a:prstGeom prst="rect">
                <a:avLst/>
              </a:prstGeom>
              <a:blipFill>
                <a:blip r:embed="rId6"/>
                <a:stretch>
                  <a:fillRect l="-4819" r="-2410" b="-980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64B1AA-0770-35C0-CA8C-703833D5F84B}"/>
                  </a:ext>
                </a:extLst>
              </p:cNvPr>
              <p:cNvSpPr txBox="1"/>
              <p:nvPr/>
            </p:nvSpPr>
            <p:spPr>
              <a:xfrm>
                <a:off x="5265131" y="3225901"/>
                <a:ext cx="1661737" cy="5315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</m:num>
                        <m:den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𝟑𝟔𝟎</m:t>
                          </m:r>
                        </m:den>
                      </m:f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2F64B1AA-0770-35C0-CA8C-703833D5F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5131" y="3225901"/>
                <a:ext cx="1661737" cy="5315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/>
              <p:nvPr/>
            </p:nvSpPr>
            <p:spPr>
              <a:xfrm>
                <a:off x="8135770" y="3272118"/>
                <a:ext cx="1832681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  <m:sup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E5D437DC-859D-9BA6-242A-614B75499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770" y="3272118"/>
                <a:ext cx="1832681" cy="314766"/>
              </a:xfrm>
              <a:prstGeom prst="rect">
                <a:avLst/>
              </a:prstGeom>
              <a:blipFill>
                <a:blip r:embed="rId8"/>
                <a:stretch>
                  <a:fillRect l="-2667" r="-4667" b="-392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9CB2CC2-0756-FFD8-DCA6-C6F7900B7523}"/>
                  </a:ext>
                </a:extLst>
              </p:cNvPr>
              <p:cNvSpPr txBox="1"/>
              <p:nvPr/>
            </p:nvSpPr>
            <p:spPr>
              <a:xfrm>
                <a:off x="7234070" y="5197954"/>
                <a:ext cx="10674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s-E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𝒂𝒃</m:t>
                      </m:r>
                    </m:oMath>
                  </m:oMathPara>
                </a14:m>
                <a:endParaRPr lang="es-ES" sz="2000" b="1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9CB2CC2-0756-FFD8-DCA6-C6F7900B7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070" y="5197954"/>
                <a:ext cx="1067408" cy="307777"/>
              </a:xfrm>
              <a:prstGeom prst="rect">
                <a:avLst/>
              </a:prstGeom>
              <a:blipFill>
                <a:blip r:embed="rId9"/>
                <a:stretch>
                  <a:fillRect l="-4571" r="-5143" b="-12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!CuadroTexto 1">
            <a:extLst>
              <a:ext uri="{FF2B5EF4-FFF2-40B4-BE49-F238E27FC236}">
                <a16:creationId xmlns:a16="http://schemas.microsoft.com/office/drawing/2014/main" id="{FE99533F-8DCD-C75A-DCD8-8C6645FA333A}"/>
              </a:ext>
            </a:extLst>
          </p:cNvPr>
          <p:cNvSpPr txBox="1"/>
          <p:nvPr/>
        </p:nvSpPr>
        <p:spPr>
          <a:xfrm>
            <a:off x="706674" y="3947094"/>
            <a:ext cx="2572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ÁREA DE LA ELIPSE</a:t>
            </a:r>
            <a:endParaRPr lang="es-ES" sz="2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CC2FF2E-7DB1-827C-A805-D7B43DCE5FF9}"/>
              </a:ext>
            </a:extLst>
          </p:cNvPr>
          <p:cNvSpPr/>
          <p:nvPr/>
        </p:nvSpPr>
        <p:spPr>
          <a:xfrm>
            <a:off x="561695" y="4084396"/>
            <a:ext cx="125506" cy="12550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8378AB0-DD36-7243-8048-E701B8327589}"/>
              </a:ext>
            </a:extLst>
          </p:cNvPr>
          <p:cNvSpPr/>
          <p:nvPr/>
        </p:nvSpPr>
        <p:spPr>
          <a:xfrm>
            <a:off x="2810852" y="4545141"/>
            <a:ext cx="3686175" cy="161340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90AAE61-8513-2925-8204-850192D71B3C}"/>
              </a:ext>
            </a:extLst>
          </p:cNvPr>
          <p:cNvCxnSpPr>
            <a:stCxn id="19" idx="2"/>
            <a:endCxn id="19" idx="6"/>
          </p:cNvCxnSpPr>
          <p:nvPr/>
        </p:nvCxnSpPr>
        <p:spPr>
          <a:xfrm>
            <a:off x="2810852" y="5351843"/>
            <a:ext cx="368617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2DDF670A-F54A-CFC3-A130-B02C1DF6308D}"/>
              </a:ext>
            </a:extLst>
          </p:cNvPr>
          <p:cNvCxnSpPr>
            <a:stCxn id="19" idx="0"/>
            <a:endCxn id="19" idx="4"/>
          </p:cNvCxnSpPr>
          <p:nvPr/>
        </p:nvCxnSpPr>
        <p:spPr>
          <a:xfrm>
            <a:off x="4653940" y="4545141"/>
            <a:ext cx="0" cy="16134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2D011747-449E-1F13-4982-335E41D1D14B}"/>
              </a:ext>
            </a:extLst>
          </p:cNvPr>
          <p:cNvCxnSpPr/>
          <p:nvPr/>
        </p:nvCxnSpPr>
        <p:spPr>
          <a:xfrm>
            <a:off x="4699000" y="5254625"/>
            <a:ext cx="1755775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9B313A5-2243-24F7-A97A-B63B1DC568DF}"/>
              </a:ext>
            </a:extLst>
          </p:cNvPr>
          <p:cNvSpPr txBox="1"/>
          <p:nvPr/>
        </p:nvSpPr>
        <p:spPr>
          <a:xfrm>
            <a:off x="5402262" y="4933903"/>
            <a:ext cx="36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a</a:t>
            </a: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BE177D8-335C-B360-3465-75A082E58986}"/>
              </a:ext>
            </a:extLst>
          </p:cNvPr>
          <p:cNvCxnSpPr/>
          <p:nvPr/>
        </p:nvCxnSpPr>
        <p:spPr>
          <a:xfrm>
            <a:off x="4505325" y="4545141"/>
            <a:ext cx="0" cy="786478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63A4BA0-4635-14EC-AEE6-1437459EC247}"/>
              </a:ext>
            </a:extLst>
          </p:cNvPr>
          <p:cNvSpPr txBox="1"/>
          <p:nvPr/>
        </p:nvSpPr>
        <p:spPr>
          <a:xfrm>
            <a:off x="4175918" y="4756874"/>
            <a:ext cx="36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6" grpId="0" animBg="1"/>
      <p:bldP spid="8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 animBg="1"/>
      <p:bldP spid="27" grpId="0"/>
      <p:bldP spid="3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EFFBC30-1F08-40EC-84CC-CD70258E2B54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3 ESO\\9. Problemas métricos en el plano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7. Áreas de figuras curvas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14AE5B9-9649-4C78-860C-DECCBE7FCE84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</TotalTime>
  <Words>43</Words>
  <Application>Microsoft Office PowerPoint</Application>
  <PresentationFormat>Panorámica</PresentationFormat>
  <Paragraphs>13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Áreas de figuras curvas</dc:title>
  <dc:creator>Illán Linos Souto</dc:creator>
  <cp:lastModifiedBy>Illán Linos</cp:lastModifiedBy>
  <cp:revision>107</cp:revision>
  <dcterms:created xsi:type="dcterms:W3CDTF">2024-08-18T18:48:07Z</dcterms:created>
  <dcterms:modified xsi:type="dcterms:W3CDTF">2025-11-20T22:18:27Z</dcterms:modified>
</cp:coreProperties>
</file>
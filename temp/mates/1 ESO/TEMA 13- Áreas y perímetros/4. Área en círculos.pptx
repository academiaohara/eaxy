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custDataLst>
    <p:tags r:id="rId1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0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9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41E8F-4FDC-4FB1-B632-E15F4E3D438E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C6BBB-F610-4349-9E7D-9F52D7C9A1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465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7122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1934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3887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7349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2993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6588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2333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2113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5986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9877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424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7109711"/>
                  </p:ext>
                </p:extLst>
              </p:nvPr>
            </p:nvGraphicFramePr>
            <p:xfrm>
              <a:off x="475306" y="2456328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2456328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96360" y="241659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CUADRILÁTEROS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96360" y="3186519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TRIÁNGULOS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57862292"/>
                  </p:ext>
                </p:extLst>
              </p:nvPr>
            </p:nvGraphicFramePr>
            <p:xfrm>
              <a:off x="465829" y="4716636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829" y="4716636"/>
                <a:ext cx="463450" cy="61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5117122"/>
                  </p:ext>
                </p:extLst>
              </p:nvPr>
            </p:nvGraphicFramePr>
            <p:xfrm>
              <a:off x="475306" y="398273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98273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7762E2A-4553-6E26-EEB5-4C2E81B6A66A}"/>
              </a:ext>
            </a:extLst>
          </p:cNvPr>
          <p:cNvSpPr txBox="1"/>
          <p:nvPr/>
        </p:nvSpPr>
        <p:spPr>
          <a:xfrm>
            <a:off x="996360" y="3939545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POLÍGONOS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64606746"/>
                  </p:ext>
                </p:extLst>
              </p:nvPr>
            </p:nvGraphicFramePr>
            <p:xfrm>
              <a:off x="475306" y="3235787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235787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D8214812-FECE-B5B0-54C5-46EB45E66B9A}"/>
              </a:ext>
            </a:extLst>
          </p:cNvPr>
          <p:cNvSpPr txBox="1"/>
          <p:nvPr/>
        </p:nvSpPr>
        <p:spPr>
          <a:xfrm>
            <a:off x="996360" y="470153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CÍRCULOS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3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3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5" grpId="0"/>
      <p:bldP spid="4" grpId="0"/>
      <p:bldP spid="12" grpId="0"/>
      <p:bldP spid="1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717DA0D-9B57-DF24-1123-8724EB1620AD}"/>
              </a:ext>
            </a:extLst>
          </p:cNvPr>
          <p:cNvCxnSpPr>
            <a:cxnSpLocks/>
          </p:cNvCxnSpPr>
          <p:nvPr/>
        </p:nvCxnSpPr>
        <p:spPr>
          <a:xfrm flipV="1">
            <a:off x="3544107" y="241151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AAEF453A-B3C5-551B-B580-A2EE3E7BDA81}"/>
              </a:ext>
            </a:extLst>
          </p:cNvPr>
          <p:cNvSpPr/>
          <p:nvPr/>
        </p:nvSpPr>
        <p:spPr>
          <a:xfrm>
            <a:off x="3544107" y="2504916"/>
            <a:ext cx="1142992" cy="1142992"/>
          </a:xfrm>
          <a:prstGeom prst="ellipse">
            <a:avLst/>
          </a:prstGeom>
          <a:noFill/>
          <a:ln w="28575">
            <a:solidFill>
              <a:srgbClr val="9579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ED1F2D9-94B2-AAEB-7136-4B60FE30DCE4}"/>
              </a:ext>
            </a:extLst>
          </p:cNvPr>
          <p:cNvCxnSpPr>
            <a:cxnSpLocks/>
          </p:cNvCxnSpPr>
          <p:nvPr/>
        </p:nvCxnSpPr>
        <p:spPr>
          <a:xfrm flipV="1">
            <a:off x="4687099" y="241151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A42FE9E0-74C7-D1B3-293D-C1AD8050F988}"/>
              </a:ext>
            </a:extLst>
          </p:cNvPr>
          <p:cNvSpPr/>
          <p:nvPr/>
        </p:nvSpPr>
        <p:spPr>
          <a:xfrm>
            <a:off x="4687099" y="2504916"/>
            <a:ext cx="1142992" cy="1142992"/>
          </a:xfrm>
          <a:prstGeom prst="ellipse">
            <a:avLst/>
          </a:prstGeom>
          <a:noFill/>
          <a:ln w="28575">
            <a:solidFill>
              <a:srgbClr val="9579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BF7B594-766E-7959-5AD5-3C3BEB49E474}"/>
              </a:ext>
            </a:extLst>
          </p:cNvPr>
          <p:cNvCxnSpPr>
            <a:cxnSpLocks/>
          </p:cNvCxnSpPr>
          <p:nvPr/>
        </p:nvCxnSpPr>
        <p:spPr>
          <a:xfrm flipV="1">
            <a:off x="5830091" y="241151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38206E8D-C420-AAF8-7D7C-6DDDA90666CE}"/>
              </a:ext>
            </a:extLst>
          </p:cNvPr>
          <p:cNvSpPr/>
          <p:nvPr/>
        </p:nvSpPr>
        <p:spPr>
          <a:xfrm>
            <a:off x="5830090" y="2504916"/>
            <a:ext cx="1142992" cy="1142992"/>
          </a:xfrm>
          <a:prstGeom prst="ellipse">
            <a:avLst/>
          </a:prstGeom>
          <a:noFill/>
          <a:ln w="28575">
            <a:solidFill>
              <a:srgbClr val="9579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DF6A893-8009-AAA7-622F-87A6E1DE7E09}"/>
              </a:ext>
            </a:extLst>
          </p:cNvPr>
          <p:cNvCxnSpPr>
            <a:cxnSpLocks/>
          </p:cNvCxnSpPr>
          <p:nvPr/>
        </p:nvCxnSpPr>
        <p:spPr>
          <a:xfrm flipV="1">
            <a:off x="6973082" y="241151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5EE07FB7-1EDF-A030-A722-8C76D4ED030F}"/>
              </a:ext>
            </a:extLst>
          </p:cNvPr>
          <p:cNvSpPr/>
          <p:nvPr/>
        </p:nvSpPr>
        <p:spPr>
          <a:xfrm>
            <a:off x="6973081" y="2504916"/>
            <a:ext cx="1142992" cy="1142992"/>
          </a:xfrm>
          <a:prstGeom prst="ellipse">
            <a:avLst/>
          </a:prstGeom>
          <a:noFill/>
          <a:ln w="28575">
            <a:solidFill>
              <a:srgbClr val="9579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77AA173-EEFF-D505-4AD7-3F18E5C51373}"/>
              </a:ext>
            </a:extLst>
          </p:cNvPr>
          <p:cNvCxnSpPr>
            <a:cxnSpLocks/>
          </p:cNvCxnSpPr>
          <p:nvPr/>
        </p:nvCxnSpPr>
        <p:spPr>
          <a:xfrm flipV="1">
            <a:off x="8116073" y="241151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01967EE-C2E2-EFD0-6541-F8961EA15F8E}"/>
              </a:ext>
            </a:extLst>
          </p:cNvPr>
          <p:cNvSpPr txBox="1"/>
          <p:nvPr/>
        </p:nvSpPr>
        <p:spPr>
          <a:xfrm>
            <a:off x="3358369" y="206073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4BE69BD-A189-3922-F756-C16A37D2C1D1}"/>
              </a:ext>
            </a:extLst>
          </p:cNvPr>
          <p:cNvSpPr txBox="1"/>
          <p:nvPr/>
        </p:nvSpPr>
        <p:spPr>
          <a:xfrm>
            <a:off x="4501360" y="206073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F31D2D0-6DF4-DA27-E688-53E9F8FAB10E}"/>
              </a:ext>
            </a:extLst>
          </p:cNvPr>
          <p:cNvSpPr txBox="1"/>
          <p:nvPr/>
        </p:nvSpPr>
        <p:spPr>
          <a:xfrm>
            <a:off x="5644350" y="206073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1057F41-EFCB-BB90-EBD0-2D513B3C6F47}"/>
              </a:ext>
            </a:extLst>
          </p:cNvPr>
          <p:cNvSpPr txBox="1"/>
          <p:nvPr/>
        </p:nvSpPr>
        <p:spPr>
          <a:xfrm>
            <a:off x="6787340" y="206073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B93932D-3A38-FF4C-E155-33A0F4E0ADFD}"/>
              </a:ext>
            </a:extLst>
          </p:cNvPr>
          <p:cNvSpPr txBox="1"/>
          <p:nvPr/>
        </p:nvSpPr>
        <p:spPr>
          <a:xfrm>
            <a:off x="7930330" y="206073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E3C41C0-014B-8290-EC40-EDB7335B85DA}"/>
              </a:ext>
            </a:extLst>
          </p:cNvPr>
          <p:cNvCxnSpPr>
            <a:cxnSpLocks/>
          </p:cNvCxnSpPr>
          <p:nvPr/>
        </p:nvCxnSpPr>
        <p:spPr>
          <a:xfrm>
            <a:off x="3072620" y="3670646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0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500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0" animBg="1"/>
      <p:bldP spid="11" grpId="0" animBg="1"/>
      <p:bldP spid="14" grpId="0" animBg="1"/>
      <p:bldP spid="17" grpId="0" animBg="1"/>
      <p:bldP spid="20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57B8B78-31F2-87A2-10F3-38110733E8A5}"/>
              </a:ext>
            </a:extLst>
          </p:cNvPr>
          <p:cNvCxnSpPr>
            <a:cxnSpLocks/>
          </p:cNvCxnSpPr>
          <p:nvPr/>
        </p:nvCxnSpPr>
        <p:spPr>
          <a:xfrm flipV="1">
            <a:off x="3544108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E8EDC87D-FE29-4D89-C60A-3107D122D85E}"/>
              </a:ext>
            </a:extLst>
          </p:cNvPr>
          <p:cNvCxnSpPr>
            <a:cxnSpLocks/>
          </p:cNvCxnSpPr>
          <p:nvPr/>
        </p:nvCxnSpPr>
        <p:spPr>
          <a:xfrm flipV="1">
            <a:off x="4687100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E1A059C-0480-619C-586A-A8CE536A1D87}"/>
              </a:ext>
            </a:extLst>
          </p:cNvPr>
          <p:cNvCxnSpPr>
            <a:cxnSpLocks/>
          </p:cNvCxnSpPr>
          <p:nvPr/>
        </p:nvCxnSpPr>
        <p:spPr>
          <a:xfrm flipV="1">
            <a:off x="5830092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19E0BE32-0199-A7BC-B00D-C041E9080DF8}"/>
              </a:ext>
            </a:extLst>
          </p:cNvPr>
          <p:cNvCxnSpPr>
            <a:cxnSpLocks/>
          </p:cNvCxnSpPr>
          <p:nvPr/>
        </p:nvCxnSpPr>
        <p:spPr>
          <a:xfrm flipV="1">
            <a:off x="6973083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6F706F6A-1A46-D06F-9D4F-AD3ADD0BE45B}"/>
              </a:ext>
            </a:extLst>
          </p:cNvPr>
          <p:cNvCxnSpPr>
            <a:cxnSpLocks/>
          </p:cNvCxnSpPr>
          <p:nvPr/>
        </p:nvCxnSpPr>
        <p:spPr>
          <a:xfrm flipV="1">
            <a:off x="8116074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DDF26C5-7AA8-4828-EFD8-53443924C24F}"/>
              </a:ext>
            </a:extLst>
          </p:cNvPr>
          <p:cNvSpPr txBox="1"/>
          <p:nvPr/>
        </p:nvSpPr>
        <p:spPr>
          <a:xfrm>
            <a:off x="3358370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7C32B8D-53AF-CFFF-3AA6-D6DA2C0C714A}"/>
              </a:ext>
            </a:extLst>
          </p:cNvPr>
          <p:cNvSpPr txBox="1"/>
          <p:nvPr/>
        </p:nvSpPr>
        <p:spPr>
          <a:xfrm>
            <a:off x="4501361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4BBB9E7-7745-5067-B3C1-2C6EAF6ABB05}"/>
              </a:ext>
            </a:extLst>
          </p:cNvPr>
          <p:cNvSpPr txBox="1"/>
          <p:nvPr/>
        </p:nvSpPr>
        <p:spPr>
          <a:xfrm>
            <a:off x="5644351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3F90C5B-65E6-6D59-E013-398B9C18AE25}"/>
              </a:ext>
            </a:extLst>
          </p:cNvPr>
          <p:cNvSpPr txBox="1"/>
          <p:nvPr/>
        </p:nvSpPr>
        <p:spPr>
          <a:xfrm>
            <a:off x="6787341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D47EFB8-4823-4D37-8AC5-5F7712BBB6C7}"/>
              </a:ext>
            </a:extLst>
          </p:cNvPr>
          <p:cNvSpPr txBox="1"/>
          <p:nvPr/>
        </p:nvSpPr>
        <p:spPr>
          <a:xfrm>
            <a:off x="7930331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32906F7B-F205-A871-1CD8-D99BE1AF81FB}"/>
              </a:ext>
            </a:extLst>
          </p:cNvPr>
          <p:cNvCxnSpPr>
            <a:cxnSpLocks/>
          </p:cNvCxnSpPr>
          <p:nvPr/>
        </p:nvCxnSpPr>
        <p:spPr>
          <a:xfrm>
            <a:off x="3072621" y="3670992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mbo 47">
            <a:extLst>
              <a:ext uri="{FF2B5EF4-FFF2-40B4-BE49-F238E27FC236}">
                <a16:creationId xmlns:a16="http://schemas.microsoft.com/office/drawing/2014/main" id="{33B9E5CC-04FC-FD50-F83E-EBE505EBCD6D}"/>
              </a:ext>
            </a:extLst>
          </p:cNvPr>
          <p:cNvSpPr/>
          <p:nvPr/>
        </p:nvSpPr>
        <p:spPr>
          <a:xfrm>
            <a:off x="3471876" y="3700909"/>
            <a:ext cx="139700" cy="241294"/>
          </a:xfrm>
          <a:prstGeom prst="diamond">
            <a:avLst/>
          </a:prstGeom>
          <a:solidFill>
            <a:srgbClr val="FFCC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140EEFCA-C247-854C-B6F6-D3BCF62D8C32}"/>
              </a:ext>
            </a:extLst>
          </p:cNvPr>
          <p:cNvGrpSpPr/>
          <p:nvPr/>
        </p:nvGrpSpPr>
        <p:grpSpPr>
          <a:xfrm>
            <a:off x="2972611" y="2496763"/>
            <a:ext cx="1142992" cy="1142992"/>
            <a:chOff x="2267760" y="5558041"/>
            <a:chExt cx="1142992" cy="1142992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5ECD89B5-FDA8-D66B-FB8D-4A7C7C295B42}"/>
                </a:ext>
              </a:extLst>
            </p:cNvPr>
            <p:cNvSpPr/>
            <p:nvPr/>
          </p:nvSpPr>
          <p:spPr>
            <a:xfrm>
              <a:off x="2267760" y="5558041"/>
              <a:ext cx="1142992" cy="1142992"/>
            </a:xfrm>
            <a:prstGeom prst="ellipse">
              <a:avLst/>
            </a:prstGeom>
            <a:noFill/>
            <a:ln w="28575">
              <a:solidFill>
                <a:srgbClr val="9579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Rombo 50">
              <a:extLst>
                <a:ext uri="{FF2B5EF4-FFF2-40B4-BE49-F238E27FC236}">
                  <a16:creationId xmlns:a16="http://schemas.microsoft.com/office/drawing/2014/main" id="{7415ADDD-A720-27FD-6866-621F997FCF76}"/>
                </a:ext>
              </a:extLst>
            </p:cNvPr>
            <p:cNvSpPr/>
            <p:nvPr/>
          </p:nvSpPr>
          <p:spPr>
            <a:xfrm>
              <a:off x="2767025" y="6430654"/>
              <a:ext cx="139700" cy="241294"/>
            </a:xfrm>
            <a:prstGeom prst="diamond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2" name="Rombo 51">
            <a:extLst>
              <a:ext uri="{FF2B5EF4-FFF2-40B4-BE49-F238E27FC236}">
                <a16:creationId xmlns:a16="http://schemas.microsoft.com/office/drawing/2014/main" id="{92265216-17E5-E7D6-189B-58F2BA1F60F9}"/>
              </a:ext>
            </a:extLst>
          </p:cNvPr>
          <p:cNvSpPr/>
          <p:nvPr/>
        </p:nvSpPr>
        <p:spPr>
          <a:xfrm>
            <a:off x="3471876" y="3704131"/>
            <a:ext cx="139700" cy="241294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A0A69B49-5A81-B05D-A047-3F022CEAD726}"/>
              </a:ext>
            </a:extLst>
          </p:cNvPr>
          <p:cNvCxnSpPr>
            <a:cxnSpLocks/>
          </p:cNvCxnSpPr>
          <p:nvPr/>
        </p:nvCxnSpPr>
        <p:spPr>
          <a:xfrm>
            <a:off x="3556013" y="3670992"/>
            <a:ext cx="0" cy="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0685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EEB1FF9-C118-51B6-D99B-0A2D93972616}"/>
              </a:ext>
            </a:extLst>
          </p:cNvPr>
          <p:cNvCxnSpPr>
            <a:cxnSpLocks/>
          </p:cNvCxnSpPr>
          <p:nvPr/>
        </p:nvCxnSpPr>
        <p:spPr>
          <a:xfrm flipV="1">
            <a:off x="3541729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05D32D85-4692-E0F9-059A-7559EEE935A0}"/>
              </a:ext>
            </a:extLst>
          </p:cNvPr>
          <p:cNvCxnSpPr>
            <a:cxnSpLocks/>
          </p:cNvCxnSpPr>
          <p:nvPr/>
        </p:nvCxnSpPr>
        <p:spPr>
          <a:xfrm flipV="1">
            <a:off x="4684721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FDE69F78-AF4D-C65F-C54D-FCD0978EA864}"/>
              </a:ext>
            </a:extLst>
          </p:cNvPr>
          <p:cNvCxnSpPr>
            <a:cxnSpLocks/>
          </p:cNvCxnSpPr>
          <p:nvPr/>
        </p:nvCxnSpPr>
        <p:spPr>
          <a:xfrm flipV="1">
            <a:off x="5827713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042FAEA9-52F2-81C1-C2A6-5D8B7ACCE308}"/>
              </a:ext>
            </a:extLst>
          </p:cNvPr>
          <p:cNvCxnSpPr>
            <a:cxnSpLocks/>
          </p:cNvCxnSpPr>
          <p:nvPr/>
        </p:nvCxnSpPr>
        <p:spPr>
          <a:xfrm flipV="1">
            <a:off x="6970704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B50B323-B9B9-59C9-E5B3-E643D5E6DA59}"/>
              </a:ext>
            </a:extLst>
          </p:cNvPr>
          <p:cNvCxnSpPr>
            <a:cxnSpLocks/>
          </p:cNvCxnSpPr>
          <p:nvPr/>
        </p:nvCxnSpPr>
        <p:spPr>
          <a:xfrm flipV="1">
            <a:off x="8113695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C377FAD-68F1-F888-0FEB-5B4BF8CC07A0}"/>
              </a:ext>
            </a:extLst>
          </p:cNvPr>
          <p:cNvSpPr txBox="1"/>
          <p:nvPr/>
        </p:nvSpPr>
        <p:spPr>
          <a:xfrm>
            <a:off x="3355991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41C2D2A-0AA0-FF99-4EFC-E5C554821B50}"/>
              </a:ext>
            </a:extLst>
          </p:cNvPr>
          <p:cNvSpPr txBox="1"/>
          <p:nvPr/>
        </p:nvSpPr>
        <p:spPr>
          <a:xfrm>
            <a:off x="4498982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4D27017-7326-C014-B55B-8178C01290F7}"/>
              </a:ext>
            </a:extLst>
          </p:cNvPr>
          <p:cNvSpPr txBox="1"/>
          <p:nvPr/>
        </p:nvSpPr>
        <p:spPr>
          <a:xfrm>
            <a:off x="5641972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93479DB-070D-2510-E647-75B6765965C8}"/>
              </a:ext>
            </a:extLst>
          </p:cNvPr>
          <p:cNvSpPr txBox="1"/>
          <p:nvPr/>
        </p:nvSpPr>
        <p:spPr>
          <a:xfrm>
            <a:off x="6784962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C29FED3-E9E2-FC8D-63DF-9A1076925592}"/>
              </a:ext>
            </a:extLst>
          </p:cNvPr>
          <p:cNvSpPr txBox="1"/>
          <p:nvPr/>
        </p:nvSpPr>
        <p:spPr>
          <a:xfrm>
            <a:off x="7927952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62D5974C-460C-617D-3C61-E68C2F5AE487}"/>
              </a:ext>
            </a:extLst>
          </p:cNvPr>
          <p:cNvCxnSpPr>
            <a:cxnSpLocks/>
          </p:cNvCxnSpPr>
          <p:nvPr/>
        </p:nvCxnSpPr>
        <p:spPr>
          <a:xfrm>
            <a:off x="3070242" y="3670992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mbo 32">
            <a:extLst>
              <a:ext uri="{FF2B5EF4-FFF2-40B4-BE49-F238E27FC236}">
                <a16:creationId xmlns:a16="http://schemas.microsoft.com/office/drawing/2014/main" id="{FC90E553-1531-3942-F97A-BA3A8991F0F1}"/>
              </a:ext>
            </a:extLst>
          </p:cNvPr>
          <p:cNvSpPr/>
          <p:nvPr/>
        </p:nvSpPr>
        <p:spPr>
          <a:xfrm>
            <a:off x="3469497" y="3700909"/>
            <a:ext cx="139700" cy="241294"/>
          </a:xfrm>
          <a:prstGeom prst="diamond">
            <a:avLst/>
          </a:prstGeom>
          <a:solidFill>
            <a:srgbClr val="FFCC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E0EBD272-1848-6B24-A131-9D64119B666A}"/>
              </a:ext>
            </a:extLst>
          </p:cNvPr>
          <p:cNvGrpSpPr/>
          <p:nvPr/>
        </p:nvGrpSpPr>
        <p:grpSpPr>
          <a:xfrm rot="6900000">
            <a:off x="4110984" y="2494598"/>
            <a:ext cx="1142992" cy="1142992"/>
            <a:chOff x="2267760" y="5558041"/>
            <a:chExt cx="1142992" cy="1142992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28CBDB32-B982-A28F-36BE-EF427E1E33D3}"/>
                </a:ext>
              </a:extLst>
            </p:cNvPr>
            <p:cNvSpPr/>
            <p:nvPr/>
          </p:nvSpPr>
          <p:spPr>
            <a:xfrm>
              <a:off x="2267760" y="5558041"/>
              <a:ext cx="1142992" cy="1142992"/>
            </a:xfrm>
            <a:prstGeom prst="ellipse">
              <a:avLst/>
            </a:prstGeom>
            <a:noFill/>
            <a:ln w="28575">
              <a:solidFill>
                <a:srgbClr val="9579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Rombo 35">
              <a:extLst>
                <a:ext uri="{FF2B5EF4-FFF2-40B4-BE49-F238E27FC236}">
                  <a16:creationId xmlns:a16="http://schemas.microsoft.com/office/drawing/2014/main" id="{0C819F93-028B-69F8-14B1-D324D33F6E5E}"/>
                </a:ext>
              </a:extLst>
            </p:cNvPr>
            <p:cNvSpPr/>
            <p:nvPr/>
          </p:nvSpPr>
          <p:spPr>
            <a:xfrm>
              <a:off x="2767025" y="6430654"/>
              <a:ext cx="139700" cy="241294"/>
            </a:xfrm>
            <a:prstGeom prst="diamond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4" name="Rombo 53">
            <a:extLst>
              <a:ext uri="{FF2B5EF4-FFF2-40B4-BE49-F238E27FC236}">
                <a16:creationId xmlns:a16="http://schemas.microsoft.com/office/drawing/2014/main" id="{F5C1E6EF-2033-89D5-BEEF-588433EFFE3B}"/>
              </a:ext>
            </a:extLst>
          </p:cNvPr>
          <p:cNvSpPr/>
          <p:nvPr/>
        </p:nvSpPr>
        <p:spPr>
          <a:xfrm>
            <a:off x="4612515" y="3704131"/>
            <a:ext cx="139700" cy="241294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53ADEDAE-F8AC-60AF-8D4F-EA2E839F18C1}"/>
              </a:ext>
            </a:extLst>
          </p:cNvPr>
          <p:cNvCxnSpPr>
            <a:cxnSpLocks/>
          </p:cNvCxnSpPr>
          <p:nvPr/>
        </p:nvCxnSpPr>
        <p:spPr>
          <a:xfrm>
            <a:off x="3553634" y="3670992"/>
            <a:ext cx="1113619" cy="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06074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7B6C6DF-BFE5-5862-9FA1-EB5FAACFD7F2}"/>
              </a:ext>
            </a:extLst>
          </p:cNvPr>
          <p:cNvCxnSpPr>
            <a:cxnSpLocks/>
          </p:cNvCxnSpPr>
          <p:nvPr/>
        </p:nvCxnSpPr>
        <p:spPr>
          <a:xfrm flipV="1">
            <a:off x="3540935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6FEB93BD-BC90-505E-BF96-3777B195937E}"/>
              </a:ext>
            </a:extLst>
          </p:cNvPr>
          <p:cNvCxnSpPr>
            <a:cxnSpLocks/>
          </p:cNvCxnSpPr>
          <p:nvPr/>
        </p:nvCxnSpPr>
        <p:spPr>
          <a:xfrm flipV="1">
            <a:off x="4683927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BD7630C7-1835-BDB0-20C1-927B25D901D6}"/>
              </a:ext>
            </a:extLst>
          </p:cNvPr>
          <p:cNvCxnSpPr>
            <a:cxnSpLocks/>
          </p:cNvCxnSpPr>
          <p:nvPr/>
        </p:nvCxnSpPr>
        <p:spPr>
          <a:xfrm flipV="1">
            <a:off x="5826919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EE1C1F3C-9259-FEE6-B09A-179113FCFE64}"/>
              </a:ext>
            </a:extLst>
          </p:cNvPr>
          <p:cNvCxnSpPr>
            <a:cxnSpLocks/>
          </p:cNvCxnSpPr>
          <p:nvPr/>
        </p:nvCxnSpPr>
        <p:spPr>
          <a:xfrm flipV="1">
            <a:off x="6969910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4F2D520-BC3A-2652-757E-A0C0E9260E6A}"/>
              </a:ext>
            </a:extLst>
          </p:cNvPr>
          <p:cNvCxnSpPr>
            <a:cxnSpLocks/>
          </p:cNvCxnSpPr>
          <p:nvPr/>
        </p:nvCxnSpPr>
        <p:spPr>
          <a:xfrm flipV="1">
            <a:off x="8112901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119881A-A97E-3040-E399-4FDE1AA0CC3A}"/>
              </a:ext>
            </a:extLst>
          </p:cNvPr>
          <p:cNvSpPr txBox="1"/>
          <p:nvPr/>
        </p:nvSpPr>
        <p:spPr>
          <a:xfrm>
            <a:off x="3355197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7A55B2E-2EED-F315-56E2-67D8163112BE}"/>
              </a:ext>
            </a:extLst>
          </p:cNvPr>
          <p:cNvSpPr txBox="1"/>
          <p:nvPr/>
        </p:nvSpPr>
        <p:spPr>
          <a:xfrm>
            <a:off x="4498188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C69A925-E8D1-0C58-04C8-98159EAEE03B}"/>
              </a:ext>
            </a:extLst>
          </p:cNvPr>
          <p:cNvSpPr txBox="1"/>
          <p:nvPr/>
        </p:nvSpPr>
        <p:spPr>
          <a:xfrm>
            <a:off x="5641178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8A2E330-F14B-95E6-F2D1-D877713308B0}"/>
              </a:ext>
            </a:extLst>
          </p:cNvPr>
          <p:cNvSpPr txBox="1"/>
          <p:nvPr/>
        </p:nvSpPr>
        <p:spPr>
          <a:xfrm>
            <a:off x="6784168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1768868-F25D-692D-F620-09FB5A646911}"/>
              </a:ext>
            </a:extLst>
          </p:cNvPr>
          <p:cNvSpPr txBox="1"/>
          <p:nvPr/>
        </p:nvSpPr>
        <p:spPr>
          <a:xfrm>
            <a:off x="7927158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C1C01BC-F61E-8691-8A9B-D56D40CCD24F}"/>
              </a:ext>
            </a:extLst>
          </p:cNvPr>
          <p:cNvCxnSpPr>
            <a:cxnSpLocks/>
          </p:cNvCxnSpPr>
          <p:nvPr/>
        </p:nvCxnSpPr>
        <p:spPr>
          <a:xfrm>
            <a:off x="3069448" y="3670992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mbo 47">
            <a:extLst>
              <a:ext uri="{FF2B5EF4-FFF2-40B4-BE49-F238E27FC236}">
                <a16:creationId xmlns:a16="http://schemas.microsoft.com/office/drawing/2014/main" id="{49DCDC5A-37F8-D7D9-67FE-AE861953F490}"/>
              </a:ext>
            </a:extLst>
          </p:cNvPr>
          <p:cNvSpPr/>
          <p:nvPr/>
        </p:nvSpPr>
        <p:spPr>
          <a:xfrm>
            <a:off x="3468703" y="3700909"/>
            <a:ext cx="139700" cy="241294"/>
          </a:xfrm>
          <a:prstGeom prst="diamond">
            <a:avLst/>
          </a:prstGeom>
          <a:solidFill>
            <a:srgbClr val="FFCC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FED02914-D6EF-38E3-DF2A-2AED13BD37A1}"/>
              </a:ext>
            </a:extLst>
          </p:cNvPr>
          <p:cNvGrpSpPr/>
          <p:nvPr/>
        </p:nvGrpSpPr>
        <p:grpSpPr>
          <a:xfrm rot="13740000">
            <a:off x="5253180" y="2494598"/>
            <a:ext cx="1142992" cy="1142992"/>
            <a:chOff x="2267760" y="5558041"/>
            <a:chExt cx="1142992" cy="1142992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4430C63F-EDF2-B342-01EC-1D904DC85911}"/>
                </a:ext>
              </a:extLst>
            </p:cNvPr>
            <p:cNvSpPr/>
            <p:nvPr/>
          </p:nvSpPr>
          <p:spPr>
            <a:xfrm>
              <a:off x="2267760" y="5558041"/>
              <a:ext cx="1142992" cy="1142992"/>
            </a:xfrm>
            <a:prstGeom prst="ellipse">
              <a:avLst/>
            </a:prstGeom>
            <a:noFill/>
            <a:ln w="28575">
              <a:solidFill>
                <a:srgbClr val="9579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Rombo 50">
              <a:extLst>
                <a:ext uri="{FF2B5EF4-FFF2-40B4-BE49-F238E27FC236}">
                  <a16:creationId xmlns:a16="http://schemas.microsoft.com/office/drawing/2014/main" id="{00991214-0274-6203-F2B4-3C4C7C553032}"/>
                </a:ext>
              </a:extLst>
            </p:cNvPr>
            <p:cNvSpPr/>
            <p:nvPr/>
          </p:nvSpPr>
          <p:spPr>
            <a:xfrm>
              <a:off x="2767025" y="6430654"/>
              <a:ext cx="139700" cy="241294"/>
            </a:xfrm>
            <a:prstGeom prst="diamond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2" name="Rombo 51">
            <a:extLst>
              <a:ext uri="{FF2B5EF4-FFF2-40B4-BE49-F238E27FC236}">
                <a16:creationId xmlns:a16="http://schemas.microsoft.com/office/drawing/2014/main" id="{31FB3EAB-37F6-2F09-DEFB-CE5FC6C80C53}"/>
              </a:ext>
            </a:extLst>
          </p:cNvPr>
          <p:cNvSpPr/>
          <p:nvPr/>
        </p:nvSpPr>
        <p:spPr>
          <a:xfrm>
            <a:off x="5754826" y="3707471"/>
            <a:ext cx="139700" cy="241294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84B699EB-7D4E-37D8-1E99-80AD839243E0}"/>
              </a:ext>
            </a:extLst>
          </p:cNvPr>
          <p:cNvCxnSpPr>
            <a:cxnSpLocks/>
          </p:cNvCxnSpPr>
          <p:nvPr/>
        </p:nvCxnSpPr>
        <p:spPr>
          <a:xfrm>
            <a:off x="3552840" y="3670992"/>
            <a:ext cx="2274079" cy="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23412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60F9E5B8-4523-05C7-EC47-3AFAE61E976C}"/>
              </a:ext>
            </a:extLst>
          </p:cNvPr>
          <p:cNvCxnSpPr>
            <a:cxnSpLocks/>
          </p:cNvCxnSpPr>
          <p:nvPr/>
        </p:nvCxnSpPr>
        <p:spPr>
          <a:xfrm flipV="1">
            <a:off x="3539962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ABC80AC-F713-75A0-39F7-4E98A9F31696}"/>
              </a:ext>
            </a:extLst>
          </p:cNvPr>
          <p:cNvCxnSpPr>
            <a:cxnSpLocks/>
          </p:cNvCxnSpPr>
          <p:nvPr/>
        </p:nvCxnSpPr>
        <p:spPr>
          <a:xfrm flipV="1">
            <a:off x="4682954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A2D5C1DB-979C-AE9A-9AEA-F5D43D8BED0E}"/>
              </a:ext>
            </a:extLst>
          </p:cNvPr>
          <p:cNvCxnSpPr>
            <a:cxnSpLocks/>
          </p:cNvCxnSpPr>
          <p:nvPr/>
        </p:nvCxnSpPr>
        <p:spPr>
          <a:xfrm flipV="1">
            <a:off x="5825946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1211A1E1-4012-164A-90FE-D35CDD1EE180}"/>
              </a:ext>
            </a:extLst>
          </p:cNvPr>
          <p:cNvCxnSpPr>
            <a:cxnSpLocks/>
          </p:cNvCxnSpPr>
          <p:nvPr/>
        </p:nvCxnSpPr>
        <p:spPr>
          <a:xfrm flipV="1">
            <a:off x="6968937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C29D9CF-CC54-4332-D0D5-5EF56FADD324}"/>
              </a:ext>
            </a:extLst>
          </p:cNvPr>
          <p:cNvCxnSpPr>
            <a:cxnSpLocks/>
          </p:cNvCxnSpPr>
          <p:nvPr/>
        </p:nvCxnSpPr>
        <p:spPr>
          <a:xfrm flipV="1">
            <a:off x="8111928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67A9EAC-4FEB-323B-5694-6ED63CCA0C6E}"/>
              </a:ext>
            </a:extLst>
          </p:cNvPr>
          <p:cNvSpPr txBox="1"/>
          <p:nvPr/>
        </p:nvSpPr>
        <p:spPr>
          <a:xfrm>
            <a:off x="3354224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9C8B4F2-3A17-C051-D220-6A4AF1E0A8AC}"/>
              </a:ext>
            </a:extLst>
          </p:cNvPr>
          <p:cNvSpPr txBox="1"/>
          <p:nvPr/>
        </p:nvSpPr>
        <p:spPr>
          <a:xfrm>
            <a:off x="4497215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A75EB44-EA37-0927-7F5B-8C88D3804A45}"/>
              </a:ext>
            </a:extLst>
          </p:cNvPr>
          <p:cNvSpPr txBox="1"/>
          <p:nvPr/>
        </p:nvSpPr>
        <p:spPr>
          <a:xfrm>
            <a:off x="5640205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1E8BE4F-3576-D98A-9584-115BFAA8C87C}"/>
              </a:ext>
            </a:extLst>
          </p:cNvPr>
          <p:cNvSpPr txBox="1"/>
          <p:nvPr/>
        </p:nvSpPr>
        <p:spPr>
          <a:xfrm>
            <a:off x="6783195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9EFD9DD-844F-DD0C-1736-3BA2A448A83A}"/>
              </a:ext>
            </a:extLst>
          </p:cNvPr>
          <p:cNvSpPr txBox="1"/>
          <p:nvPr/>
        </p:nvSpPr>
        <p:spPr>
          <a:xfrm>
            <a:off x="7926185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265FFBE0-DC4F-F292-0D77-EC78B70C2251}"/>
              </a:ext>
            </a:extLst>
          </p:cNvPr>
          <p:cNvCxnSpPr>
            <a:cxnSpLocks/>
          </p:cNvCxnSpPr>
          <p:nvPr/>
        </p:nvCxnSpPr>
        <p:spPr>
          <a:xfrm>
            <a:off x="3068475" y="3670992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mbo 32">
            <a:extLst>
              <a:ext uri="{FF2B5EF4-FFF2-40B4-BE49-F238E27FC236}">
                <a16:creationId xmlns:a16="http://schemas.microsoft.com/office/drawing/2014/main" id="{16240948-9B9C-8E2D-95EA-F7D0197B261D}"/>
              </a:ext>
            </a:extLst>
          </p:cNvPr>
          <p:cNvSpPr/>
          <p:nvPr/>
        </p:nvSpPr>
        <p:spPr>
          <a:xfrm>
            <a:off x="3467730" y="3700909"/>
            <a:ext cx="139700" cy="241294"/>
          </a:xfrm>
          <a:prstGeom prst="diamond">
            <a:avLst/>
          </a:prstGeom>
          <a:solidFill>
            <a:srgbClr val="FFCC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1FC2909-ED45-149D-D760-99D512E00614}"/>
              </a:ext>
            </a:extLst>
          </p:cNvPr>
          <p:cNvGrpSpPr/>
          <p:nvPr/>
        </p:nvGrpSpPr>
        <p:grpSpPr>
          <a:xfrm rot="20040000">
            <a:off x="6397437" y="2494598"/>
            <a:ext cx="1142992" cy="1142992"/>
            <a:chOff x="2267760" y="5558041"/>
            <a:chExt cx="1142992" cy="1142992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BAE4A796-153F-DBC0-3A16-0613DEBABD14}"/>
                </a:ext>
              </a:extLst>
            </p:cNvPr>
            <p:cNvSpPr/>
            <p:nvPr/>
          </p:nvSpPr>
          <p:spPr>
            <a:xfrm>
              <a:off x="2267760" y="5558041"/>
              <a:ext cx="1142992" cy="1142992"/>
            </a:xfrm>
            <a:prstGeom prst="ellipse">
              <a:avLst/>
            </a:prstGeom>
            <a:noFill/>
            <a:ln w="28575">
              <a:solidFill>
                <a:srgbClr val="9579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Rombo 35">
              <a:extLst>
                <a:ext uri="{FF2B5EF4-FFF2-40B4-BE49-F238E27FC236}">
                  <a16:creationId xmlns:a16="http://schemas.microsoft.com/office/drawing/2014/main" id="{5BD2F660-0897-8441-4DF7-98F218CC7402}"/>
                </a:ext>
              </a:extLst>
            </p:cNvPr>
            <p:cNvSpPr/>
            <p:nvPr/>
          </p:nvSpPr>
          <p:spPr>
            <a:xfrm>
              <a:off x="2767025" y="6430654"/>
              <a:ext cx="139700" cy="241294"/>
            </a:xfrm>
            <a:prstGeom prst="diamond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4" name="Rombo 53">
            <a:extLst>
              <a:ext uri="{FF2B5EF4-FFF2-40B4-BE49-F238E27FC236}">
                <a16:creationId xmlns:a16="http://schemas.microsoft.com/office/drawing/2014/main" id="{A431A8B4-4981-E2BC-81D0-41C66ACE5613}"/>
              </a:ext>
            </a:extLst>
          </p:cNvPr>
          <p:cNvSpPr/>
          <p:nvPr/>
        </p:nvSpPr>
        <p:spPr>
          <a:xfrm>
            <a:off x="6896313" y="3709629"/>
            <a:ext cx="139700" cy="241294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5C42A95-0491-989D-E9D6-84EF644BA048}"/>
              </a:ext>
            </a:extLst>
          </p:cNvPr>
          <p:cNvCxnSpPr>
            <a:cxnSpLocks/>
          </p:cNvCxnSpPr>
          <p:nvPr/>
        </p:nvCxnSpPr>
        <p:spPr>
          <a:xfrm>
            <a:off x="3551867" y="3670992"/>
            <a:ext cx="3417070" cy="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41531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A132809-13A2-5EE5-C264-A99D154AC466}"/>
              </a:ext>
            </a:extLst>
          </p:cNvPr>
          <p:cNvCxnSpPr>
            <a:cxnSpLocks/>
          </p:cNvCxnSpPr>
          <p:nvPr/>
        </p:nvCxnSpPr>
        <p:spPr>
          <a:xfrm flipV="1">
            <a:off x="3539962" y="241105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EDC65A0A-D89D-57D8-6BA6-6183F6A47F23}"/>
              </a:ext>
            </a:extLst>
          </p:cNvPr>
          <p:cNvCxnSpPr>
            <a:cxnSpLocks/>
          </p:cNvCxnSpPr>
          <p:nvPr/>
        </p:nvCxnSpPr>
        <p:spPr>
          <a:xfrm flipV="1">
            <a:off x="4682954" y="241105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D7664E7A-4563-5889-3AA1-8CC754806A4D}"/>
              </a:ext>
            </a:extLst>
          </p:cNvPr>
          <p:cNvCxnSpPr>
            <a:cxnSpLocks/>
          </p:cNvCxnSpPr>
          <p:nvPr/>
        </p:nvCxnSpPr>
        <p:spPr>
          <a:xfrm flipV="1">
            <a:off x="5825946" y="241105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84B2062F-700B-46D4-01D6-C93EF191F4D6}"/>
              </a:ext>
            </a:extLst>
          </p:cNvPr>
          <p:cNvCxnSpPr>
            <a:cxnSpLocks/>
          </p:cNvCxnSpPr>
          <p:nvPr/>
        </p:nvCxnSpPr>
        <p:spPr>
          <a:xfrm flipV="1">
            <a:off x="6968937" y="241105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181A51E1-5817-A502-75E0-DC91F14BBB0B}"/>
              </a:ext>
            </a:extLst>
          </p:cNvPr>
          <p:cNvCxnSpPr>
            <a:cxnSpLocks/>
          </p:cNvCxnSpPr>
          <p:nvPr/>
        </p:nvCxnSpPr>
        <p:spPr>
          <a:xfrm flipV="1">
            <a:off x="8111928" y="241105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30C1EF4-BCFC-E9FA-5FE3-A9FD4348C2B4}"/>
              </a:ext>
            </a:extLst>
          </p:cNvPr>
          <p:cNvSpPr txBox="1"/>
          <p:nvPr/>
        </p:nvSpPr>
        <p:spPr>
          <a:xfrm>
            <a:off x="3354224" y="206027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D0A375A-3AF0-3420-F7BA-392BD607F349}"/>
              </a:ext>
            </a:extLst>
          </p:cNvPr>
          <p:cNvSpPr txBox="1"/>
          <p:nvPr/>
        </p:nvSpPr>
        <p:spPr>
          <a:xfrm>
            <a:off x="4497215" y="206027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7E33D21-22A3-6D1D-5739-B90E4761BFA1}"/>
              </a:ext>
            </a:extLst>
          </p:cNvPr>
          <p:cNvSpPr txBox="1"/>
          <p:nvPr/>
        </p:nvSpPr>
        <p:spPr>
          <a:xfrm>
            <a:off x="5640205" y="206027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DDA0618-7498-EF4B-038E-7BE883CF3476}"/>
              </a:ext>
            </a:extLst>
          </p:cNvPr>
          <p:cNvSpPr txBox="1"/>
          <p:nvPr/>
        </p:nvSpPr>
        <p:spPr>
          <a:xfrm>
            <a:off x="6783195" y="206027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6B251EB-7CA8-BBA1-BE95-B479C518A3FB}"/>
              </a:ext>
            </a:extLst>
          </p:cNvPr>
          <p:cNvSpPr txBox="1"/>
          <p:nvPr/>
        </p:nvSpPr>
        <p:spPr>
          <a:xfrm>
            <a:off x="7926185" y="206027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21763B5B-3E15-84E2-7B58-1D16855F0DAB}"/>
              </a:ext>
            </a:extLst>
          </p:cNvPr>
          <p:cNvCxnSpPr>
            <a:cxnSpLocks/>
          </p:cNvCxnSpPr>
          <p:nvPr/>
        </p:nvCxnSpPr>
        <p:spPr>
          <a:xfrm>
            <a:off x="3068475" y="3670186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mbo 47">
            <a:extLst>
              <a:ext uri="{FF2B5EF4-FFF2-40B4-BE49-F238E27FC236}">
                <a16:creationId xmlns:a16="http://schemas.microsoft.com/office/drawing/2014/main" id="{BE4DDE95-E83A-8CE8-18E0-89E408285EAD}"/>
              </a:ext>
            </a:extLst>
          </p:cNvPr>
          <p:cNvSpPr/>
          <p:nvPr/>
        </p:nvSpPr>
        <p:spPr>
          <a:xfrm>
            <a:off x="3467730" y="3700103"/>
            <a:ext cx="139700" cy="241294"/>
          </a:xfrm>
          <a:prstGeom prst="diamond">
            <a:avLst/>
          </a:prstGeom>
          <a:solidFill>
            <a:srgbClr val="FFCC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56E8D854-063C-C70B-46FE-FB660C6A2DE7}"/>
              </a:ext>
            </a:extLst>
          </p:cNvPr>
          <p:cNvGrpSpPr/>
          <p:nvPr/>
        </p:nvGrpSpPr>
        <p:grpSpPr>
          <a:xfrm rot="21600000">
            <a:off x="6621273" y="2493791"/>
            <a:ext cx="1142992" cy="1142992"/>
            <a:chOff x="2267760" y="5558041"/>
            <a:chExt cx="1142992" cy="1142992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EE1FC206-BD51-68CC-E24D-6A3C8C22E681}"/>
                </a:ext>
              </a:extLst>
            </p:cNvPr>
            <p:cNvSpPr/>
            <p:nvPr/>
          </p:nvSpPr>
          <p:spPr>
            <a:xfrm>
              <a:off x="2267760" y="5558041"/>
              <a:ext cx="1142992" cy="1142992"/>
            </a:xfrm>
            <a:prstGeom prst="ellipse">
              <a:avLst/>
            </a:prstGeom>
            <a:noFill/>
            <a:ln w="28575">
              <a:solidFill>
                <a:srgbClr val="9579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Rombo 50">
              <a:extLst>
                <a:ext uri="{FF2B5EF4-FFF2-40B4-BE49-F238E27FC236}">
                  <a16:creationId xmlns:a16="http://schemas.microsoft.com/office/drawing/2014/main" id="{04084336-DBAD-7423-4A71-C2DE7A8E60C8}"/>
                </a:ext>
              </a:extLst>
            </p:cNvPr>
            <p:cNvSpPr/>
            <p:nvPr/>
          </p:nvSpPr>
          <p:spPr>
            <a:xfrm>
              <a:off x="2767025" y="6430654"/>
              <a:ext cx="139700" cy="241294"/>
            </a:xfrm>
            <a:prstGeom prst="diamond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2" name="Rombo 51">
            <a:extLst>
              <a:ext uri="{FF2B5EF4-FFF2-40B4-BE49-F238E27FC236}">
                <a16:creationId xmlns:a16="http://schemas.microsoft.com/office/drawing/2014/main" id="{D821D0B5-39E4-D556-C789-1A98DF4D6B96}"/>
              </a:ext>
            </a:extLst>
          </p:cNvPr>
          <p:cNvSpPr/>
          <p:nvPr/>
        </p:nvSpPr>
        <p:spPr>
          <a:xfrm>
            <a:off x="7120538" y="3700103"/>
            <a:ext cx="139700" cy="241294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1C5B553B-AC13-2892-4101-E083A52E1B2B}"/>
              </a:ext>
            </a:extLst>
          </p:cNvPr>
          <p:cNvCxnSpPr>
            <a:cxnSpLocks/>
          </p:cNvCxnSpPr>
          <p:nvPr/>
        </p:nvCxnSpPr>
        <p:spPr>
          <a:xfrm>
            <a:off x="3551867" y="3670186"/>
            <a:ext cx="3628219" cy="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33074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3E51FB51-C4E2-7410-1D83-5EA4FBC3A1C9}"/>
              </a:ext>
            </a:extLst>
          </p:cNvPr>
          <p:cNvCxnSpPr>
            <a:cxnSpLocks/>
          </p:cNvCxnSpPr>
          <p:nvPr/>
        </p:nvCxnSpPr>
        <p:spPr>
          <a:xfrm flipV="1">
            <a:off x="3624282" y="2666434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F0443F6-D0B5-488A-35DE-3A4BA156F95D}"/>
              </a:ext>
            </a:extLst>
          </p:cNvPr>
          <p:cNvCxnSpPr>
            <a:cxnSpLocks/>
          </p:cNvCxnSpPr>
          <p:nvPr/>
        </p:nvCxnSpPr>
        <p:spPr>
          <a:xfrm flipV="1">
            <a:off x="4767274" y="2666434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4855791-88AA-E47B-A30C-E51F6DE87666}"/>
              </a:ext>
            </a:extLst>
          </p:cNvPr>
          <p:cNvCxnSpPr>
            <a:cxnSpLocks/>
          </p:cNvCxnSpPr>
          <p:nvPr/>
        </p:nvCxnSpPr>
        <p:spPr>
          <a:xfrm flipV="1">
            <a:off x="5910266" y="2666434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5B360D0-71DE-9B8F-6F29-C476CDDE8D7E}"/>
              </a:ext>
            </a:extLst>
          </p:cNvPr>
          <p:cNvCxnSpPr>
            <a:cxnSpLocks/>
          </p:cNvCxnSpPr>
          <p:nvPr/>
        </p:nvCxnSpPr>
        <p:spPr>
          <a:xfrm flipV="1">
            <a:off x="7053257" y="2666434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4B31C26-EBF2-21E4-A773-099846575B9F}"/>
              </a:ext>
            </a:extLst>
          </p:cNvPr>
          <p:cNvCxnSpPr>
            <a:cxnSpLocks/>
          </p:cNvCxnSpPr>
          <p:nvPr/>
        </p:nvCxnSpPr>
        <p:spPr>
          <a:xfrm flipV="1">
            <a:off x="8196248" y="2666434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5DEC15B9-9E77-D72B-E0F4-4ABCC92C480A}"/>
              </a:ext>
            </a:extLst>
          </p:cNvPr>
          <p:cNvSpPr txBox="1"/>
          <p:nvPr/>
        </p:nvSpPr>
        <p:spPr>
          <a:xfrm>
            <a:off x="3438544" y="2315661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50114BA-09F1-9729-34C9-A51CE569F1F0}"/>
              </a:ext>
            </a:extLst>
          </p:cNvPr>
          <p:cNvSpPr txBox="1"/>
          <p:nvPr/>
        </p:nvSpPr>
        <p:spPr>
          <a:xfrm>
            <a:off x="4581535" y="2315661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0C5A543-76ED-03BD-8AA9-8E49F8584A86}"/>
              </a:ext>
            </a:extLst>
          </p:cNvPr>
          <p:cNvSpPr txBox="1"/>
          <p:nvPr/>
        </p:nvSpPr>
        <p:spPr>
          <a:xfrm>
            <a:off x="5724525" y="2315661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450725B-100C-9344-5EEA-9DA3F3376837}"/>
              </a:ext>
            </a:extLst>
          </p:cNvPr>
          <p:cNvSpPr txBox="1"/>
          <p:nvPr/>
        </p:nvSpPr>
        <p:spPr>
          <a:xfrm>
            <a:off x="6867515" y="2315661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0B12D04-BFCE-49D1-DE62-055C7D22808D}"/>
              </a:ext>
            </a:extLst>
          </p:cNvPr>
          <p:cNvSpPr txBox="1"/>
          <p:nvPr/>
        </p:nvSpPr>
        <p:spPr>
          <a:xfrm>
            <a:off x="8010505" y="2315661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5E168349-2591-752B-76CC-2B06113969BD}"/>
              </a:ext>
            </a:extLst>
          </p:cNvPr>
          <p:cNvCxnSpPr>
            <a:cxnSpLocks/>
          </p:cNvCxnSpPr>
          <p:nvPr/>
        </p:nvCxnSpPr>
        <p:spPr>
          <a:xfrm>
            <a:off x="3152795" y="3925570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mbo 15">
            <a:extLst>
              <a:ext uri="{FF2B5EF4-FFF2-40B4-BE49-F238E27FC236}">
                <a16:creationId xmlns:a16="http://schemas.microsoft.com/office/drawing/2014/main" id="{AFD205C7-4158-A673-4E65-D2DE77F8723E}"/>
              </a:ext>
            </a:extLst>
          </p:cNvPr>
          <p:cNvSpPr/>
          <p:nvPr/>
        </p:nvSpPr>
        <p:spPr>
          <a:xfrm>
            <a:off x="3552050" y="3955487"/>
            <a:ext cx="139700" cy="241294"/>
          </a:xfrm>
          <a:prstGeom prst="diamond">
            <a:avLst/>
          </a:prstGeom>
          <a:solidFill>
            <a:srgbClr val="FFCC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308A531-B554-A32B-427F-B3C868B588D0}"/>
              </a:ext>
            </a:extLst>
          </p:cNvPr>
          <p:cNvCxnSpPr>
            <a:cxnSpLocks/>
          </p:cNvCxnSpPr>
          <p:nvPr/>
        </p:nvCxnSpPr>
        <p:spPr>
          <a:xfrm>
            <a:off x="3636187" y="3925570"/>
            <a:ext cx="3628219" cy="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CD47956-A454-AD83-6F36-88DE5C04AD66}"/>
              </a:ext>
            </a:extLst>
          </p:cNvPr>
          <p:cNvCxnSpPr/>
          <p:nvPr/>
        </p:nvCxnSpPr>
        <p:spPr>
          <a:xfrm>
            <a:off x="7281075" y="2095500"/>
            <a:ext cx="0" cy="24003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1D16E7B-3386-9F1C-519C-F8FB52CD15AC}"/>
              </a:ext>
            </a:extLst>
          </p:cNvPr>
          <p:cNvSpPr txBox="1"/>
          <p:nvPr/>
        </p:nvSpPr>
        <p:spPr>
          <a:xfrm>
            <a:off x="7238990" y="1946329"/>
            <a:ext cx="664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</a:rPr>
              <a:t>3,14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E667533-8F6E-8769-8A53-CA139C7F9856}"/>
              </a:ext>
            </a:extLst>
          </p:cNvPr>
          <p:cNvSpPr txBox="1"/>
          <p:nvPr/>
        </p:nvSpPr>
        <p:spPr>
          <a:xfrm>
            <a:off x="7276310" y="3872645"/>
            <a:ext cx="4809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4000" b="1" dirty="0">
                <a:latin typeface="Arial Nova Light" panose="020B0304020202020204" pitchFamily="34" charset="0"/>
              </a:rPr>
              <a:t>π</a:t>
            </a:r>
            <a:endParaRPr lang="es-ES" sz="4000" b="1" dirty="0">
              <a:latin typeface="Arial Nova Light" panose="020B03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178CF9C-93B1-D406-E07B-B242AA4CCD63}"/>
                  </a:ext>
                </a:extLst>
              </p:cNvPr>
              <p:cNvSpPr txBox="1"/>
              <p:nvPr/>
            </p:nvSpPr>
            <p:spPr>
              <a:xfrm>
                <a:off x="2522457" y="4895147"/>
                <a:ext cx="71470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𝑳𝒐𝒏𝒈𝒊𝒕𝒖𝒅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𝒅𝒆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𝒄𝒊𝒓𝒄𝒖𝒏𝒇𝒆𝒓𝒆𝒏𝒄𝒊𝒂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𝒗𝒆𝒄𝒆𝒔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𝒔𝒖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𝒅𝒊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𝒎𝒆𝒕𝒓𝒐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178CF9C-93B1-D406-E07B-B242AA4CC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57" y="4895147"/>
                <a:ext cx="7147085" cy="615553"/>
              </a:xfrm>
              <a:prstGeom prst="rect">
                <a:avLst/>
              </a:prstGeom>
              <a:blipFill>
                <a:blip r:embed="rId6"/>
                <a:stretch>
                  <a:fillRect l="-853" b="-59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upo 21">
            <a:extLst>
              <a:ext uri="{FF2B5EF4-FFF2-40B4-BE49-F238E27FC236}">
                <a16:creationId xmlns:a16="http://schemas.microsoft.com/office/drawing/2014/main" id="{760E98BD-0937-6760-AB4B-41CF5E92F4BC}"/>
              </a:ext>
            </a:extLst>
          </p:cNvPr>
          <p:cNvGrpSpPr/>
          <p:nvPr/>
        </p:nvGrpSpPr>
        <p:grpSpPr>
          <a:xfrm>
            <a:off x="1380380" y="2713559"/>
            <a:ext cx="1142992" cy="1142992"/>
            <a:chOff x="595355" y="5520259"/>
            <a:chExt cx="1142992" cy="1142992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C246FB1C-257B-D05B-98B9-D28FE18B87EC}"/>
                </a:ext>
              </a:extLst>
            </p:cNvPr>
            <p:cNvSpPr/>
            <p:nvPr/>
          </p:nvSpPr>
          <p:spPr>
            <a:xfrm>
              <a:off x="595355" y="5520259"/>
              <a:ext cx="1142992" cy="1142992"/>
            </a:xfrm>
            <a:prstGeom prst="ellipse">
              <a:avLst/>
            </a:prstGeom>
            <a:noFill/>
            <a:ln w="28575">
              <a:solidFill>
                <a:srgbClr val="9579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7F9A6CFC-97B5-BA58-63BD-2BA1388D65A2}"/>
                </a:ext>
              </a:extLst>
            </p:cNvPr>
            <p:cNvCxnSpPr>
              <a:stCxn id="23" idx="2"/>
              <a:endCxn id="23" idx="6"/>
            </p:cNvCxnSpPr>
            <p:nvPr/>
          </p:nvCxnSpPr>
          <p:spPr>
            <a:xfrm>
              <a:off x="595355" y="6091755"/>
              <a:ext cx="114299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2E72A673-8277-90A8-4423-08467E3567A9}"/>
                </a:ext>
              </a:extLst>
            </p:cNvPr>
            <p:cNvSpPr txBox="1"/>
            <p:nvPr/>
          </p:nvSpPr>
          <p:spPr>
            <a:xfrm>
              <a:off x="980267" y="5728172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d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14905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calcular el área del círculo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 descomponemos en muchos triángulos </a:t>
            </a:r>
            <a:r>
              <a:rPr lang="es-ES" sz="2000" b="1" dirty="0"/>
              <a:t>como si fuera un polígono regular de muchos lados.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Círculo parcial 25">
            <a:extLst>
              <a:ext uri="{FF2B5EF4-FFF2-40B4-BE49-F238E27FC236}">
                <a16:creationId xmlns:a16="http://schemas.microsoft.com/office/drawing/2014/main" id="{8B774E94-A940-977D-E4CB-D92B9167BD0C}"/>
              </a:ext>
            </a:extLst>
          </p:cNvPr>
          <p:cNvSpPr/>
          <p:nvPr/>
        </p:nvSpPr>
        <p:spPr>
          <a:xfrm>
            <a:off x="2362944" y="2108677"/>
            <a:ext cx="2116800" cy="2116800"/>
          </a:xfrm>
          <a:prstGeom prst="pie">
            <a:avLst>
              <a:gd name="adj1" fmla="val 16199321"/>
              <a:gd name="adj2" fmla="val 1888794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EED4D960-01FC-36BF-866F-77FAF4B7AC47}"/>
              </a:ext>
            </a:extLst>
          </p:cNvPr>
          <p:cNvSpPr/>
          <p:nvPr/>
        </p:nvSpPr>
        <p:spPr>
          <a:xfrm>
            <a:off x="2362944" y="2107851"/>
            <a:ext cx="2117626" cy="211762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294A47C-632A-42A8-347D-049CC8589DCD}"/>
              </a:ext>
            </a:extLst>
          </p:cNvPr>
          <p:cNvCxnSpPr>
            <a:stCxn id="27" idx="0"/>
            <a:endCxn id="27" idx="4"/>
          </p:cNvCxnSpPr>
          <p:nvPr/>
        </p:nvCxnSpPr>
        <p:spPr>
          <a:xfrm>
            <a:off x="3421757" y="2107851"/>
            <a:ext cx="0" cy="2117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0AD8F96-6D58-10EE-D68C-D80706E56025}"/>
              </a:ext>
            </a:extLst>
          </p:cNvPr>
          <p:cNvCxnSpPr>
            <a:cxnSpLocks/>
            <a:stCxn id="27" idx="1"/>
            <a:endCxn id="27" idx="5"/>
          </p:cNvCxnSpPr>
          <p:nvPr/>
        </p:nvCxnSpPr>
        <p:spPr>
          <a:xfrm>
            <a:off x="2673063" y="2417970"/>
            <a:ext cx="1497388" cy="14973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A82E87C1-E40E-AA8B-73DE-CDF09DF18EBE}"/>
              </a:ext>
            </a:extLst>
          </p:cNvPr>
          <p:cNvCxnSpPr>
            <a:cxnSpLocks/>
            <a:stCxn id="27" idx="2"/>
            <a:endCxn id="27" idx="6"/>
          </p:cNvCxnSpPr>
          <p:nvPr/>
        </p:nvCxnSpPr>
        <p:spPr>
          <a:xfrm>
            <a:off x="2362944" y="3166664"/>
            <a:ext cx="21176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221F107-E1F4-B249-209A-8AF3307AA75D}"/>
              </a:ext>
            </a:extLst>
          </p:cNvPr>
          <p:cNvCxnSpPr>
            <a:cxnSpLocks/>
            <a:endCxn id="27" idx="7"/>
          </p:cNvCxnSpPr>
          <p:nvPr/>
        </p:nvCxnSpPr>
        <p:spPr>
          <a:xfrm flipV="1">
            <a:off x="2673063" y="2417970"/>
            <a:ext cx="1497388" cy="14973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BF3000C-9822-79FF-371A-9C36CF7E3E9A}"/>
              </a:ext>
            </a:extLst>
          </p:cNvPr>
          <p:cNvSpPr txBox="1"/>
          <p:nvPr/>
        </p:nvSpPr>
        <p:spPr>
          <a:xfrm>
            <a:off x="3609868" y="5010283"/>
            <a:ext cx="3107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8C2F5-B18E-399F-895E-21251CA8B74B}"/>
                  </a:ext>
                </a:extLst>
              </p:cNvPr>
              <p:cNvSpPr txBox="1"/>
              <p:nvPr/>
            </p:nvSpPr>
            <p:spPr>
              <a:xfrm>
                <a:off x="6256069" y="5033170"/>
                <a:ext cx="260321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8C2F5-B18E-399F-895E-21251CA8B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069" y="5033170"/>
                <a:ext cx="2603213" cy="3776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ángulo: una sola esquina redondeada 45">
            <a:extLst>
              <a:ext uri="{FF2B5EF4-FFF2-40B4-BE49-F238E27FC236}">
                <a16:creationId xmlns:a16="http://schemas.microsoft.com/office/drawing/2014/main" id="{5E55A2C5-99A6-410A-10EB-0BCC4E9CA88F}"/>
              </a:ext>
            </a:extLst>
          </p:cNvPr>
          <p:cNvSpPr/>
          <p:nvPr/>
        </p:nvSpPr>
        <p:spPr>
          <a:xfrm>
            <a:off x="6046626" y="3771955"/>
            <a:ext cx="3424238" cy="453522"/>
          </a:xfrm>
          <a:custGeom>
            <a:avLst/>
            <a:gdLst>
              <a:gd name="connsiteX0" fmla="*/ 0 w 3424238"/>
              <a:gd name="connsiteY0" fmla="*/ 0 h 453522"/>
              <a:gd name="connsiteX1" fmla="*/ 3424238 w 3424238"/>
              <a:gd name="connsiteY1" fmla="*/ 0 h 453522"/>
              <a:gd name="connsiteX2" fmla="*/ 3424238 w 3424238"/>
              <a:gd name="connsiteY2" fmla="*/ 453522 h 453522"/>
              <a:gd name="connsiteX3" fmla="*/ 0 w 3424238"/>
              <a:gd name="connsiteY3" fmla="*/ 453522 h 453522"/>
              <a:gd name="connsiteX4" fmla="*/ 0 w 3424238"/>
              <a:gd name="connsiteY4" fmla="*/ 0 h 453522"/>
              <a:gd name="connsiteX0" fmla="*/ 0 w 3424238"/>
              <a:gd name="connsiteY0" fmla="*/ 0 h 453522"/>
              <a:gd name="connsiteX1" fmla="*/ 3424238 w 3424238"/>
              <a:gd name="connsiteY1" fmla="*/ 0 h 453522"/>
              <a:gd name="connsiteX2" fmla="*/ 3424238 w 3424238"/>
              <a:gd name="connsiteY2" fmla="*/ 453522 h 453522"/>
              <a:gd name="connsiteX3" fmla="*/ 165100 w 3424238"/>
              <a:gd name="connsiteY3" fmla="*/ 453522 h 453522"/>
              <a:gd name="connsiteX4" fmla="*/ 0 w 3424238"/>
              <a:gd name="connsiteY4" fmla="*/ 0 h 453522"/>
              <a:gd name="connsiteX0" fmla="*/ 0 w 3424238"/>
              <a:gd name="connsiteY0" fmla="*/ 0 h 453522"/>
              <a:gd name="connsiteX1" fmla="*/ 3259138 w 3424238"/>
              <a:gd name="connsiteY1" fmla="*/ 3175 h 453522"/>
              <a:gd name="connsiteX2" fmla="*/ 3424238 w 3424238"/>
              <a:gd name="connsiteY2" fmla="*/ 453522 h 453522"/>
              <a:gd name="connsiteX3" fmla="*/ 165100 w 3424238"/>
              <a:gd name="connsiteY3" fmla="*/ 453522 h 453522"/>
              <a:gd name="connsiteX4" fmla="*/ 0 w 3424238"/>
              <a:gd name="connsiteY4" fmla="*/ 0 h 453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4238" h="453522">
                <a:moveTo>
                  <a:pt x="0" y="0"/>
                </a:moveTo>
                <a:lnTo>
                  <a:pt x="3259138" y="3175"/>
                </a:lnTo>
                <a:lnTo>
                  <a:pt x="3424238" y="453522"/>
                </a:lnTo>
                <a:lnTo>
                  <a:pt x="165100" y="45352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E45365A6-5B8C-0C75-5F4F-15C59429549D}"/>
              </a:ext>
            </a:extLst>
          </p:cNvPr>
          <p:cNvSpPr/>
          <p:nvPr/>
        </p:nvSpPr>
        <p:spPr>
          <a:xfrm rot="20294900">
            <a:off x="8422494" y="2977193"/>
            <a:ext cx="745982" cy="1058400"/>
          </a:xfrm>
          <a:custGeom>
            <a:avLst/>
            <a:gdLst>
              <a:gd name="connsiteX0" fmla="*/ 38104 w 745982"/>
              <a:gd name="connsiteY0" fmla="*/ 1871 h 1058400"/>
              <a:gd name="connsiteX1" fmla="*/ 699906 w 745982"/>
              <a:gd name="connsiteY1" fmla="*/ 265926 h 1058400"/>
              <a:gd name="connsiteX2" fmla="*/ 745982 w 745982"/>
              <a:gd name="connsiteY2" fmla="*/ 307379 h 1058400"/>
              <a:gd name="connsiteX3" fmla="*/ 209 w 745982"/>
              <a:gd name="connsiteY3" fmla="*/ 1058400 h 1058400"/>
              <a:gd name="connsiteX4" fmla="*/ 0 w 745982"/>
              <a:gd name="connsiteY4" fmla="*/ 0 h 105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5982" h="1058400">
                <a:moveTo>
                  <a:pt x="38104" y="1871"/>
                </a:moveTo>
                <a:lnTo>
                  <a:pt x="699906" y="265926"/>
                </a:lnTo>
                <a:lnTo>
                  <a:pt x="745982" y="307379"/>
                </a:lnTo>
                <a:lnTo>
                  <a:pt x="209" y="1058400"/>
                </a:lnTo>
                <a:cubicBezTo>
                  <a:pt x="139" y="705600"/>
                  <a:pt x="70" y="352800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6" name="Forma libre: forma 35">
            <a:extLst>
              <a:ext uri="{FF2B5EF4-FFF2-40B4-BE49-F238E27FC236}">
                <a16:creationId xmlns:a16="http://schemas.microsoft.com/office/drawing/2014/main" id="{779822B9-4C4E-27AE-5D09-61E45E37E5D7}"/>
              </a:ext>
            </a:extLst>
          </p:cNvPr>
          <p:cNvSpPr/>
          <p:nvPr/>
        </p:nvSpPr>
        <p:spPr>
          <a:xfrm rot="20294900">
            <a:off x="7600170" y="2975605"/>
            <a:ext cx="745982" cy="1058400"/>
          </a:xfrm>
          <a:custGeom>
            <a:avLst/>
            <a:gdLst>
              <a:gd name="connsiteX0" fmla="*/ 33217 w 745982"/>
              <a:gd name="connsiteY0" fmla="*/ 1631 h 1058400"/>
              <a:gd name="connsiteX1" fmla="*/ 703321 w 745982"/>
              <a:gd name="connsiteY1" fmla="*/ 268998 h 1058400"/>
              <a:gd name="connsiteX2" fmla="*/ 745982 w 745982"/>
              <a:gd name="connsiteY2" fmla="*/ 307379 h 1058400"/>
              <a:gd name="connsiteX3" fmla="*/ 209 w 745982"/>
              <a:gd name="connsiteY3" fmla="*/ 1058400 h 1058400"/>
              <a:gd name="connsiteX4" fmla="*/ 0 w 745982"/>
              <a:gd name="connsiteY4" fmla="*/ 0 h 105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5982" h="1058400">
                <a:moveTo>
                  <a:pt x="33217" y="1631"/>
                </a:moveTo>
                <a:lnTo>
                  <a:pt x="703321" y="268998"/>
                </a:lnTo>
                <a:lnTo>
                  <a:pt x="745982" y="307379"/>
                </a:lnTo>
                <a:lnTo>
                  <a:pt x="209" y="1058400"/>
                </a:lnTo>
                <a:cubicBezTo>
                  <a:pt x="139" y="705600"/>
                  <a:pt x="70" y="352800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7" name="Forma libre: forma 36">
            <a:extLst>
              <a:ext uri="{FF2B5EF4-FFF2-40B4-BE49-F238E27FC236}">
                <a16:creationId xmlns:a16="http://schemas.microsoft.com/office/drawing/2014/main" id="{A366269D-1300-DEEF-765C-B7875DDA38AB}"/>
              </a:ext>
            </a:extLst>
          </p:cNvPr>
          <p:cNvSpPr/>
          <p:nvPr/>
        </p:nvSpPr>
        <p:spPr>
          <a:xfrm rot="20294900">
            <a:off x="6777846" y="2976172"/>
            <a:ext cx="745982" cy="1058400"/>
          </a:xfrm>
          <a:custGeom>
            <a:avLst/>
            <a:gdLst>
              <a:gd name="connsiteX0" fmla="*/ 34962 w 745982"/>
              <a:gd name="connsiteY0" fmla="*/ 1717 h 1058400"/>
              <a:gd name="connsiteX1" fmla="*/ 702102 w 745982"/>
              <a:gd name="connsiteY1" fmla="*/ 267901 h 1058400"/>
              <a:gd name="connsiteX2" fmla="*/ 745982 w 745982"/>
              <a:gd name="connsiteY2" fmla="*/ 307379 h 1058400"/>
              <a:gd name="connsiteX3" fmla="*/ 209 w 745982"/>
              <a:gd name="connsiteY3" fmla="*/ 1058400 h 1058400"/>
              <a:gd name="connsiteX4" fmla="*/ 0 w 745982"/>
              <a:gd name="connsiteY4" fmla="*/ 0 h 105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5982" h="1058400">
                <a:moveTo>
                  <a:pt x="34962" y="1717"/>
                </a:moveTo>
                <a:lnTo>
                  <a:pt x="702102" y="267901"/>
                </a:lnTo>
                <a:lnTo>
                  <a:pt x="745982" y="307379"/>
                </a:lnTo>
                <a:lnTo>
                  <a:pt x="209" y="1058400"/>
                </a:lnTo>
                <a:cubicBezTo>
                  <a:pt x="139" y="705600"/>
                  <a:pt x="70" y="352800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895E3E5B-CA30-371C-A8FD-B36D87DE2907}"/>
              </a:ext>
            </a:extLst>
          </p:cNvPr>
          <p:cNvSpPr/>
          <p:nvPr/>
        </p:nvSpPr>
        <p:spPr>
          <a:xfrm rot="20294900">
            <a:off x="5955522" y="2969821"/>
            <a:ext cx="745982" cy="1058400"/>
          </a:xfrm>
          <a:custGeom>
            <a:avLst/>
            <a:gdLst>
              <a:gd name="connsiteX0" fmla="*/ 15419 w 745982"/>
              <a:gd name="connsiteY0" fmla="*/ 757 h 1058400"/>
              <a:gd name="connsiteX1" fmla="*/ 715759 w 745982"/>
              <a:gd name="connsiteY1" fmla="*/ 280188 h 1058400"/>
              <a:gd name="connsiteX2" fmla="*/ 745982 w 745982"/>
              <a:gd name="connsiteY2" fmla="*/ 307379 h 1058400"/>
              <a:gd name="connsiteX3" fmla="*/ 209 w 745982"/>
              <a:gd name="connsiteY3" fmla="*/ 1058400 h 1058400"/>
              <a:gd name="connsiteX4" fmla="*/ 0 w 745982"/>
              <a:gd name="connsiteY4" fmla="*/ 0 h 105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5982" h="1058400">
                <a:moveTo>
                  <a:pt x="15419" y="757"/>
                </a:moveTo>
                <a:lnTo>
                  <a:pt x="715759" y="280188"/>
                </a:lnTo>
                <a:lnTo>
                  <a:pt x="745982" y="307379"/>
                </a:lnTo>
                <a:lnTo>
                  <a:pt x="209" y="1058400"/>
                </a:lnTo>
                <a:cubicBezTo>
                  <a:pt x="139" y="705600"/>
                  <a:pt x="70" y="352800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9" name="Círculo parcial 38">
            <a:extLst>
              <a:ext uri="{FF2B5EF4-FFF2-40B4-BE49-F238E27FC236}">
                <a16:creationId xmlns:a16="http://schemas.microsoft.com/office/drawing/2014/main" id="{E8601A45-B3BE-B09A-DA43-49EEC4AE2436}"/>
              </a:ext>
            </a:extLst>
          </p:cNvPr>
          <p:cNvSpPr/>
          <p:nvPr/>
        </p:nvSpPr>
        <p:spPr>
          <a:xfrm rot="12105100" flipV="1">
            <a:off x="7583639" y="3061448"/>
            <a:ext cx="2116800" cy="2133545"/>
          </a:xfrm>
          <a:prstGeom prst="pie">
            <a:avLst>
              <a:gd name="adj1" fmla="val 16110246"/>
              <a:gd name="adj2" fmla="val 1885929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0" name="Círculo parcial 39">
            <a:extLst>
              <a:ext uri="{FF2B5EF4-FFF2-40B4-BE49-F238E27FC236}">
                <a16:creationId xmlns:a16="http://schemas.microsoft.com/office/drawing/2014/main" id="{301FC8FC-18C1-0743-8E61-3648AF2046C4}"/>
              </a:ext>
            </a:extLst>
          </p:cNvPr>
          <p:cNvSpPr/>
          <p:nvPr/>
        </p:nvSpPr>
        <p:spPr>
          <a:xfrm rot="12105100" flipV="1">
            <a:off x="6765480" y="3066208"/>
            <a:ext cx="2116800" cy="2133545"/>
          </a:xfrm>
          <a:prstGeom prst="pie">
            <a:avLst>
              <a:gd name="adj1" fmla="val 16110246"/>
              <a:gd name="adj2" fmla="val 1885929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1" name="Círculo parcial 40">
            <a:extLst>
              <a:ext uri="{FF2B5EF4-FFF2-40B4-BE49-F238E27FC236}">
                <a16:creationId xmlns:a16="http://schemas.microsoft.com/office/drawing/2014/main" id="{ACADFFC7-EAC8-01F0-66AB-9894FBA6A8CA}"/>
              </a:ext>
            </a:extLst>
          </p:cNvPr>
          <p:cNvSpPr/>
          <p:nvPr/>
        </p:nvSpPr>
        <p:spPr>
          <a:xfrm rot="12105100" flipV="1">
            <a:off x="5939065" y="3063827"/>
            <a:ext cx="2116800" cy="2133545"/>
          </a:xfrm>
          <a:prstGeom prst="pie">
            <a:avLst>
              <a:gd name="adj1" fmla="val 16110246"/>
              <a:gd name="adj2" fmla="val 1885929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2" name="Círculo parcial 41">
            <a:extLst>
              <a:ext uri="{FF2B5EF4-FFF2-40B4-BE49-F238E27FC236}">
                <a16:creationId xmlns:a16="http://schemas.microsoft.com/office/drawing/2014/main" id="{BD687C99-B714-C47A-22A9-8294A88E6941}"/>
              </a:ext>
            </a:extLst>
          </p:cNvPr>
          <p:cNvSpPr/>
          <p:nvPr/>
        </p:nvSpPr>
        <p:spPr>
          <a:xfrm rot="12105100" flipV="1">
            <a:off x="5120906" y="3061447"/>
            <a:ext cx="2116800" cy="2133545"/>
          </a:xfrm>
          <a:prstGeom prst="pie">
            <a:avLst>
              <a:gd name="adj1" fmla="val 16110246"/>
              <a:gd name="adj2" fmla="val 1885929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3" name="Círculo parcial 42">
            <a:extLst>
              <a:ext uri="{FF2B5EF4-FFF2-40B4-BE49-F238E27FC236}">
                <a16:creationId xmlns:a16="http://schemas.microsoft.com/office/drawing/2014/main" id="{83B6173C-831F-366B-52DF-EACEB6B38E4C}"/>
              </a:ext>
            </a:extLst>
          </p:cNvPr>
          <p:cNvSpPr/>
          <p:nvPr/>
        </p:nvSpPr>
        <p:spPr>
          <a:xfrm rot="9494900">
            <a:off x="5540674" y="2108264"/>
            <a:ext cx="2116800" cy="2116800"/>
          </a:xfrm>
          <a:prstGeom prst="pie">
            <a:avLst>
              <a:gd name="adj1" fmla="val 16199321"/>
              <a:gd name="adj2" fmla="val 1888794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4" name="Círculo parcial 43">
            <a:extLst>
              <a:ext uri="{FF2B5EF4-FFF2-40B4-BE49-F238E27FC236}">
                <a16:creationId xmlns:a16="http://schemas.microsoft.com/office/drawing/2014/main" id="{7D70E7CA-1350-9294-6655-2D8A3DD65F1F}"/>
              </a:ext>
            </a:extLst>
          </p:cNvPr>
          <p:cNvSpPr/>
          <p:nvPr/>
        </p:nvSpPr>
        <p:spPr>
          <a:xfrm rot="9494900">
            <a:off x="6362998" y="2114615"/>
            <a:ext cx="2116800" cy="2116800"/>
          </a:xfrm>
          <a:prstGeom prst="pie">
            <a:avLst>
              <a:gd name="adj1" fmla="val 16199321"/>
              <a:gd name="adj2" fmla="val 1888794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5" name="Círculo parcial 44">
            <a:extLst>
              <a:ext uri="{FF2B5EF4-FFF2-40B4-BE49-F238E27FC236}">
                <a16:creationId xmlns:a16="http://schemas.microsoft.com/office/drawing/2014/main" id="{EAB9824B-5A4E-EB01-5041-15BD037D8A21}"/>
              </a:ext>
            </a:extLst>
          </p:cNvPr>
          <p:cNvSpPr/>
          <p:nvPr/>
        </p:nvSpPr>
        <p:spPr>
          <a:xfrm rot="9494900">
            <a:off x="7185322" y="2114049"/>
            <a:ext cx="2116800" cy="2116800"/>
          </a:xfrm>
          <a:prstGeom prst="pie">
            <a:avLst>
              <a:gd name="adj1" fmla="val 16199321"/>
              <a:gd name="adj2" fmla="val 1888794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6" name="Círculo parcial 45">
            <a:extLst>
              <a:ext uri="{FF2B5EF4-FFF2-40B4-BE49-F238E27FC236}">
                <a16:creationId xmlns:a16="http://schemas.microsoft.com/office/drawing/2014/main" id="{C0298149-4E48-3ADA-C607-390F0965FBF4}"/>
              </a:ext>
            </a:extLst>
          </p:cNvPr>
          <p:cNvSpPr/>
          <p:nvPr/>
        </p:nvSpPr>
        <p:spPr>
          <a:xfrm rot="9494900">
            <a:off x="8007646" y="2114050"/>
            <a:ext cx="2116800" cy="2116800"/>
          </a:xfrm>
          <a:prstGeom prst="pie">
            <a:avLst>
              <a:gd name="adj1" fmla="val 16241522"/>
              <a:gd name="adj2" fmla="val 1888794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35BF030F-6770-7FCB-7AD4-AD67C38E74D1}"/>
              </a:ext>
            </a:extLst>
          </p:cNvPr>
          <p:cNvSpPr txBox="1"/>
          <p:nvPr/>
        </p:nvSpPr>
        <p:spPr>
          <a:xfrm>
            <a:off x="7509204" y="4146969"/>
            <a:ext cx="58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/>
              <a:t>π</a:t>
            </a:r>
            <a:r>
              <a:rPr lang="es-ES" sz="2800" b="1" dirty="0"/>
              <a:t>r</a:t>
            </a:r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124A9A17-7432-C5E4-69DA-8AB569CF83BA}"/>
              </a:ext>
            </a:extLst>
          </p:cNvPr>
          <p:cNvCxnSpPr/>
          <p:nvPr/>
        </p:nvCxnSpPr>
        <p:spPr>
          <a:xfrm>
            <a:off x="9164476" y="3143305"/>
            <a:ext cx="5505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01DE7EDA-6A96-7C4D-A221-3267407DEF41}"/>
              </a:ext>
            </a:extLst>
          </p:cNvPr>
          <p:cNvCxnSpPr>
            <a:cxnSpLocks/>
          </p:cNvCxnSpPr>
          <p:nvPr/>
        </p:nvCxnSpPr>
        <p:spPr>
          <a:xfrm>
            <a:off x="9520076" y="4219127"/>
            <a:ext cx="1949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68462408-BD9E-1D03-6D76-3851BF74903C}"/>
              </a:ext>
            </a:extLst>
          </p:cNvPr>
          <p:cNvCxnSpPr>
            <a:cxnSpLocks/>
          </p:cNvCxnSpPr>
          <p:nvPr/>
        </p:nvCxnSpPr>
        <p:spPr>
          <a:xfrm>
            <a:off x="9681062" y="3143305"/>
            <a:ext cx="0" cy="107582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1DCC6F89-8950-1E48-1914-28D1C6BCFECD}"/>
              </a:ext>
            </a:extLst>
          </p:cNvPr>
          <p:cNvSpPr txBox="1"/>
          <p:nvPr/>
        </p:nvSpPr>
        <p:spPr>
          <a:xfrm>
            <a:off x="9416888" y="3331822"/>
            <a:ext cx="58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r</a:t>
            </a:r>
          </a:p>
        </p:txBody>
      </p:sp>
      <p:sp>
        <p:nvSpPr>
          <p:cNvPr id="52" name="Rectángulo 69">
            <a:extLst>
              <a:ext uri="{FF2B5EF4-FFF2-40B4-BE49-F238E27FC236}">
                <a16:creationId xmlns:a16="http://schemas.microsoft.com/office/drawing/2014/main" id="{26151067-49A0-F549-630A-C0F635DFD566}"/>
              </a:ext>
            </a:extLst>
          </p:cNvPr>
          <p:cNvSpPr/>
          <p:nvPr/>
        </p:nvSpPr>
        <p:spPr>
          <a:xfrm>
            <a:off x="5779926" y="3143305"/>
            <a:ext cx="3690938" cy="1085347"/>
          </a:xfrm>
          <a:custGeom>
            <a:avLst/>
            <a:gdLst>
              <a:gd name="connsiteX0" fmla="*/ 0 w 3690938"/>
              <a:gd name="connsiteY0" fmla="*/ 0 h 1082172"/>
              <a:gd name="connsiteX1" fmla="*/ 3690938 w 3690938"/>
              <a:gd name="connsiteY1" fmla="*/ 0 h 1082172"/>
              <a:gd name="connsiteX2" fmla="*/ 3690938 w 3690938"/>
              <a:gd name="connsiteY2" fmla="*/ 1082172 h 1082172"/>
              <a:gd name="connsiteX3" fmla="*/ 0 w 3690938"/>
              <a:gd name="connsiteY3" fmla="*/ 1082172 h 1082172"/>
              <a:gd name="connsiteX4" fmla="*/ 0 w 3690938"/>
              <a:gd name="connsiteY4" fmla="*/ 0 h 1082172"/>
              <a:gd name="connsiteX0" fmla="*/ 0 w 3690938"/>
              <a:gd name="connsiteY0" fmla="*/ 0 h 1085347"/>
              <a:gd name="connsiteX1" fmla="*/ 3690938 w 3690938"/>
              <a:gd name="connsiteY1" fmla="*/ 0 h 1085347"/>
              <a:gd name="connsiteX2" fmla="*/ 3690938 w 3690938"/>
              <a:gd name="connsiteY2" fmla="*/ 1082172 h 1085347"/>
              <a:gd name="connsiteX3" fmla="*/ 431800 w 3690938"/>
              <a:gd name="connsiteY3" fmla="*/ 1085347 h 1085347"/>
              <a:gd name="connsiteX4" fmla="*/ 0 w 3690938"/>
              <a:gd name="connsiteY4" fmla="*/ 0 h 1085347"/>
              <a:gd name="connsiteX0" fmla="*/ 0 w 3690938"/>
              <a:gd name="connsiteY0" fmla="*/ 0 h 1085347"/>
              <a:gd name="connsiteX1" fmla="*/ 3284538 w 3690938"/>
              <a:gd name="connsiteY1" fmla="*/ 0 h 1085347"/>
              <a:gd name="connsiteX2" fmla="*/ 3690938 w 3690938"/>
              <a:gd name="connsiteY2" fmla="*/ 1082172 h 1085347"/>
              <a:gd name="connsiteX3" fmla="*/ 431800 w 3690938"/>
              <a:gd name="connsiteY3" fmla="*/ 1085347 h 1085347"/>
              <a:gd name="connsiteX4" fmla="*/ 0 w 3690938"/>
              <a:gd name="connsiteY4" fmla="*/ 0 h 1085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0938" h="1085347">
                <a:moveTo>
                  <a:pt x="0" y="0"/>
                </a:moveTo>
                <a:lnTo>
                  <a:pt x="3284538" y="0"/>
                </a:lnTo>
                <a:lnTo>
                  <a:pt x="3690938" y="1082172"/>
                </a:lnTo>
                <a:lnTo>
                  <a:pt x="431800" y="1085347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03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2" grpId="0"/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4" grpId="0" animBg="1"/>
      <p:bldP spid="45" grpId="0" animBg="1"/>
      <p:bldP spid="46" grpId="0" animBg="1"/>
      <p:bldP spid="47" grpId="0"/>
      <p:bldP spid="51" grpId="0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calcular el área del círculo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 descomponemos en muchos triángulos </a:t>
            </a:r>
            <a:r>
              <a:rPr lang="es-ES" sz="2000" b="1" dirty="0"/>
              <a:t>como si fuera un polígono regular de muchos lados.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BF3000C-9822-79FF-371A-9C36CF7E3E9A}"/>
              </a:ext>
            </a:extLst>
          </p:cNvPr>
          <p:cNvSpPr txBox="1"/>
          <p:nvPr/>
        </p:nvSpPr>
        <p:spPr>
          <a:xfrm>
            <a:off x="3609868" y="5010283"/>
            <a:ext cx="3107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8C2F5-B18E-399F-895E-21251CA8B74B}"/>
                  </a:ext>
                </a:extLst>
              </p:cNvPr>
              <p:cNvSpPr txBox="1"/>
              <p:nvPr/>
            </p:nvSpPr>
            <p:spPr>
              <a:xfrm>
                <a:off x="6256069" y="5033170"/>
                <a:ext cx="260321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8C2F5-B18E-399F-895E-21251CA8B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069" y="5033170"/>
                <a:ext cx="2603213" cy="3776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Círculo parcial 85">
            <a:extLst>
              <a:ext uri="{FF2B5EF4-FFF2-40B4-BE49-F238E27FC236}">
                <a16:creationId xmlns:a16="http://schemas.microsoft.com/office/drawing/2014/main" id="{E72E271D-BC62-DEAE-3638-13D5EE052A49}"/>
              </a:ext>
            </a:extLst>
          </p:cNvPr>
          <p:cNvSpPr/>
          <p:nvPr/>
        </p:nvSpPr>
        <p:spPr>
          <a:xfrm>
            <a:off x="2362118" y="2111997"/>
            <a:ext cx="2116800" cy="2116800"/>
          </a:xfrm>
          <a:prstGeom prst="pie">
            <a:avLst>
              <a:gd name="adj1" fmla="val 16199321"/>
              <a:gd name="adj2" fmla="val 16335923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7" name="Elipse 86">
            <a:extLst>
              <a:ext uri="{FF2B5EF4-FFF2-40B4-BE49-F238E27FC236}">
                <a16:creationId xmlns:a16="http://schemas.microsoft.com/office/drawing/2014/main" id="{6B86054B-D960-5A66-B871-3E4C47B6DDB0}"/>
              </a:ext>
            </a:extLst>
          </p:cNvPr>
          <p:cNvSpPr/>
          <p:nvPr/>
        </p:nvSpPr>
        <p:spPr>
          <a:xfrm>
            <a:off x="2362118" y="2111171"/>
            <a:ext cx="2117626" cy="211762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BC91191D-FCB3-7DE8-10AA-885750468902}"/>
              </a:ext>
            </a:extLst>
          </p:cNvPr>
          <p:cNvCxnSpPr>
            <a:cxnSpLocks/>
            <a:stCxn id="87" idx="0"/>
          </p:cNvCxnSpPr>
          <p:nvPr/>
        </p:nvCxnSpPr>
        <p:spPr>
          <a:xfrm>
            <a:off x="3420931" y="2111171"/>
            <a:ext cx="0" cy="10703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59B9810D-350A-48D1-1EA3-3767BF391908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3420518" y="2102376"/>
            <a:ext cx="42309" cy="10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!!1">
            <a:extLst>
              <a:ext uri="{FF2B5EF4-FFF2-40B4-BE49-F238E27FC236}">
                <a16:creationId xmlns:a16="http://schemas.microsoft.com/office/drawing/2014/main" id="{23950936-5B34-DA8F-1AE0-80EE742B8BEB}"/>
              </a:ext>
            </a:extLst>
          </p:cNvPr>
          <p:cNvSpPr/>
          <p:nvPr/>
        </p:nvSpPr>
        <p:spPr>
          <a:xfrm>
            <a:off x="6594802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1" name="!!2">
            <a:extLst>
              <a:ext uri="{FF2B5EF4-FFF2-40B4-BE49-F238E27FC236}">
                <a16:creationId xmlns:a16="http://schemas.microsoft.com/office/drawing/2014/main" id="{8CFBE4CD-6AEA-B94D-E66F-29FC92BA21F2}"/>
              </a:ext>
            </a:extLst>
          </p:cNvPr>
          <p:cNvSpPr/>
          <p:nvPr/>
        </p:nvSpPr>
        <p:spPr>
          <a:xfrm>
            <a:off x="6668203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2" name="!!3">
            <a:extLst>
              <a:ext uri="{FF2B5EF4-FFF2-40B4-BE49-F238E27FC236}">
                <a16:creationId xmlns:a16="http://schemas.microsoft.com/office/drawing/2014/main" id="{A798E66F-3590-49C1-749D-52B7F0AE6725}"/>
              </a:ext>
            </a:extLst>
          </p:cNvPr>
          <p:cNvSpPr/>
          <p:nvPr/>
        </p:nvSpPr>
        <p:spPr>
          <a:xfrm>
            <a:off x="6741604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3" name="!!4">
            <a:extLst>
              <a:ext uri="{FF2B5EF4-FFF2-40B4-BE49-F238E27FC236}">
                <a16:creationId xmlns:a16="http://schemas.microsoft.com/office/drawing/2014/main" id="{65DA03A0-B1D9-8323-9C5E-95A5B7B24343}"/>
              </a:ext>
            </a:extLst>
          </p:cNvPr>
          <p:cNvSpPr/>
          <p:nvPr/>
        </p:nvSpPr>
        <p:spPr>
          <a:xfrm>
            <a:off x="6815005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4" name="!!5">
            <a:extLst>
              <a:ext uri="{FF2B5EF4-FFF2-40B4-BE49-F238E27FC236}">
                <a16:creationId xmlns:a16="http://schemas.microsoft.com/office/drawing/2014/main" id="{0DB0A1B9-1CCD-A0EF-129D-ABE8D36E4C50}"/>
              </a:ext>
            </a:extLst>
          </p:cNvPr>
          <p:cNvSpPr/>
          <p:nvPr/>
        </p:nvSpPr>
        <p:spPr>
          <a:xfrm>
            <a:off x="6888406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5" name="!!6">
            <a:extLst>
              <a:ext uri="{FF2B5EF4-FFF2-40B4-BE49-F238E27FC236}">
                <a16:creationId xmlns:a16="http://schemas.microsoft.com/office/drawing/2014/main" id="{F9E1587F-8034-4E26-FBF8-F6308FB27B06}"/>
              </a:ext>
            </a:extLst>
          </p:cNvPr>
          <p:cNvSpPr/>
          <p:nvPr/>
        </p:nvSpPr>
        <p:spPr>
          <a:xfrm>
            <a:off x="6961807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6" name="!!7">
            <a:extLst>
              <a:ext uri="{FF2B5EF4-FFF2-40B4-BE49-F238E27FC236}">
                <a16:creationId xmlns:a16="http://schemas.microsoft.com/office/drawing/2014/main" id="{63296FF1-D6C9-CA0A-8BD1-9755EA085D4E}"/>
              </a:ext>
            </a:extLst>
          </p:cNvPr>
          <p:cNvSpPr/>
          <p:nvPr/>
        </p:nvSpPr>
        <p:spPr>
          <a:xfrm>
            <a:off x="7035208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7" name="!!8">
            <a:extLst>
              <a:ext uri="{FF2B5EF4-FFF2-40B4-BE49-F238E27FC236}">
                <a16:creationId xmlns:a16="http://schemas.microsoft.com/office/drawing/2014/main" id="{5417CE72-2171-6729-8FC8-B5A79A5C3E2E}"/>
              </a:ext>
            </a:extLst>
          </p:cNvPr>
          <p:cNvSpPr/>
          <p:nvPr/>
        </p:nvSpPr>
        <p:spPr>
          <a:xfrm>
            <a:off x="7108609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8" name="!!9">
            <a:extLst>
              <a:ext uri="{FF2B5EF4-FFF2-40B4-BE49-F238E27FC236}">
                <a16:creationId xmlns:a16="http://schemas.microsoft.com/office/drawing/2014/main" id="{27D71DBA-5865-6592-A611-F7922FB4CE2C}"/>
              </a:ext>
            </a:extLst>
          </p:cNvPr>
          <p:cNvSpPr/>
          <p:nvPr/>
        </p:nvSpPr>
        <p:spPr>
          <a:xfrm>
            <a:off x="7182010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" name="!!10">
            <a:extLst>
              <a:ext uri="{FF2B5EF4-FFF2-40B4-BE49-F238E27FC236}">
                <a16:creationId xmlns:a16="http://schemas.microsoft.com/office/drawing/2014/main" id="{47E93EDC-43C0-CC62-01E0-FF6624ED2F6A}"/>
              </a:ext>
            </a:extLst>
          </p:cNvPr>
          <p:cNvSpPr/>
          <p:nvPr/>
        </p:nvSpPr>
        <p:spPr>
          <a:xfrm>
            <a:off x="7255411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0" name="!!11">
            <a:extLst>
              <a:ext uri="{FF2B5EF4-FFF2-40B4-BE49-F238E27FC236}">
                <a16:creationId xmlns:a16="http://schemas.microsoft.com/office/drawing/2014/main" id="{07ED9BF8-1CED-33C8-D772-5C2714C47350}"/>
              </a:ext>
            </a:extLst>
          </p:cNvPr>
          <p:cNvSpPr/>
          <p:nvPr/>
        </p:nvSpPr>
        <p:spPr>
          <a:xfrm>
            <a:off x="7328812" y="3158416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1" name="!!12">
            <a:extLst>
              <a:ext uri="{FF2B5EF4-FFF2-40B4-BE49-F238E27FC236}">
                <a16:creationId xmlns:a16="http://schemas.microsoft.com/office/drawing/2014/main" id="{1D581DDE-A9F3-F218-31E2-8107AFB55714}"/>
              </a:ext>
            </a:extLst>
          </p:cNvPr>
          <p:cNvSpPr/>
          <p:nvPr/>
        </p:nvSpPr>
        <p:spPr>
          <a:xfrm>
            <a:off x="7402213" y="3158416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2" name="!!13">
            <a:extLst>
              <a:ext uri="{FF2B5EF4-FFF2-40B4-BE49-F238E27FC236}">
                <a16:creationId xmlns:a16="http://schemas.microsoft.com/office/drawing/2014/main" id="{1DE73311-D2F7-5D7F-7CE9-8936570E0118}"/>
              </a:ext>
            </a:extLst>
          </p:cNvPr>
          <p:cNvSpPr/>
          <p:nvPr/>
        </p:nvSpPr>
        <p:spPr>
          <a:xfrm>
            <a:off x="7475614" y="3158415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3" name="!!14">
            <a:extLst>
              <a:ext uri="{FF2B5EF4-FFF2-40B4-BE49-F238E27FC236}">
                <a16:creationId xmlns:a16="http://schemas.microsoft.com/office/drawing/2014/main" id="{608EBC75-FAB6-95C9-5378-5678B750B782}"/>
              </a:ext>
            </a:extLst>
          </p:cNvPr>
          <p:cNvSpPr/>
          <p:nvPr/>
        </p:nvSpPr>
        <p:spPr>
          <a:xfrm>
            <a:off x="7549015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" name="!!15">
            <a:extLst>
              <a:ext uri="{FF2B5EF4-FFF2-40B4-BE49-F238E27FC236}">
                <a16:creationId xmlns:a16="http://schemas.microsoft.com/office/drawing/2014/main" id="{C27B7D59-EF95-CF64-D79F-143F8DC2DAC6}"/>
              </a:ext>
            </a:extLst>
          </p:cNvPr>
          <p:cNvSpPr/>
          <p:nvPr/>
        </p:nvSpPr>
        <p:spPr>
          <a:xfrm>
            <a:off x="7622416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5" name="!!16">
            <a:extLst>
              <a:ext uri="{FF2B5EF4-FFF2-40B4-BE49-F238E27FC236}">
                <a16:creationId xmlns:a16="http://schemas.microsoft.com/office/drawing/2014/main" id="{C9408D1C-9AD5-CE45-552F-1535704A9907}"/>
              </a:ext>
            </a:extLst>
          </p:cNvPr>
          <p:cNvSpPr/>
          <p:nvPr/>
        </p:nvSpPr>
        <p:spPr>
          <a:xfrm>
            <a:off x="7695817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6" name="!!17">
            <a:extLst>
              <a:ext uri="{FF2B5EF4-FFF2-40B4-BE49-F238E27FC236}">
                <a16:creationId xmlns:a16="http://schemas.microsoft.com/office/drawing/2014/main" id="{58EFE2DA-3CED-E4BB-2BEF-28559DBF1FBC}"/>
              </a:ext>
            </a:extLst>
          </p:cNvPr>
          <p:cNvSpPr/>
          <p:nvPr/>
        </p:nvSpPr>
        <p:spPr>
          <a:xfrm>
            <a:off x="7769218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7" name="!!18">
            <a:extLst>
              <a:ext uri="{FF2B5EF4-FFF2-40B4-BE49-F238E27FC236}">
                <a16:creationId xmlns:a16="http://schemas.microsoft.com/office/drawing/2014/main" id="{BAA81838-70C8-BACA-D47B-93FD3E477633}"/>
              </a:ext>
            </a:extLst>
          </p:cNvPr>
          <p:cNvSpPr/>
          <p:nvPr/>
        </p:nvSpPr>
        <p:spPr>
          <a:xfrm>
            <a:off x="7842619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8" name="!!19">
            <a:extLst>
              <a:ext uri="{FF2B5EF4-FFF2-40B4-BE49-F238E27FC236}">
                <a16:creationId xmlns:a16="http://schemas.microsoft.com/office/drawing/2014/main" id="{9CA242BA-8EB1-DDB5-7D8A-61F7F0CE7AF6}"/>
              </a:ext>
            </a:extLst>
          </p:cNvPr>
          <p:cNvSpPr/>
          <p:nvPr/>
        </p:nvSpPr>
        <p:spPr>
          <a:xfrm>
            <a:off x="7916020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9" name="!!20">
            <a:extLst>
              <a:ext uri="{FF2B5EF4-FFF2-40B4-BE49-F238E27FC236}">
                <a16:creationId xmlns:a16="http://schemas.microsoft.com/office/drawing/2014/main" id="{2D2A8246-C653-8DE8-5729-D2226764AA08}"/>
              </a:ext>
            </a:extLst>
          </p:cNvPr>
          <p:cNvSpPr/>
          <p:nvPr/>
        </p:nvSpPr>
        <p:spPr>
          <a:xfrm>
            <a:off x="7989421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0" name="!!21">
            <a:extLst>
              <a:ext uri="{FF2B5EF4-FFF2-40B4-BE49-F238E27FC236}">
                <a16:creationId xmlns:a16="http://schemas.microsoft.com/office/drawing/2014/main" id="{1EC3EFEC-D0E1-2421-343D-23ED4F508C28}"/>
              </a:ext>
            </a:extLst>
          </p:cNvPr>
          <p:cNvSpPr/>
          <p:nvPr/>
        </p:nvSpPr>
        <p:spPr>
          <a:xfrm>
            <a:off x="8062822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Triángulo isósceles 110">
            <a:extLst>
              <a:ext uri="{FF2B5EF4-FFF2-40B4-BE49-F238E27FC236}">
                <a16:creationId xmlns:a16="http://schemas.microsoft.com/office/drawing/2014/main" id="{C9C40D06-092B-DDFF-90D5-413BEA713C25}"/>
              </a:ext>
            </a:extLst>
          </p:cNvPr>
          <p:cNvSpPr/>
          <p:nvPr/>
        </p:nvSpPr>
        <p:spPr>
          <a:xfrm>
            <a:off x="8136223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2" name="Triángulo isósceles 111">
            <a:extLst>
              <a:ext uri="{FF2B5EF4-FFF2-40B4-BE49-F238E27FC236}">
                <a16:creationId xmlns:a16="http://schemas.microsoft.com/office/drawing/2014/main" id="{56513A96-FCCE-86C9-82EA-23983A4946DF}"/>
              </a:ext>
            </a:extLst>
          </p:cNvPr>
          <p:cNvSpPr/>
          <p:nvPr/>
        </p:nvSpPr>
        <p:spPr>
          <a:xfrm>
            <a:off x="8209624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3" name="Triángulo isósceles 112">
            <a:extLst>
              <a:ext uri="{FF2B5EF4-FFF2-40B4-BE49-F238E27FC236}">
                <a16:creationId xmlns:a16="http://schemas.microsoft.com/office/drawing/2014/main" id="{81003E7D-C718-FE60-BCB7-B7ED3BF0CC00}"/>
              </a:ext>
            </a:extLst>
          </p:cNvPr>
          <p:cNvSpPr/>
          <p:nvPr/>
        </p:nvSpPr>
        <p:spPr>
          <a:xfrm>
            <a:off x="8283025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4" name="Triángulo isósceles 113">
            <a:extLst>
              <a:ext uri="{FF2B5EF4-FFF2-40B4-BE49-F238E27FC236}">
                <a16:creationId xmlns:a16="http://schemas.microsoft.com/office/drawing/2014/main" id="{7C8E5326-3BD4-B892-029D-48A9B7FADEF1}"/>
              </a:ext>
            </a:extLst>
          </p:cNvPr>
          <p:cNvSpPr/>
          <p:nvPr/>
        </p:nvSpPr>
        <p:spPr>
          <a:xfrm>
            <a:off x="8356426" y="3158416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5" name="Triángulo isósceles 114">
            <a:extLst>
              <a:ext uri="{FF2B5EF4-FFF2-40B4-BE49-F238E27FC236}">
                <a16:creationId xmlns:a16="http://schemas.microsoft.com/office/drawing/2014/main" id="{589E6EB8-D862-58F4-6420-AB3862363425}"/>
              </a:ext>
            </a:extLst>
          </p:cNvPr>
          <p:cNvSpPr/>
          <p:nvPr/>
        </p:nvSpPr>
        <p:spPr>
          <a:xfrm>
            <a:off x="8429827" y="3158416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6" name="Triángulo isósceles 115">
            <a:extLst>
              <a:ext uri="{FF2B5EF4-FFF2-40B4-BE49-F238E27FC236}">
                <a16:creationId xmlns:a16="http://schemas.microsoft.com/office/drawing/2014/main" id="{0086FFFD-DEE9-01C1-8990-560BB8B4887B}"/>
              </a:ext>
            </a:extLst>
          </p:cNvPr>
          <p:cNvSpPr/>
          <p:nvPr/>
        </p:nvSpPr>
        <p:spPr>
          <a:xfrm>
            <a:off x="8503228" y="3158415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7" name="Triángulo isósceles 116">
            <a:extLst>
              <a:ext uri="{FF2B5EF4-FFF2-40B4-BE49-F238E27FC236}">
                <a16:creationId xmlns:a16="http://schemas.microsoft.com/office/drawing/2014/main" id="{DB3B7931-3FE2-A69D-4121-FA169EC2ACA3}"/>
              </a:ext>
            </a:extLst>
          </p:cNvPr>
          <p:cNvSpPr/>
          <p:nvPr/>
        </p:nvSpPr>
        <p:spPr>
          <a:xfrm>
            <a:off x="8576629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" name="Triángulo isósceles 117">
            <a:extLst>
              <a:ext uri="{FF2B5EF4-FFF2-40B4-BE49-F238E27FC236}">
                <a16:creationId xmlns:a16="http://schemas.microsoft.com/office/drawing/2014/main" id="{653C8A44-512D-9146-3BFD-5F01463316D9}"/>
              </a:ext>
            </a:extLst>
          </p:cNvPr>
          <p:cNvSpPr/>
          <p:nvPr/>
        </p:nvSpPr>
        <p:spPr>
          <a:xfrm>
            <a:off x="8650030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9" name="Triángulo isósceles 118">
            <a:extLst>
              <a:ext uri="{FF2B5EF4-FFF2-40B4-BE49-F238E27FC236}">
                <a16:creationId xmlns:a16="http://schemas.microsoft.com/office/drawing/2014/main" id="{082CB1B4-16FC-1034-E4C4-E6CE72234726}"/>
              </a:ext>
            </a:extLst>
          </p:cNvPr>
          <p:cNvSpPr/>
          <p:nvPr/>
        </p:nvSpPr>
        <p:spPr>
          <a:xfrm>
            <a:off x="8723431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0" name="Triángulo isósceles 119">
            <a:extLst>
              <a:ext uri="{FF2B5EF4-FFF2-40B4-BE49-F238E27FC236}">
                <a16:creationId xmlns:a16="http://schemas.microsoft.com/office/drawing/2014/main" id="{CCDCA0CA-8814-60D5-1109-7336B966D6A6}"/>
              </a:ext>
            </a:extLst>
          </p:cNvPr>
          <p:cNvSpPr/>
          <p:nvPr/>
        </p:nvSpPr>
        <p:spPr>
          <a:xfrm>
            <a:off x="8796832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1" name="Triángulo isósceles 120">
            <a:extLst>
              <a:ext uri="{FF2B5EF4-FFF2-40B4-BE49-F238E27FC236}">
                <a16:creationId xmlns:a16="http://schemas.microsoft.com/office/drawing/2014/main" id="{E5CE3B9F-F78A-8BBB-EFEB-0F3C28E7F538}"/>
              </a:ext>
            </a:extLst>
          </p:cNvPr>
          <p:cNvSpPr/>
          <p:nvPr/>
        </p:nvSpPr>
        <p:spPr>
          <a:xfrm>
            <a:off x="8870233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2" name="Triángulo isósceles 121">
            <a:extLst>
              <a:ext uri="{FF2B5EF4-FFF2-40B4-BE49-F238E27FC236}">
                <a16:creationId xmlns:a16="http://schemas.microsoft.com/office/drawing/2014/main" id="{533785DD-9FD1-E770-4F2D-1A9D7F26511E}"/>
              </a:ext>
            </a:extLst>
          </p:cNvPr>
          <p:cNvSpPr/>
          <p:nvPr/>
        </p:nvSpPr>
        <p:spPr>
          <a:xfrm>
            <a:off x="8943634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3" name="Triángulo isósceles 122">
            <a:extLst>
              <a:ext uri="{FF2B5EF4-FFF2-40B4-BE49-F238E27FC236}">
                <a16:creationId xmlns:a16="http://schemas.microsoft.com/office/drawing/2014/main" id="{5AB9C2FB-6057-E6F2-500F-ACEF8BFFC955}"/>
              </a:ext>
            </a:extLst>
          </p:cNvPr>
          <p:cNvSpPr/>
          <p:nvPr/>
        </p:nvSpPr>
        <p:spPr>
          <a:xfrm>
            <a:off x="9017035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4" name="Triángulo isósceles 123">
            <a:extLst>
              <a:ext uri="{FF2B5EF4-FFF2-40B4-BE49-F238E27FC236}">
                <a16:creationId xmlns:a16="http://schemas.microsoft.com/office/drawing/2014/main" id="{066D806D-9EB3-5969-6855-1E94FE1D0296}"/>
              </a:ext>
            </a:extLst>
          </p:cNvPr>
          <p:cNvSpPr/>
          <p:nvPr/>
        </p:nvSpPr>
        <p:spPr>
          <a:xfrm>
            <a:off x="9090436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5" name="Triángulo isósceles 124">
            <a:extLst>
              <a:ext uri="{FF2B5EF4-FFF2-40B4-BE49-F238E27FC236}">
                <a16:creationId xmlns:a16="http://schemas.microsoft.com/office/drawing/2014/main" id="{99655281-D3AA-9463-07E6-59652139375F}"/>
              </a:ext>
            </a:extLst>
          </p:cNvPr>
          <p:cNvSpPr/>
          <p:nvPr/>
        </p:nvSpPr>
        <p:spPr>
          <a:xfrm>
            <a:off x="9163837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6" name="Triángulo isósceles 125">
            <a:extLst>
              <a:ext uri="{FF2B5EF4-FFF2-40B4-BE49-F238E27FC236}">
                <a16:creationId xmlns:a16="http://schemas.microsoft.com/office/drawing/2014/main" id="{9B5A1217-0B34-2C3B-8D01-D205CFCFBF5D}"/>
              </a:ext>
            </a:extLst>
          </p:cNvPr>
          <p:cNvSpPr/>
          <p:nvPr/>
        </p:nvSpPr>
        <p:spPr>
          <a:xfrm>
            <a:off x="9237238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7" name="Triángulo isósceles 126">
            <a:extLst>
              <a:ext uri="{FF2B5EF4-FFF2-40B4-BE49-F238E27FC236}">
                <a16:creationId xmlns:a16="http://schemas.microsoft.com/office/drawing/2014/main" id="{E7B8B94C-4331-285E-83E5-E98A99FEF3B5}"/>
              </a:ext>
            </a:extLst>
          </p:cNvPr>
          <p:cNvSpPr/>
          <p:nvPr/>
        </p:nvSpPr>
        <p:spPr>
          <a:xfrm>
            <a:off x="9310639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8" name="Triángulo isósceles 127">
            <a:extLst>
              <a:ext uri="{FF2B5EF4-FFF2-40B4-BE49-F238E27FC236}">
                <a16:creationId xmlns:a16="http://schemas.microsoft.com/office/drawing/2014/main" id="{EF17FC70-3E0B-0451-8773-F5A21D6802FA}"/>
              </a:ext>
            </a:extLst>
          </p:cNvPr>
          <p:cNvSpPr/>
          <p:nvPr/>
        </p:nvSpPr>
        <p:spPr>
          <a:xfrm>
            <a:off x="9384040" y="3158416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9" name="Triángulo isósceles 128">
            <a:extLst>
              <a:ext uri="{FF2B5EF4-FFF2-40B4-BE49-F238E27FC236}">
                <a16:creationId xmlns:a16="http://schemas.microsoft.com/office/drawing/2014/main" id="{F990A889-5EC8-99C4-E7FE-9898A9F58A59}"/>
              </a:ext>
            </a:extLst>
          </p:cNvPr>
          <p:cNvSpPr/>
          <p:nvPr/>
        </p:nvSpPr>
        <p:spPr>
          <a:xfrm>
            <a:off x="9457441" y="3158416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0" name="!!Triángulo isósceles 129">
            <a:extLst>
              <a:ext uri="{FF2B5EF4-FFF2-40B4-BE49-F238E27FC236}">
                <a16:creationId xmlns:a16="http://schemas.microsoft.com/office/drawing/2014/main" id="{5A16A2CC-88F8-A63A-21DA-E5231672AB92}"/>
              </a:ext>
            </a:extLst>
          </p:cNvPr>
          <p:cNvSpPr/>
          <p:nvPr/>
        </p:nvSpPr>
        <p:spPr>
          <a:xfrm>
            <a:off x="9530827" y="3158415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31" name="Conector recto de flecha 130">
            <a:extLst>
              <a:ext uri="{FF2B5EF4-FFF2-40B4-BE49-F238E27FC236}">
                <a16:creationId xmlns:a16="http://schemas.microsoft.com/office/drawing/2014/main" id="{930F3E80-84EB-E364-B931-FE5122C561F4}"/>
              </a:ext>
            </a:extLst>
          </p:cNvPr>
          <p:cNvCxnSpPr>
            <a:cxnSpLocks/>
          </p:cNvCxnSpPr>
          <p:nvPr/>
        </p:nvCxnSpPr>
        <p:spPr>
          <a:xfrm>
            <a:off x="6521401" y="4629350"/>
            <a:ext cx="3078783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E3516528-70AB-17E1-5656-F293C20830C2}"/>
              </a:ext>
            </a:extLst>
          </p:cNvPr>
          <p:cNvSpPr txBox="1"/>
          <p:nvPr/>
        </p:nvSpPr>
        <p:spPr>
          <a:xfrm>
            <a:off x="7665581" y="4167461"/>
            <a:ext cx="84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2</a:t>
            </a:r>
            <a:r>
              <a:rPr lang="el-GR" sz="2800" b="1" dirty="0"/>
              <a:t>π</a:t>
            </a:r>
            <a:r>
              <a:rPr lang="es-ES" sz="2800" b="1" dirty="0"/>
              <a:t>r</a:t>
            </a:r>
          </a:p>
        </p:txBody>
      </p:sp>
      <p:cxnSp>
        <p:nvCxnSpPr>
          <p:cNvPr id="133" name="Conector recto de flecha 132">
            <a:extLst>
              <a:ext uri="{FF2B5EF4-FFF2-40B4-BE49-F238E27FC236}">
                <a16:creationId xmlns:a16="http://schemas.microsoft.com/office/drawing/2014/main" id="{76B1A639-EB22-1D8D-67B4-14F95E074A54}"/>
              </a:ext>
            </a:extLst>
          </p:cNvPr>
          <p:cNvCxnSpPr>
            <a:cxnSpLocks/>
          </p:cNvCxnSpPr>
          <p:nvPr/>
        </p:nvCxnSpPr>
        <p:spPr>
          <a:xfrm>
            <a:off x="9899756" y="3180252"/>
            <a:ext cx="0" cy="107582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64447790-0E2D-0C17-943A-FF3814FA9F35}"/>
              </a:ext>
            </a:extLst>
          </p:cNvPr>
          <p:cNvSpPr txBox="1"/>
          <p:nvPr/>
        </p:nvSpPr>
        <p:spPr>
          <a:xfrm>
            <a:off x="9635582" y="3368769"/>
            <a:ext cx="58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535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1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3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4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7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8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900"/>
                            </p:stCondLst>
                            <p:childTnLst>
                              <p:par>
                                <p:cTn id="1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1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100"/>
                            </p:stCondLst>
                            <p:childTnLst>
                              <p:par>
                                <p:cTn id="1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200"/>
                            </p:stCondLst>
                            <p:childTnLst>
                              <p:par>
                                <p:cTn id="1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1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400"/>
                            </p:stCondLst>
                            <p:childTnLst>
                              <p:par>
                                <p:cTn id="1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500"/>
                            </p:stCondLst>
                            <p:childTnLst>
                              <p:par>
                                <p:cTn id="1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1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3600"/>
                            </p:stCondLst>
                            <p:childTnLst>
                              <p:par>
                                <p:cTn id="1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1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1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700"/>
                            </p:stCondLst>
                            <p:childTnLst>
                              <p:par>
                                <p:cTn id="1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1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1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3800"/>
                            </p:stCondLst>
                            <p:childTnLst>
                              <p:par>
                                <p:cTn id="1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1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900"/>
                            </p:stCondLst>
                            <p:childTnLst>
                              <p:par>
                                <p:cTn id="1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1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1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4000"/>
                            </p:stCondLst>
                            <p:childTnLst>
                              <p:par>
                                <p:cTn id="1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1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1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4100"/>
                            </p:stCondLst>
                            <p:childTnLst>
                              <p:par>
                                <p:cTn id="1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1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1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4200"/>
                            </p:stCondLst>
                            <p:childTnLst>
                              <p:par>
                                <p:cTn id="1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1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1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4300"/>
                            </p:stCondLst>
                            <p:childTnLst>
                              <p:par>
                                <p:cTn id="1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1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1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400"/>
                            </p:stCondLst>
                            <p:childTnLst>
                              <p:par>
                                <p:cTn id="1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1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1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4500"/>
                            </p:stCondLst>
                            <p:childTnLst>
                              <p:par>
                                <p:cTn id="1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1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1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600"/>
                            </p:stCondLst>
                            <p:childTnLst>
                              <p:par>
                                <p:cTn id="20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1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1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4700"/>
                            </p:stCondLst>
                            <p:childTnLst>
                              <p:par>
                                <p:cTn id="2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1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1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4800"/>
                            </p:stCondLst>
                            <p:childTnLst>
                              <p:par>
                                <p:cTn id="2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1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1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4900"/>
                            </p:stCondLst>
                            <p:childTnLst>
                              <p:par>
                                <p:cTn id="2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1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1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1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1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5100"/>
                            </p:stCondLst>
                            <p:childTnLst>
                              <p:par>
                                <p:cTn id="2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1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1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200"/>
                            </p:stCondLst>
                            <p:childTnLst>
                              <p:par>
                                <p:cTn id="2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1" dur="1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3" dur="1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300"/>
                            </p:stCondLst>
                            <p:childTnLst>
                              <p:par>
                                <p:cTn id="2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1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1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5400"/>
                            </p:stCondLst>
                            <p:childTnLst>
                              <p:par>
                                <p:cTn id="2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1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1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500"/>
                            </p:stCondLst>
                            <p:childTnLst>
                              <p:par>
                                <p:cTn id="2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1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1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5600"/>
                            </p:stCondLst>
                            <p:childTnLst>
                              <p:par>
                                <p:cTn id="26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6100"/>
                            </p:stCondLst>
                            <p:childTnLst>
                              <p:par>
                                <p:cTn id="2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6600"/>
                            </p:stCondLst>
                            <p:childTnLst>
                              <p:par>
                                <p:cTn id="27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7100"/>
                            </p:stCondLst>
                            <p:childTnLst>
                              <p:par>
                                <p:cTn id="2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2" grpId="0"/>
      <p:bldP spid="1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Áreas y Perímetros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calcular el área del círculo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 descomponemos en muchos triángulos </a:t>
            </a:r>
            <a:r>
              <a:rPr lang="es-ES" sz="2000" b="1" dirty="0"/>
              <a:t>como si fuera un polígono regular de muchos lados.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BF3000C-9822-79FF-371A-9C36CF7E3E9A}"/>
              </a:ext>
            </a:extLst>
          </p:cNvPr>
          <p:cNvSpPr txBox="1"/>
          <p:nvPr/>
        </p:nvSpPr>
        <p:spPr>
          <a:xfrm>
            <a:off x="3609868" y="5010283"/>
            <a:ext cx="3107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8C2F5-B18E-399F-895E-21251CA8B74B}"/>
                  </a:ext>
                </a:extLst>
              </p:cNvPr>
              <p:cNvSpPr txBox="1"/>
              <p:nvPr/>
            </p:nvSpPr>
            <p:spPr>
              <a:xfrm>
                <a:off x="6256069" y="5033170"/>
                <a:ext cx="260321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8C2F5-B18E-399F-895E-21251CA8B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069" y="5033170"/>
                <a:ext cx="2603213" cy="3776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Círculo parcial 85">
            <a:extLst>
              <a:ext uri="{FF2B5EF4-FFF2-40B4-BE49-F238E27FC236}">
                <a16:creationId xmlns:a16="http://schemas.microsoft.com/office/drawing/2014/main" id="{E72E271D-BC62-DEAE-3638-13D5EE052A49}"/>
              </a:ext>
            </a:extLst>
          </p:cNvPr>
          <p:cNvSpPr/>
          <p:nvPr/>
        </p:nvSpPr>
        <p:spPr>
          <a:xfrm>
            <a:off x="2362118" y="2111997"/>
            <a:ext cx="2116800" cy="2116800"/>
          </a:xfrm>
          <a:prstGeom prst="pie">
            <a:avLst>
              <a:gd name="adj1" fmla="val 16199321"/>
              <a:gd name="adj2" fmla="val 16335923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7" name="Elipse 86">
            <a:extLst>
              <a:ext uri="{FF2B5EF4-FFF2-40B4-BE49-F238E27FC236}">
                <a16:creationId xmlns:a16="http://schemas.microsoft.com/office/drawing/2014/main" id="{6B86054B-D960-5A66-B871-3E4C47B6DDB0}"/>
              </a:ext>
            </a:extLst>
          </p:cNvPr>
          <p:cNvSpPr/>
          <p:nvPr/>
        </p:nvSpPr>
        <p:spPr>
          <a:xfrm>
            <a:off x="2362118" y="2111171"/>
            <a:ext cx="2117626" cy="211762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BC91191D-FCB3-7DE8-10AA-885750468902}"/>
              </a:ext>
            </a:extLst>
          </p:cNvPr>
          <p:cNvCxnSpPr>
            <a:cxnSpLocks/>
            <a:stCxn id="87" idx="0"/>
          </p:cNvCxnSpPr>
          <p:nvPr/>
        </p:nvCxnSpPr>
        <p:spPr>
          <a:xfrm>
            <a:off x="3420931" y="2111171"/>
            <a:ext cx="0" cy="10703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59B9810D-350A-48D1-1EA3-3767BF391908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3420518" y="2102376"/>
            <a:ext cx="42309" cy="10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!!1">
            <a:extLst>
              <a:ext uri="{FF2B5EF4-FFF2-40B4-BE49-F238E27FC236}">
                <a16:creationId xmlns:a16="http://schemas.microsoft.com/office/drawing/2014/main" id="{E8833F64-7598-7AC9-9470-FD3D8AC40C42}"/>
              </a:ext>
            </a:extLst>
          </p:cNvPr>
          <p:cNvSpPr/>
          <p:nvPr/>
        </p:nvSpPr>
        <p:spPr>
          <a:xfrm>
            <a:off x="6692238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!!2">
            <a:extLst>
              <a:ext uri="{FF2B5EF4-FFF2-40B4-BE49-F238E27FC236}">
                <a16:creationId xmlns:a16="http://schemas.microsoft.com/office/drawing/2014/main" id="{A273710F-FFF2-3BAF-3F3B-B947D1C13DBE}"/>
              </a:ext>
            </a:extLst>
          </p:cNvPr>
          <p:cNvSpPr/>
          <p:nvPr/>
        </p:nvSpPr>
        <p:spPr>
          <a:xfrm>
            <a:off x="6765162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!!3">
            <a:extLst>
              <a:ext uri="{FF2B5EF4-FFF2-40B4-BE49-F238E27FC236}">
                <a16:creationId xmlns:a16="http://schemas.microsoft.com/office/drawing/2014/main" id="{165EDC23-0AFF-3C8B-75C7-B5EC45E48FD3}"/>
              </a:ext>
            </a:extLst>
          </p:cNvPr>
          <p:cNvSpPr/>
          <p:nvPr/>
        </p:nvSpPr>
        <p:spPr>
          <a:xfrm>
            <a:off x="6838086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!!4">
            <a:extLst>
              <a:ext uri="{FF2B5EF4-FFF2-40B4-BE49-F238E27FC236}">
                <a16:creationId xmlns:a16="http://schemas.microsoft.com/office/drawing/2014/main" id="{14945F14-C663-B641-6A69-76FEB834BA39}"/>
              </a:ext>
            </a:extLst>
          </p:cNvPr>
          <p:cNvSpPr/>
          <p:nvPr/>
        </p:nvSpPr>
        <p:spPr>
          <a:xfrm>
            <a:off x="6911010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!!5">
            <a:extLst>
              <a:ext uri="{FF2B5EF4-FFF2-40B4-BE49-F238E27FC236}">
                <a16:creationId xmlns:a16="http://schemas.microsoft.com/office/drawing/2014/main" id="{91450774-0EAD-DB44-C1B9-9B102AC55006}"/>
              </a:ext>
            </a:extLst>
          </p:cNvPr>
          <p:cNvSpPr/>
          <p:nvPr/>
        </p:nvSpPr>
        <p:spPr>
          <a:xfrm>
            <a:off x="6983934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!!6">
            <a:extLst>
              <a:ext uri="{FF2B5EF4-FFF2-40B4-BE49-F238E27FC236}">
                <a16:creationId xmlns:a16="http://schemas.microsoft.com/office/drawing/2014/main" id="{7D06C458-83BC-6A1E-14F1-FDF2A7BA5F7B}"/>
              </a:ext>
            </a:extLst>
          </p:cNvPr>
          <p:cNvSpPr/>
          <p:nvPr/>
        </p:nvSpPr>
        <p:spPr>
          <a:xfrm>
            <a:off x="7056858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!!7">
            <a:extLst>
              <a:ext uri="{FF2B5EF4-FFF2-40B4-BE49-F238E27FC236}">
                <a16:creationId xmlns:a16="http://schemas.microsoft.com/office/drawing/2014/main" id="{5152832C-4871-E867-A7BD-97C3C03A260D}"/>
              </a:ext>
            </a:extLst>
          </p:cNvPr>
          <p:cNvSpPr/>
          <p:nvPr/>
        </p:nvSpPr>
        <p:spPr>
          <a:xfrm>
            <a:off x="7129782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!!8">
            <a:extLst>
              <a:ext uri="{FF2B5EF4-FFF2-40B4-BE49-F238E27FC236}">
                <a16:creationId xmlns:a16="http://schemas.microsoft.com/office/drawing/2014/main" id="{2F5D3E88-A452-87D0-A0FA-5CCAEDBADFEA}"/>
              </a:ext>
            </a:extLst>
          </p:cNvPr>
          <p:cNvSpPr/>
          <p:nvPr/>
        </p:nvSpPr>
        <p:spPr>
          <a:xfrm>
            <a:off x="7202706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!!9">
            <a:extLst>
              <a:ext uri="{FF2B5EF4-FFF2-40B4-BE49-F238E27FC236}">
                <a16:creationId xmlns:a16="http://schemas.microsoft.com/office/drawing/2014/main" id="{2A6D01DD-68E9-EA83-C63D-73542C9C614F}"/>
              </a:ext>
            </a:extLst>
          </p:cNvPr>
          <p:cNvSpPr/>
          <p:nvPr/>
        </p:nvSpPr>
        <p:spPr>
          <a:xfrm>
            <a:off x="7275630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!!10">
            <a:extLst>
              <a:ext uri="{FF2B5EF4-FFF2-40B4-BE49-F238E27FC236}">
                <a16:creationId xmlns:a16="http://schemas.microsoft.com/office/drawing/2014/main" id="{905A46C4-F9B8-8C3E-2DBF-94E80B36FCF4}"/>
              </a:ext>
            </a:extLst>
          </p:cNvPr>
          <p:cNvSpPr/>
          <p:nvPr/>
        </p:nvSpPr>
        <p:spPr>
          <a:xfrm>
            <a:off x="7348554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!!11">
            <a:extLst>
              <a:ext uri="{FF2B5EF4-FFF2-40B4-BE49-F238E27FC236}">
                <a16:creationId xmlns:a16="http://schemas.microsoft.com/office/drawing/2014/main" id="{C2E9DFA3-345B-4E81-36A8-A1774494487D}"/>
              </a:ext>
            </a:extLst>
          </p:cNvPr>
          <p:cNvSpPr/>
          <p:nvPr/>
        </p:nvSpPr>
        <p:spPr>
          <a:xfrm>
            <a:off x="7421478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!!12">
            <a:extLst>
              <a:ext uri="{FF2B5EF4-FFF2-40B4-BE49-F238E27FC236}">
                <a16:creationId xmlns:a16="http://schemas.microsoft.com/office/drawing/2014/main" id="{3BD0D518-112B-9B83-2F47-01E5D26FE411}"/>
              </a:ext>
            </a:extLst>
          </p:cNvPr>
          <p:cNvSpPr/>
          <p:nvPr/>
        </p:nvSpPr>
        <p:spPr>
          <a:xfrm>
            <a:off x="7494402" y="314359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!!13">
            <a:extLst>
              <a:ext uri="{FF2B5EF4-FFF2-40B4-BE49-F238E27FC236}">
                <a16:creationId xmlns:a16="http://schemas.microsoft.com/office/drawing/2014/main" id="{02A0C261-D5AB-CDC8-48BF-43368EEC7B43}"/>
              </a:ext>
            </a:extLst>
          </p:cNvPr>
          <p:cNvSpPr/>
          <p:nvPr/>
        </p:nvSpPr>
        <p:spPr>
          <a:xfrm>
            <a:off x="7567326" y="314359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!!14">
            <a:extLst>
              <a:ext uri="{FF2B5EF4-FFF2-40B4-BE49-F238E27FC236}">
                <a16:creationId xmlns:a16="http://schemas.microsoft.com/office/drawing/2014/main" id="{927983D4-EC22-6B0D-692F-EA5C49113220}"/>
              </a:ext>
            </a:extLst>
          </p:cNvPr>
          <p:cNvSpPr/>
          <p:nvPr/>
        </p:nvSpPr>
        <p:spPr>
          <a:xfrm>
            <a:off x="7640250" y="314359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!!15">
            <a:extLst>
              <a:ext uri="{FF2B5EF4-FFF2-40B4-BE49-F238E27FC236}">
                <a16:creationId xmlns:a16="http://schemas.microsoft.com/office/drawing/2014/main" id="{8D26DBA0-579C-B177-B61E-4E34C8DE3ED8}"/>
              </a:ext>
            </a:extLst>
          </p:cNvPr>
          <p:cNvSpPr/>
          <p:nvPr/>
        </p:nvSpPr>
        <p:spPr>
          <a:xfrm>
            <a:off x="7713174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!!16">
            <a:extLst>
              <a:ext uri="{FF2B5EF4-FFF2-40B4-BE49-F238E27FC236}">
                <a16:creationId xmlns:a16="http://schemas.microsoft.com/office/drawing/2014/main" id="{801E6878-A548-DF02-585F-95064C342BC0}"/>
              </a:ext>
            </a:extLst>
          </p:cNvPr>
          <p:cNvSpPr/>
          <p:nvPr/>
        </p:nvSpPr>
        <p:spPr>
          <a:xfrm>
            <a:off x="7786098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!!17">
            <a:extLst>
              <a:ext uri="{FF2B5EF4-FFF2-40B4-BE49-F238E27FC236}">
                <a16:creationId xmlns:a16="http://schemas.microsoft.com/office/drawing/2014/main" id="{DF09E882-DC24-C2D7-A9A5-C8423499684E}"/>
              </a:ext>
            </a:extLst>
          </p:cNvPr>
          <p:cNvSpPr/>
          <p:nvPr/>
        </p:nvSpPr>
        <p:spPr>
          <a:xfrm>
            <a:off x="7859022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!!18">
            <a:extLst>
              <a:ext uri="{FF2B5EF4-FFF2-40B4-BE49-F238E27FC236}">
                <a16:creationId xmlns:a16="http://schemas.microsoft.com/office/drawing/2014/main" id="{EB23F2AF-D71B-CBAA-5F1A-9536606D5FC6}"/>
              </a:ext>
            </a:extLst>
          </p:cNvPr>
          <p:cNvSpPr/>
          <p:nvPr/>
        </p:nvSpPr>
        <p:spPr>
          <a:xfrm>
            <a:off x="7931946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!!19">
            <a:extLst>
              <a:ext uri="{FF2B5EF4-FFF2-40B4-BE49-F238E27FC236}">
                <a16:creationId xmlns:a16="http://schemas.microsoft.com/office/drawing/2014/main" id="{7051D150-6B6A-8B27-2AF1-8A10827E7FDA}"/>
              </a:ext>
            </a:extLst>
          </p:cNvPr>
          <p:cNvSpPr/>
          <p:nvPr/>
        </p:nvSpPr>
        <p:spPr>
          <a:xfrm>
            <a:off x="8004870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!20">
            <a:extLst>
              <a:ext uri="{FF2B5EF4-FFF2-40B4-BE49-F238E27FC236}">
                <a16:creationId xmlns:a16="http://schemas.microsoft.com/office/drawing/2014/main" id="{7C9587B3-0E4C-7CDD-D74B-DA9D043E0566}"/>
              </a:ext>
            </a:extLst>
          </p:cNvPr>
          <p:cNvSpPr/>
          <p:nvPr/>
        </p:nvSpPr>
        <p:spPr>
          <a:xfrm>
            <a:off x="8077794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!!21">
            <a:extLst>
              <a:ext uri="{FF2B5EF4-FFF2-40B4-BE49-F238E27FC236}">
                <a16:creationId xmlns:a16="http://schemas.microsoft.com/office/drawing/2014/main" id="{BA8903FD-CC9C-C1B7-63A4-3EBB28470713}"/>
              </a:ext>
            </a:extLst>
          </p:cNvPr>
          <p:cNvSpPr/>
          <p:nvPr/>
        </p:nvSpPr>
        <p:spPr>
          <a:xfrm flipV="1">
            <a:off x="6655776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Triángulo isósceles 25">
            <a:extLst>
              <a:ext uri="{FF2B5EF4-FFF2-40B4-BE49-F238E27FC236}">
                <a16:creationId xmlns:a16="http://schemas.microsoft.com/office/drawing/2014/main" id="{1751D7B7-D80C-8B0F-D27B-769B6C57738F}"/>
              </a:ext>
            </a:extLst>
          </p:cNvPr>
          <p:cNvSpPr/>
          <p:nvPr/>
        </p:nvSpPr>
        <p:spPr>
          <a:xfrm flipV="1">
            <a:off x="6728383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Triángulo isósceles 26">
            <a:extLst>
              <a:ext uri="{FF2B5EF4-FFF2-40B4-BE49-F238E27FC236}">
                <a16:creationId xmlns:a16="http://schemas.microsoft.com/office/drawing/2014/main" id="{94DB1365-9E7A-C185-EEA5-4C9633CA8D39}"/>
              </a:ext>
            </a:extLst>
          </p:cNvPr>
          <p:cNvSpPr/>
          <p:nvPr/>
        </p:nvSpPr>
        <p:spPr>
          <a:xfrm flipV="1">
            <a:off x="6800990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435A9462-762A-26B7-5541-EE1CDF55AA47}"/>
              </a:ext>
            </a:extLst>
          </p:cNvPr>
          <p:cNvSpPr/>
          <p:nvPr/>
        </p:nvSpPr>
        <p:spPr>
          <a:xfrm flipV="1">
            <a:off x="6873597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Triángulo isósceles 28">
            <a:extLst>
              <a:ext uri="{FF2B5EF4-FFF2-40B4-BE49-F238E27FC236}">
                <a16:creationId xmlns:a16="http://schemas.microsoft.com/office/drawing/2014/main" id="{F223C136-CC50-2CDA-95FE-F07E87839B95}"/>
              </a:ext>
            </a:extLst>
          </p:cNvPr>
          <p:cNvSpPr/>
          <p:nvPr/>
        </p:nvSpPr>
        <p:spPr>
          <a:xfrm flipV="1">
            <a:off x="6946204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Triángulo isósceles 29">
            <a:extLst>
              <a:ext uri="{FF2B5EF4-FFF2-40B4-BE49-F238E27FC236}">
                <a16:creationId xmlns:a16="http://schemas.microsoft.com/office/drawing/2014/main" id="{F8187313-01CF-D06F-DA37-1282A3C3C67E}"/>
              </a:ext>
            </a:extLst>
          </p:cNvPr>
          <p:cNvSpPr/>
          <p:nvPr/>
        </p:nvSpPr>
        <p:spPr>
          <a:xfrm flipV="1">
            <a:off x="7018811" y="315073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Triángulo isósceles 30">
            <a:extLst>
              <a:ext uri="{FF2B5EF4-FFF2-40B4-BE49-F238E27FC236}">
                <a16:creationId xmlns:a16="http://schemas.microsoft.com/office/drawing/2014/main" id="{E158F489-1B37-7FBD-CE57-F646726DCE57}"/>
              </a:ext>
            </a:extLst>
          </p:cNvPr>
          <p:cNvSpPr/>
          <p:nvPr/>
        </p:nvSpPr>
        <p:spPr>
          <a:xfrm flipV="1">
            <a:off x="7091418" y="315073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Triángulo isósceles 33">
            <a:extLst>
              <a:ext uri="{FF2B5EF4-FFF2-40B4-BE49-F238E27FC236}">
                <a16:creationId xmlns:a16="http://schemas.microsoft.com/office/drawing/2014/main" id="{D5CD223A-1108-2571-6027-A14EEC4E97F4}"/>
              </a:ext>
            </a:extLst>
          </p:cNvPr>
          <p:cNvSpPr/>
          <p:nvPr/>
        </p:nvSpPr>
        <p:spPr>
          <a:xfrm flipV="1">
            <a:off x="7164025" y="315073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Triángulo isósceles 34">
            <a:extLst>
              <a:ext uri="{FF2B5EF4-FFF2-40B4-BE49-F238E27FC236}">
                <a16:creationId xmlns:a16="http://schemas.microsoft.com/office/drawing/2014/main" id="{DA717D50-0EA4-23DD-C9BB-05FA636E7A67}"/>
              </a:ext>
            </a:extLst>
          </p:cNvPr>
          <p:cNvSpPr/>
          <p:nvPr/>
        </p:nvSpPr>
        <p:spPr>
          <a:xfrm flipV="1">
            <a:off x="7236632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Triángulo isósceles 35">
            <a:extLst>
              <a:ext uri="{FF2B5EF4-FFF2-40B4-BE49-F238E27FC236}">
                <a16:creationId xmlns:a16="http://schemas.microsoft.com/office/drawing/2014/main" id="{F6B5A412-521E-DE11-7FD2-C42E256E6D04}"/>
              </a:ext>
            </a:extLst>
          </p:cNvPr>
          <p:cNvSpPr/>
          <p:nvPr/>
        </p:nvSpPr>
        <p:spPr>
          <a:xfrm flipV="1">
            <a:off x="7309239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Triángulo isósceles 36">
            <a:extLst>
              <a:ext uri="{FF2B5EF4-FFF2-40B4-BE49-F238E27FC236}">
                <a16:creationId xmlns:a16="http://schemas.microsoft.com/office/drawing/2014/main" id="{71B3C024-CB70-76DA-E6DF-07CA9871C875}"/>
              </a:ext>
            </a:extLst>
          </p:cNvPr>
          <p:cNvSpPr/>
          <p:nvPr/>
        </p:nvSpPr>
        <p:spPr>
          <a:xfrm flipV="1">
            <a:off x="7381846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F2A3DFD7-4D4F-4D86-353E-CA8E271535EC}"/>
              </a:ext>
            </a:extLst>
          </p:cNvPr>
          <p:cNvSpPr/>
          <p:nvPr/>
        </p:nvSpPr>
        <p:spPr>
          <a:xfrm flipV="1">
            <a:off x="7454453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3A297529-C236-429E-0521-197A6BB91000}"/>
              </a:ext>
            </a:extLst>
          </p:cNvPr>
          <p:cNvSpPr/>
          <p:nvPr/>
        </p:nvSpPr>
        <p:spPr>
          <a:xfrm flipV="1">
            <a:off x="7527060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Triángulo isósceles 39">
            <a:extLst>
              <a:ext uri="{FF2B5EF4-FFF2-40B4-BE49-F238E27FC236}">
                <a16:creationId xmlns:a16="http://schemas.microsoft.com/office/drawing/2014/main" id="{0394029D-73C5-B2B0-4EF7-226FCBA3174C}"/>
              </a:ext>
            </a:extLst>
          </p:cNvPr>
          <p:cNvSpPr/>
          <p:nvPr/>
        </p:nvSpPr>
        <p:spPr>
          <a:xfrm flipV="1">
            <a:off x="7599667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Triángulo isósceles 40">
            <a:extLst>
              <a:ext uri="{FF2B5EF4-FFF2-40B4-BE49-F238E27FC236}">
                <a16:creationId xmlns:a16="http://schemas.microsoft.com/office/drawing/2014/main" id="{6DD5CDCE-BA26-95E6-7FA7-FA374811718F}"/>
              </a:ext>
            </a:extLst>
          </p:cNvPr>
          <p:cNvSpPr/>
          <p:nvPr/>
        </p:nvSpPr>
        <p:spPr>
          <a:xfrm flipV="1">
            <a:off x="7672274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Triángulo isósceles 41">
            <a:extLst>
              <a:ext uri="{FF2B5EF4-FFF2-40B4-BE49-F238E27FC236}">
                <a16:creationId xmlns:a16="http://schemas.microsoft.com/office/drawing/2014/main" id="{4B321B65-E5E9-17D7-5D7F-073093D040A6}"/>
              </a:ext>
            </a:extLst>
          </p:cNvPr>
          <p:cNvSpPr/>
          <p:nvPr/>
        </p:nvSpPr>
        <p:spPr>
          <a:xfrm flipV="1">
            <a:off x="7744881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Triángulo isósceles 42">
            <a:extLst>
              <a:ext uri="{FF2B5EF4-FFF2-40B4-BE49-F238E27FC236}">
                <a16:creationId xmlns:a16="http://schemas.microsoft.com/office/drawing/2014/main" id="{A909ACB8-F211-C865-37DF-13B25855C9F0}"/>
              </a:ext>
            </a:extLst>
          </p:cNvPr>
          <p:cNvSpPr/>
          <p:nvPr/>
        </p:nvSpPr>
        <p:spPr>
          <a:xfrm flipV="1">
            <a:off x="7817488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Triángulo isósceles 43">
            <a:extLst>
              <a:ext uri="{FF2B5EF4-FFF2-40B4-BE49-F238E27FC236}">
                <a16:creationId xmlns:a16="http://schemas.microsoft.com/office/drawing/2014/main" id="{E8354F8D-4D07-4BC8-7B63-46F3BCA6A2F2}"/>
              </a:ext>
            </a:extLst>
          </p:cNvPr>
          <p:cNvSpPr/>
          <p:nvPr/>
        </p:nvSpPr>
        <p:spPr>
          <a:xfrm flipV="1">
            <a:off x="7890095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Triángulo isósceles 44">
            <a:extLst>
              <a:ext uri="{FF2B5EF4-FFF2-40B4-BE49-F238E27FC236}">
                <a16:creationId xmlns:a16="http://schemas.microsoft.com/office/drawing/2014/main" id="{3E137361-3E9D-470E-9872-705B711710B7}"/>
              </a:ext>
            </a:extLst>
          </p:cNvPr>
          <p:cNvSpPr/>
          <p:nvPr/>
        </p:nvSpPr>
        <p:spPr>
          <a:xfrm flipV="1">
            <a:off x="7962702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Triángulo isósceles 45">
            <a:extLst>
              <a:ext uri="{FF2B5EF4-FFF2-40B4-BE49-F238E27FC236}">
                <a16:creationId xmlns:a16="http://schemas.microsoft.com/office/drawing/2014/main" id="{86AF6412-E80B-AA23-6051-144C57E49544}"/>
              </a:ext>
            </a:extLst>
          </p:cNvPr>
          <p:cNvSpPr/>
          <p:nvPr/>
        </p:nvSpPr>
        <p:spPr>
          <a:xfrm flipV="1">
            <a:off x="8035309" y="315073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!!Triángulo isósceles 129">
            <a:extLst>
              <a:ext uri="{FF2B5EF4-FFF2-40B4-BE49-F238E27FC236}">
                <a16:creationId xmlns:a16="http://schemas.microsoft.com/office/drawing/2014/main" id="{3047D5AD-19E4-9C98-F92C-BBF06BD1132C}"/>
              </a:ext>
            </a:extLst>
          </p:cNvPr>
          <p:cNvSpPr/>
          <p:nvPr/>
        </p:nvSpPr>
        <p:spPr>
          <a:xfrm flipV="1">
            <a:off x="8107920" y="315073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2ED2C593-59B7-C383-DA5F-7EAB874EA29C}"/>
              </a:ext>
            </a:extLst>
          </p:cNvPr>
          <p:cNvCxnSpPr>
            <a:cxnSpLocks/>
          </p:cNvCxnSpPr>
          <p:nvPr/>
        </p:nvCxnSpPr>
        <p:spPr>
          <a:xfrm>
            <a:off x="6685360" y="4614526"/>
            <a:ext cx="1451769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172D955-C720-06F9-9654-42AA2805A9E2}"/>
              </a:ext>
            </a:extLst>
          </p:cNvPr>
          <p:cNvSpPr txBox="1"/>
          <p:nvPr/>
        </p:nvSpPr>
        <p:spPr>
          <a:xfrm>
            <a:off x="7051356" y="4156207"/>
            <a:ext cx="84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/>
              <a:t>π</a:t>
            </a:r>
            <a:r>
              <a:rPr lang="es-ES" sz="2800" b="1" dirty="0"/>
              <a:t>r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558F0E72-2F84-F36F-C10D-ED62AF1B4F62}"/>
              </a:ext>
            </a:extLst>
          </p:cNvPr>
          <p:cNvCxnSpPr>
            <a:cxnSpLocks/>
          </p:cNvCxnSpPr>
          <p:nvPr/>
        </p:nvCxnSpPr>
        <p:spPr>
          <a:xfrm>
            <a:off x="8446984" y="3150731"/>
            <a:ext cx="0" cy="107582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107C29B7-76AC-18F7-515A-F8AB2F799732}"/>
              </a:ext>
            </a:extLst>
          </p:cNvPr>
          <p:cNvSpPr txBox="1"/>
          <p:nvPr/>
        </p:nvSpPr>
        <p:spPr>
          <a:xfrm>
            <a:off x="8182810" y="3339248"/>
            <a:ext cx="58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r</a:t>
            </a:r>
          </a:p>
        </p:txBody>
      </p:sp>
      <p:sp>
        <p:nvSpPr>
          <p:cNvPr id="52" name="Forma libre: forma 51">
            <a:extLst>
              <a:ext uri="{FF2B5EF4-FFF2-40B4-BE49-F238E27FC236}">
                <a16:creationId xmlns:a16="http://schemas.microsoft.com/office/drawing/2014/main" id="{43E9EFA0-94AF-1DAD-0F69-B851D965923C}"/>
              </a:ext>
            </a:extLst>
          </p:cNvPr>
          <p:cNvSpPr/>
          <p:nvPr/>
        </p:nvSpPr>
        <p:spPr>
          <a:xfrm>
            <a:off x="6651057" y="3147159"/>
            <a:ext cx="1509294" cy="1077522"/>
          </a:xfrm>
          <a:custGeom>
            <a:avLst/>
            <a:gdLst>
              <a:gd name="connsiteX0" fmla="*/ 508249 w 1509294"/>
              <a:gd name="connsiteY0" fmla="*/ 7143 h 1077522"/>
              <a:gd name="connsiteX1" fmla="*/ 565399 w 1509294"/>
              <a:gd name="connsiteY1" fmla="*/ 7143 h 1077522"/>
              <a:gd name="connsiteX2" fmla="*/ 536824 w 1509294"/>
              <a:gd name="connsiteY2" fmla="*/ 1077522 h 1077522"/>
              <a:gd name="connsiteX3" fmla="*/ 1452144 w 1509294"/>
              <a:gd name="connsiteY3" fmla="*/ 7142 h 1077522"/>
              <a:gd name="connsiteX4" fmla="*/ 1509294 w 1509294"/>
              <a:gd name="connsiteY4" fmla="*/ 7142 h 1077522"/>
              <a:gd name="connsiteX5" fmla="*/ 1480719 w 1509294"/>
              <a:gd name="connsiteY5" fmla="*/ 1077521 h 1077522"/>
              <a:gd name="connsiteX6" fmla="*/ 1379533 w 1509294"/>
              <a:gd name="connsiteY6" fmla="*/ 7142 h 1077522"/>
              <a:gd name="connsiteX7" fmla="*/ 1436683 w 1509294"/>
              <a:gd name="connsiteY7" fmla="*/ 7142 h 1077522"/>
              <a:gd name="connsiteX8" fmla="*/ 1408108 w 1509294"/>
              <a:gd name="connsiteY8" fmla="*/ 1077521 h 1077522"/>
              <a:gd name="connsiteX9" fmla="*/ 435642 w 1509294"/>
              <a:gd name="connsiteY9" fmla="*/ 7142 h 1077522"/>
              <a:gd name="connsiteX10" fmla="*/ 492792 w 1509294"/>
              <a:gd name="connsiteY10" fmla="*/ 7142 h 1077522"/>
              <a:gd name="connsiteX11" fmla="*/ 464217 w 1509294"/>
              <a:gd name="connsiteY11" fmla="*/ 1077521 h 1077522"/>
              <a:gd name="connsiteX12" fmla="*/ 363035 w 1509294"/>
              <a:gd name="connsiteY12" fmla="*/ 7142 h 1077522"/>
              <a:gd name="connsiteX13" fmla="*/ 420185 w 1509294"/>
              <a:gd name="connsiteY13" fmla="*/ 7142 h 1077522"/>
              <a:gd name="connsiteX14" fmla="*/ 391610 w 1509294"/>
              <a:gd name="connsiteY14" fmla="*/ 1077521 h 1077522"/>
              <a:gd name="connsiteX15" fmla="*/ 1306926 w 1509294"/>
              <a:gd name="connsiteY15" fmla="*/ 7141 h 1077522"/>
              <a:gd name="connsiteX16" fmla="*/ 1364076 w 1509294"/>
              <a:gd name="connsiteY16" fmla="*/ 7141 h 1077522"/>
              <a:gd name="connsiteX17" fmla="*/ 1335501 w 1509294"/>
              <a:gd name="connsiteY17" fmla="*/ 1077520 h 1077522"/>
              <a:gd name="connsiteX18" fmla="*/ 1234319 w 1509294"/>
              <a:gd name="connsiteY18" fmla="*/ 7141 h 1077522"/>
              <a:gd name="connsiteX19" fmla="*/ 1291469 w 1509294"/>
              <a:gd name="connsiteY19" fmla="*/ 7141 h 1077522"/>
              <a:gd name="connsiteX20" fmla="*/ 1262894 w 1509294"/>
              <a:gd name="connsiteY20" fmla="*/ 1077520 h 1077522"/>
              <a:gd name="connsiteX21" fmla="*/ 1089105 w 1509294"/>
              <a:gd name="connsiteY21" fmla="*/ 7141 h 1077522"/>
              <a:gd name="connsiteX22" fmla="*/ 1146255 w 1509294"/>
              <a:gd name="connsiteY22" fmla="*/ 7141 h 1077522"/>
              <a:gd name="connsiteX23" fmla="*/ 1117680 w 1509294"/>
              <a:gd name="connsiteY23" fmla="*/ 1077520 h 1077522"/>
              <a:gd name="connsiteX24" fmla="*/ 943891 w 1509294"/>
              <a:gd name="connsiteY24" fmla="*/ 7141 h 1077522"/>
              <a:gd name="connsiteX25" fmla="*/ 1001041 w 1509294"/>
              <a:gd name="connsiteY25" fmla="*/ 7141 h 1077522"/>
              <a:gd name="connsiteX26" fmla="*/ 972466 w 1509294"/>
              <a:gd name="connsiteY26" fmla="*/ 1077520 h 1077522"/>
              <a:gd name="connsiteX27" fmla="*/ 798677 w 1509294"/>
              <a:gd name="connsiteY27" fmla="*/ 7141 h 1077522"/>
              <a:gd name="connsiteX28" fmla="*/ 855827 w 1509294"/>
              <a:gd name="connsiteY28" fmla="*/ 7141 h 1077522"/>
              <a:gd name="connsiteX29" fmla="*/ 827252 w 1509294"/>
              <a:gd name="connsiteY29" fmla="*/ 1077520 h 1077522"/>
              <a:gd name="connsiteX30" fmla="*/ 653463 w 1509294"/>
              <a:gd name="connsiteY30" fmla="*/ 7141 h 1077522"/>
              <a:gd name="connsiteX31" fmla="*/ 710613 w 1509294"/>
              <a:gd name="connsiteY31" fmla="*/ 7141 h 1077522"/>
              <a:gd name="connsiteX32" fmla="*/ 682038 w 1509294"/>
              <a:gd name="connsiteY32" fmla="*/ 1077520 h 1077522"/>
              <a:gd name="connsiteX33" fmla="*/ 290428 w 1509294"/>
              <a:gd name="connsiteY33" fmla="*/ 7141 h 1077522"/>
              <a:gd name="connsiteX34" fmla="*/ 347578 w 1509294"/>
              <a:gd name="connsiteY34" fmla="*/ 7141 h 1077522"/>
              <a:gd name="connsiteX35" fmla="*/ 319003 w 1509294"/>
              <a:gd name="connsiteY35" fmla="*/ 1077520 h 1077522"/>
              <a:gd name="connsiteX36" fmla="*/ 217821 w 1509294"/>
              <a:gd name="connsiteY36" fmla="*/ 7141 h 1077522"/>
              <a:gd name="connsiteX37" fmla="*/ 274971 w 1509294"/>
              <a:gd name="connsiteY37" fmla="*/ 7141 h 1077522"/>
              <a:gd name="connsiteX38" fmla="*/ 246396 w 1509294"/>
              <a:gd name="connsiteY38" fmla="*/ 1077520 h 1077522"/>
              <a:gd name="connsiteX39" fmla="*/ 72607 w 1509294"/>
              <a:gd name="connsiteY39" fmla="*/ 7141 h 1077522"/>
              <a:gd name="connsiteX40" fmla="*/ 129757 w 1509294"/>
              <a:gd name="connsiteY40" fmla="*/ 7141 h 1077522"/>
              <a:gd name="connsiteX41" fmla="*/ 101182 w 1509294"/>
              <a:gd name="connsiteY41" fmla="*/ 1077520 h 1077522"/>
              <a:gd name="connsiteX42" fmla="*/ 1161712 w 1509294"/>
              <a:gd name="connsiteY42" fmla="*/ 7140 h 1077522"/>
              <a:gd name="connsiteX43" fmla="*/ 1218862 w 1509294"/>
              <a:gd name="connsiteY43" fmla="*/ 7140 h 1077522"/>
              <a:gd name="connsiteX44" fmla="*/ 1190287 w 1509294"/>
              <a:gd name="connsiteY44" fmla="*/ 1077519 h 1077522"/>
              <a:gd name="connsiteX45" fmla="*/ 1016498 w 1509294"/>
              <a:gd name="connsiteY45" fmla="*/ 7140 h 1077522"/>
              <a:gd name="connsiteX46" fmla="*/ 1073648 w 1509294"/>
              <a:gd name="connsiteY46" fmla="*/ 7140 h 1077522"/>
              <a:gd name="connsiteX47" fmla="*/ 1045073 w 1509294"/>
              <a:gd name="connsiteY47" fmla="*/ 1077519 h 1077522"/>
              <a:gd name="connsiteX48" fmla="*/ 871284 w 1509294"/>
              <a:gd name="connsiteY48" fmla="*/ 7140 h 1077522"/>
              <a:gd name="connsiteX49" fmla="*/ 928434 w 1509294"/>
              <a:gd name="connsiteY49" fmla="*/ 7140 h 1077522"/>
              <a:gd name="connsiteX50" fmla="*/ 899859 w 1509294"/>
              <a:gd name="connsiteY50" fmla="*/ 1077519 h 1077522"/>
              <a:gd name="connsiteX51" fmla="*/ 726070 w 1509294"/>
              <a:gd name="connsiteY51" fmla="*/ 7140 h 1077522"/>
              <a:gd name="connsiteX52" fmla="*/ 783220 w 1509294"/>
              <a:gd name="connsiteY52" fmla="*/ 7140 h 1077522"/>
              <a:gd name="connsiteX53" fmla="*/ 754645 w 1509294"/>
              <a:gd name="connsiteY53" fmla="*/ 1077519 h 1077522"/>
              <a:gd name="connsiteX54" fmla="*/ 580856 w 1509294"/>
              <a:gd name="connsiteY54" fmla="*/ 7140 h 1077522"/>
              <a:gd name="connsiteX55" fmla="*/ 638006 w 1509294"/>
              <a:gd name="connsiteY55" fmla="*/ 7140 h 1077522"/>
              <a:gd name="connsiteX56" fmla="*/ 609431 w 1509294"/>
              <a:gd name="connsiteY56" fmla="*/ 1077519 h 1077522"/>
              <a:gd name="connsiteX57" fmla="*/ 145214 w 1509294"/>
              <a:gd name="connsiteY57" fmla="*/ 7140 h 1077522"/>
              <a:gd name="connsiteX58" fmla="*/ 202364 w 1509294"/>
              <a:gd name="connsiteY58" fmla="*/ 7140 h 1077522"/>
              <a:gd name="connsiteX59" fmla="*/ 173789 w 1509294"/>
              <a:gd name="connsiteY59" fmla="*/ 1077519 h 1077522"/>
              <a:gd name="connsiteX60" fmla="*/ 0 w 1509294"/>
              <a:gd name="connsiteY60" fmla="*/ 7140 h 1077522"/>
              <a:gd name="connsiteX61" fmla="*/ 57150 w 1509294"/>
              <a:gd name="connsiteY61" fmla="*/ 7140 h 1077522"/>
              <a:gd name="connsiteX62" fmla="*/ 28575 w 1509294"/>
              <a:gd name="connsiteY62" fmla="*/ 1077519 h 1077522"/>
              <a:gd name="connsiteX63" fmla="*/ 1377669 w 1509294"/>
              <a:gd name="connsiteY63" fmla="*/ 3 h 1077522"/>
              <a:gd name="connsiteX64" fmla="*/ 1406244 w 1509294"/>
              <a:gd name="connsiteY64" fmla="*/ 1070382 h 1077522"/>
              <a:gd name="connsiteX65" fmla="*/ 1349094 w 1509294"/>
              <a:gd name="connsiteY65" fmla="*/ 1070382 h 1077522"/>
              <a:gd name="connsiteX66" fmla="*/ 1231821 w 1509294"/>
              <a:gd name="connsiteY66" fmla="*/ 3 h 1077522"/>
              <a:gd name="connsiteX67" fmla="*/ 1260396 w 1509294"/>
              <a:gd name="connsiteY67" fmla="*/ 1070382 h 1077522"/>
              <a:gd name="connsiteX68" fmla="*/ 1203246 w 1509294"/>
              <a:gd name="connsiteY68" fmla="*/ 1070382 h 1077522"/>
              <a:gd name="connsiteX69" fmla="*/ 1085973 w 1509294"/>
              <a:gd name="connsiteY69" fmla="*/ 3 h 1077522"/>
              <a:gd name="connsiteX70" fmla="*/ 1114548 w 1509294"/>
              <a:gd name="connsiteY70" fmla="*/ 1070382 h 1077522"/>
              <a:gd name="connsiteX71" fmla="*/ 1057398 w 1509294"/>
              <a:gd name="connsiteY71" fmla="*/ 1070382 h 1077522"/>
              <a:gd name="connsiteX72" fmla="*/ 648429 w 1509294"/>
              <a:gd name="connsiteY72" fmla="*/ 3 h 1077522"/>
              <a:gd name="connsiteX73" fmla="*/ 677004 w 1509294"/>
              <a:gd name="connsiteY73" fmla="*/ 1070382 h 1077522"/>
              <a:gd name="connsiteX74" fmla="*/ 619854 w 1509294"/>
              <a:gd name="connsiteY74" fmla="*/ 1070382 h 1077522"/>
              <a:gd name="connsiteX75" fmla="*/ 502581 w 1509294"/>
              <a:gd name="connsiteY75" fmla="*/ 3 h 1077522"/>
              <a:gd name="connsiteX76" fmla="*/ 531156 w 1509294"/>
              <a:gd name="connsiteY76" fmla="*/ 1070382 h 1077522"/>
              <a:gd name="connsiteX77" fmla="*/ 474006 w 1509294"/>
              <a:gd name="connsiteY77" fmla="*/ 1070382 h 1077522"/>
              <a:gd name="connsiteX78" fmla="*/ 356733 w 1509294"/>
              <a:gd name="connsiteY78" fmla="*/ 3 h 1077522"/>
              <a:gd name="connsiteX79" fmla="*/ 385308 w 1509294"/>
              <a:gd name="connsiteY79" fmla="*/ 1070382 h 1077522"/>
              <a:gd name="connsiteX80" fmla="*/ 328158 w 1509294"/>
              <a:gd name="connsiteY80" fmla="*/ 1070382 h 1077522"/>
              <a:gd name="connsiteX81" fmla="*/ 210885 w 1509294"/>
              <a:gd name="connsiteY81" fmla="*/ 3 h 1077522"/>
              <a:gd name="connsiteX82" fmla="*/ 239460 w 1509294"/>
              <a:gd name="connsiteY82" fmla="*/ 1070382 h 1077522"/>
              <a:gd name="connsiteX83" fmla="*/ 182310 w 1509294"/>
              <a:gd name="connsiteY83" fmla="*/ 1070382 h 1077522"/>
              <a:gd name="connsiteX84" fmla="*/ 65037 w 1509294"/>
              <a:gd name="connsiteY84" fmla="*/ 3 h 1077522"/>
              <a:gd name="connsiteX85" fmla="*/ 93612 w 1509294"/>
              <a:gd name="connsiteY85" fmla="*/ 1070382 h 1077522"/>
              <a:gd name="connsiteX86" fmla="*/ 36462 w 1509294"/>
              <a:gd name="connsiteY86" fmla="*/ 1070382 h 1077522"/>
              <a:gd name="connsiteX87" fmla="*/ 1450593 w 1509294"/>
              <a:gd name="connsiteY87" fmla="*/ 2 h 1077522"/>
              <a:gd name="connsiteX88" fmla="*/ 1479168 w 1509294"/>
              <a:gd name="connsiteY88" fmla="*/ 1070381 h 1077522"/>
              <a:gd name="connsiteX89" fmla="*/ 1422018 w 1509294"/>
              <a:gd name="connsiteY89" fmla="*/ 1070381 h 1077522"/>
              <a:gd name="connsiteX90" fmla="*/ 1304745 w 1509294"/>
              <a:gd name="connsiteY90" fmla="*/ 2 h 1077522"/>
              <a:gd name="connsiteX91" fmla="*/ 1333320 w 1509294"/>
              <a:gd name="connsiteY91" fmla="*/ 1070381 h 1077522"/>
              <a:gd name="connsiteX92" fmla="*/ 1276170 w 1509294"/>
              <a:gd name="connsiteY92" fmla="*/ 1070381 h 1077522"/>
              <a:gd name="connsiteX93" fmla="*/ 1158897 w 1509294"/>
              <a:gd name="connsiteY93" fmla="*/ 2 h 1077522"/>
              <a:gd name="connsiteX94" fmla="*/ 1187472 w 1509294"/>
              <a:gd name="connsiteY94" fmla="*/ 1070381 h 1077522"/>
              <a:gd name="connsiteX95" fmla="*/ 1130322 w 1509294"/>
              <a:gd name="connsiteY95" fmla="*/ 1070381 h 1077522"/>
              <a:gd name="connsiteX96" fmla="*/ 794277 w 1509294"/>
              <a:gd name="connsiteY96" fmla="*/ 2 h 1077522"/>
              <a:gd name="connsiteX97" fmla="*/ 822852 w 1509294"/>
              <a:gd name="connsiteY97" fmla="*/ 1070381 h 1077522"/>
              <a:gd name="connsiteX98" fmla="*/ 765702 w 1509294"/>
              <a:gd name="connsiteY98" fmla="*/ 1070381 h 1077522"/>
              <a:gd name="connsiteX99" fmla="*/ 721353 w 1509294"/>
              <a:gd name="connsiteY99" fmla="*/ 2 h 1077522"/>
              <a:gd name="connsiteX100" fmla="*/ 749928 w 1509294"/>
              <a:gd name="connsiteY100" fmla="*/ 1070381 h 1077522"/>
              <a:gd name="connsiteX101" fmla="*/ 692778 w 1509294"/>
              <a:gd name="connsiteY101" fmla="*/ 1070381 h 1077522"/>
              <a:gd name="connsiteX102" fmla="*/ 575505 w 1509294"/>
              <a:gd name="connsiteY102" fmla="*/ 2 h 1077522"/>
              <a:gd name="connsiteX103" fmla="*/ 604080 w 1509294"/>
              <a:gd name="connsiteY103" fmla="*/ 1070381 h 1077522"/>
              <a:gd name="connsiteX104" fmla="*/ 546930 w 1509294"/>
              <a:gd name="connsiteY104" fmla="*/ 1070381 h 1077522"/>
              <a:gd name="connsiteX105" fmla="*/ 429657 w 1509294"/>
              <a:gd name="connsiteY105" fmla="*/ 2 h 1077522"/>
              <a:gd name="connsiteX106" fmla="*/ 458232 w 1509294"/>
              <a:gd name="connsiteY106" fmla="*/ 1070381 h 1077522"/>
              <a:gd name="connsiteX107" fmla="*/ 401082 w 1509294"/>
              <a:gd name="connsiteY107" fmla="*/ 1070381 h 1077522"/>
              <a:gd name="connsiteX108" fmla="*/ 283809 w 1509294"/>
              <a:gd name="connsiteY108" fmla="*/ 2 h 1077522"/>
              <a:gd name="connsiteX109" fmla="*/ 312384 w 1509294"/>
              <a:gd name="connsiteY109" fmla="*/ 1070381 h 1077522"/>
              <a:gd name="connsiteX110" fmla="*/ 255234 w 1509294"/>
              <a:gd name="connsiteY110" fmla="*/ 1070381 h 1077522"/>
              <a:gd name="connsiteX111" fmla="*/ 137961 w 1509294"/>
              <a:gd name="connsiteY111" fmla="*/ 2 h 1077522"/>
              <a:gd name="connsiteX112" fmla="*/ 166536 w 1509294"/>
              <a:gd name="connsiteY112" fmla="*/ 1070381 h 1077522"/>
              <a:gd name="connsiteX113" fmla="*/ 109386 w 1509294"/>
              <a:gd name="connsiteY113" fmla="*/ 1070381 h 1077522"/>
              <a:gd name="connsiteX114" fmla="*/ 940125 w 1509294"/>
              <a:gd name="connsiteY114" fmla="*/ 1 h 1077522"/>
              <a:gd name="connsiteX115" fmla="*/ 968700 w 1509294"/>
              <a:gd name="connsiteY115" fmla="*/ 1070380 h 1077522"/>
              <a:gd name="connsiteX116" fmla="*/ 911550 w 1509294"/>
              <a:gd name="connsiteY116" fmla="*/ 1070380 h 1077522"/>
              <a:gd name="connsiteX117" fmla="*/ 867201 w 1509294"/>
              <a:gd name="connsiteY117" fmla="*/ 1 h 1077522"/>
              <a:gd name="connsiteX118" fmla="*/ 895776 w 1509294"/>
              <a:gd name="connsiteY118" fmla="*/ 1070380 h 1077522"/>
              <a:gd name="connsiteX119" fmla="*/ 838626 w 1509294"/>
              <a:gd name="connsiteY119" fmla="*/ 1070380 h 1077522"/>
              <a:gd name="connsiteX120" fmla="*/ 1013049 w 1509294"/>
              <a:gd name="connsiteY120" fmla="*/ 0 h 1077522"/>
              <a:gd name="connsiteX121" fmla="*/ 1041624 w 1509294"/>
              <a:gd name="connsiteY121" fmla="*/ 1070379 h 1077522"/>
              <a:gd name="connsiteX122" fmla="*/ 984474 w 1509294"/>
              <a:gd name="connsiteY122" fmla="*/ 1070379 h 107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1509294" h="1077522">
                <a:moveTo>
                  <a:pt x="508249" y="7143"/>
                </a:moveTo>
                <a:lnTo>
                  <a:pt x="565399" y="7143"/>
                </a:lnTo>
                <a:lnTo>
                  <a:pt x="536824" y="1077522"/>
                </a:lnTo>
                <a:close/>
                <a:moveTo>
                  <a:pt x="1452144" y="7142"/>
                </a:moveTo>
                <a:lnTo>
                  <a:pt x="1509294" y="7142"/>
                </a:lnTo>
                <a:lnTo>
                  <a:pt x="1480719" y="1077521"/>
                </a:lnTo>
                <a:close/>
                <a:moveTo>
                  <a:pt x="1379533" y="7142"/>
                </a:moveTo>
                <a:lnTo>
                  <a:pt x="1436683" y="7142"/>
                </a:lnTo>
                <a:lnTo>
                  <a:pt x="1408108" y="1077521"/>
                </a:lnTo>
                <a:close/>
                <a:moveTo>
                  <a:pt x="435642" y="7142"/>
                </a:moveTo>
                <a:lnTo>
                  <a:pt x="492792" y="7142"/>
                </a:lnTo>
                <a:lnTo>
                  <a:pt x="464217" y="1077521"/>
                </a:lnTo>
                <a:close/>
                <a:moveTo>
                  <a:pt x="363035" y="7142"/>
                </a:moveTo>
                <a:lnTo>
                  <a:pt x="420185" y="7142"/>
                </a:lnTo>
                <a:lnTo>
                  <a:pt x="391610" y="1077521"/>
                </a:lnTo>
                <a:close/>
                <a:moveTo>
                  <a:pt x="1306926" y="7141"/>
                </a:moveTo>
                <a:lnTo>
                  <a:pt x="1364076" y="7141"/>
                </a:lnTo>
                <a:lnTo>
                  <a:pt x="1335501" y="1077520"/>
                </a:lnTo>
                <a:close/>
                <a:moveTo>
                  <a:pt x="1234319" y="7141"/>
                </a:moveTo>
                <a:lnTo>
                  <a:pt x="1291469" y="7141"/>
                </a:lnTo>
                <a:lnTo>
                  <a:pt x="1262894" y="1077520"/>
                </a:lnTo>
                <a:close/>
                <a:moveTo>
                  <a:pt x="1089105" y="7141"/>
                </a:moveTo>
                <a:lnTo>
                  <a:pt x="1146255" y="7141"/>
                </a:lnTo>
                <a:lnTo>
                  <a:pt x="1117680" y="1077520"/>
                </a:lnTo>
                <a:close/>
                <a:moveTo>
                  <a:pt x="943891" y="7141"/>
                </a:moveTo>
                <a:lnTo>
                  <a:pt x="1001041" y="7141"/>
                </a:lnTo>
                <a:lnTo>
                  <a:pt x="972466" y="1077520"/>
                </a:lnTo>
                <a:close/>
                <a:moveTo>
                  <a:pt x="798677" y="7141"/>
                </a:moveTo>
                <a:lnTo>
                  <a:pt x="855827" y="7141"/>
                </a:lnTo>
                <a:lnTo>
                  <a:pt x="827252" y="1077520"/>
                </a:lnTo>
                <a:close/>
                <a:moveTo>
                  <a:pt x="653463" y="7141"/>
                </a:moveTo>
                <a:lnTo>
                  <a:pt x="710613" y="7141"/>
                </a:lnTo>
                <a:lnTo>
                  <a:pt x="682038" y="1077520"/>
                </a:lnTo>
                <a:close/>
                <a:moveTo>
                  <a:pt x="290428" y="7141"/>
                </a:moveTo>
                <a:lnTo>
                  <a:pt x="347578" y="7141"/>
                </a:lnTo>
                <a:lnTo>
                  <a:pt x="319003" y="1077520"/>
                </a:lnTo>
                <a:close/>
                <a:moveTo>
                  <a:pt x="217821" y="7141"/>
                </a:moveTo>
                <a:lnTo>
                  <a:pt x="274971" y="7141"/>
                </a:lnTo>
                <a:lnTo>
                  <a:pt x="246396" y="1077520"/>
                </a:lnTo>
                <a:close/>
                <a:moveTo>
                  <a:pt x="72607" y="7141"/>
                </a:moveTo>
                <a:lnTo>
                  <a:pt x="129757" y="7141"/>
                </a:lnTo>
                <a:lnTo>
                  <a:pt x="101182" y="1077520"/>
                </a:lnTo>
                <a:close/>
                <a:moveTo>
                  <a:pt x="1161712" y="7140"/>
                </a:moveTo>
                <a:lnTo>
                  <a:pt x="1218862" y="7140"/>
                </a:lnTo>
                <a:lnTo>
                  <a:pt x="1190287" y="1077519"/>
                </a:lnTo>
                <a:close/>
                <a:moveTo>
                  <a:pt x="1016498" y="7140"/>
                </a:moveTo>
                <a:lnTo>
                  <a:pt x="1073648" y="7140"/>
                </a:lnTo>
                <a:lnTo>
                  <a:pt x="1045073" y="1077519"/>
                </a:lnTo>
                <a:close/>
                <a:moveTo>
                  <a:pt x="871284" y="7140"/>
                </a:moveTo>
                <a:lnTo>
                  <a:pt x="928434" y="7140"/>
                </a:lnTo>
                <a:lnTo>
                  <a:pt x="899859" y="1077519"/>
                </a:lnTo>
                <a:close/>
                <a:moveTo>
                  <a:pt x="726070" y="7140"/>
                </a:moveTo>
                <a:lnTo>
                  <a:pt x="783220" y="7140"/>
                </a:lnTo>
                <a:lnTo>
                  <a:pt x="754645" y="1077519"/>
                </a:lnTo>
                <a:close/>
                <a:moveTo>
                  <a:pt x="580856" y="7140"/>
                </a:moveTo>
                <a:lnTo>
                  <a:pt x="638006" y="7140"/>
                </a:lnTo>
                <a:lnTo>
                  <a:pt x="609431" y="1077519"/>
                </a:lnTo>
                <a:close/>
                <a:moveTo>
                  <a:pt x="145214" y="7140"/>
                </a:moveTo>
                <a:lnTo>
                  <a:pt x="202364" y="7140"/>
                </a:lnTo>
                <a:lnTo>
                  <a:pt x="173789" y="1077519"/>
                </a:lnTo>
                <a:close/>
                <a:moveTo>
                  <a:pt x="0" y="7140"/>
                </a:moveTo>
                <a:lnTo>
                  <a:pt x="57150" y="7140"/>
                </a:lnTo>
                <a:lnTo>
                  <a:pt x="28575" y="1077519"/>
                </a:lnTo>
                <a:close/>
                <a:moveTo>
                  <a:pt x="1377669" y="3"/>
                </a:moveTo>
                <a:lnTo>
                  <a:pt x="1406244" y="1070382"/>
                </a:lnTo>
                <a:lnTo>
                  <a:pt x="1349094" y="1070382"/>
                </a:lnTo>
                <a:close/>
                <a:moveTo>
                  <a:pt x="1231821" y="3"/>
                </a:moveTo>
                <a:lnTo>
                  <a:pt x="1260396" y="1070382"/>
                </a:lnTo>
                <a:lnTo>
                  <a:pt x="1203246" y="1070382"/>
                </a:lnTo>
                <a:close/>
                <a:moveTo>
                  <a:pt x="1085973" y="3"/>
                </a:moveTo>
                <a:lnTo>
                  <a:pt x="1114548" y="1070382"/>
                </a:lnTo>
                <a:lnTo>
                  <a:pt x="1057398" y="1070382"/>
                </a:lnTo>
                <a:close/>
                <a:moveTo>
                  <a:pt x="648429" y="3"/>
                </a:moveTo>
                <a:lnTo>
                  <a:pt x="677004" y="1070382"/>
                </a:lnTo>
                <a:lnTo>
                  <a:pt x="619854" y="1070382"/>
                </a:lnTo>
                <a:close/>
                <a:moveTo>
                  <a:pt x="502581" y="3"/>
                </a:moveTo>
                <a:lnTo>
                  <a:pt x="531156" y="1070382"/>
                </a:lnTo>
                <a:lnTo>
                  <a:pt x="474006" y="1070382"/>
                </a:lnTo>
                <a:close/>
                <a:moveTo>
                  <a:pt x="356733" y="3"/>
                </a:moveTo>
                <a:lnTo>
                  <a:pt x="385308" y="1070382"/>
                </a:lnTo>
                <a:lnTo>
                  <a:pt x="328158" y="1070382"/>
                </a:lnTo>
                <a:close/>
                <a:moveTo>
                  <a:pt x="210885" y="3"/>
                </a:moveTo>
                <a:lnTo>
                  <a:pt x="239460" y="1070382"/>
                </a:lnTo>
                <a:lnTo>
                  <a:pt x="182310" y="1070382"/>
                </a:lnTo>
                <a:close/>
                <a:moveTo>
                  <a:pt x="65037" y="3"/>
                </a:moveTo>
                <a:lnTo>
                  <a:pt x="93612" y="1070382"/>
                </a:lnTo>
                <a:lnTo>
                  <a:pt x="36462" y="1070382"/>
                </a:lnTo>
                <a:close/>
                <a:moveTo>
                  <a:pt x="1450593" y="2"/>
                </a:moveTo>
                <a:lnTo>
                  <a:pt x="1479168" y="1070381"/>
                </a:lnTo>
                <a:lnTo>
                  <a:pt x="1422018" y="1070381"/>
                </a:lnTo>
                <a:close/>
                <a:moveTo>
                  <a:pt x="1304745" y="2"/>
                </a:moveTo>
                <a:lnTo>
                  <a:pt x="1333320" y="1070381"/>
                </a:lnTo>
                <a:lnTo>
                  <a:pt x="1276170" y="1070381"/>
                </a:lnTo>
                <a:close/>
                <a:moveTo>
                  <a:pt x="1158897" y="2"/>
                </a:moveTo>
                <a:lnTo>
                  <a:pt x="1187472" y="1070381"/>
                </a:lnTo>
                <a:lnTo>
                  <a:pt x="1130322" y="1070381"/>
                </a:lnTo>
                <a:close/>
                <a:moveTo>
                  <a:pt x="794277" y="2"/>
                </a:moveTo>
                <a:lnTo>
                  <a:pt x="822852" y="1070381"/>
                </a:lnTo>
                <a:lnTo>
                  <a:pt x="765702" y="1070381"/>
                </a:lnTo>
                <a:close/>
                <a:moveTo>
                  <a:pt x="721353" y="2"/>
                </a:moveTo>
                <a:lnTo>
                  <a:pt x="749928" y="1070381"/>
                </a:lnTo>
                <a:lnTo>
                  <a:pt x="692778" y="1070381"/>
                </a:lnTo>
                <a:close/>
                <a:moveTo>
                  <a:pt x="575505" y="2"/>
                </a:moveTo>
                <a:lnTo>
                  <a:pt x="604080" y="1070381"/>
                </a:lnTo>
                <a:lnTo>
                  <a:pt x="546930" y="1070381"/>
                </a:lnTo>
                <a:close/>
                <a:moveTo>
                  <a:pt x="429657" y="2"/>
                </a:moveTo>
                <a:lnTo>
                  <a:pt x="458232" y="1070381"/>
                </a:lnTo>
                <a:lnTo>
                  <a:pt x="401082" y="1070381"/>
                </a:lnTo>
                <a:close/>
                <a:moveTo>
                  <a:pt x="283809" y="2"/>
                </a:moveTo>
                <a:lnTo>
                  <a:pt x="312384" y="1070381"/>
                </a:lnTo>
                <a:lnTo>
                  <a:pt x="255234" y="1070381"/>
                </a:lnTo>
                <a:close/>
                <a:moveTo>
                  <a:pt x="137961" y="2"/>
                </a:moveTo>
                <a:lnTo>
                  <a:pt x="166536" y="1070381"/>
                </a:lnTo>
                <a:lnTo>
                  <a:pt x="109386" y="1070381"/>
                </a:lnTo>
                <a:close/>
                <a:moveTo>
                  <a:pt x="940125" y="1"/>
                </a:moveTo>
                <a:lnTo>
                  <a:pt x="968700" y="1070380"/>
                </a:lnTo>
                <a:lnTo>
                  <a:pt x="911550" y="1070380"/>
                </a:lnTo>
                <a:close/>
                <a:moveTo>
                  <a:pt x="867201" y="1"/>
                </a:moveTo>
                <a:lnTo>
                  <a:pt x="895776" y="1070380"/>
                </a:lnTo>
                <a:lnTo>
                  <a:pt x="838626" y="1070380"/>
                </a:lnTo>
                <a:close/>
                <a:moveTo>
                  <a:pt x="1013049" y="0"/>
                </a:moveTo>
                <a:lnTo>
                  <a:pt x="1041624" y="1070379"/>
                </a:lnTo>
                <a:lnTo>
                  <a:pt x="984474" y="1070379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3" name="Rectángulo 152">
            <a:extLst>
              <a:ext uri="{FF2B5EF4-FFF2-40B4-BE49-F238E27FC236}">
                <a16:creationId xmlns:a16="http://schemas.microsoft.com/office/drawing/2014/main" id="{029F3C5D-21D2-C2D6-69EB-BBCFD16834CA}"/>
              </a:ext>
            </a:extLst>
          </p:cNvPr>
          <p:cNvSpPr/>
          <p:nvPr/>
        </p:nvSpPr>
        <p:spPr>
          <a:xfrm>
            <a:off x="6651057" y="3141210"/>
            <a:ext cx="1525963" cy="1087038"/>
          </a:xfrm>
          <a:custGeom>
            <a:avLst/>
            <a:gdLst>
              <a:gd name="connsiteX0" fmla="*/ 0 w 1509294"/>
              <a:gd name="connsiteY0" fmla="*/ 0 h 1070379"/>
              <a:gd name="connsiteX1" fmla="*/ 1509294 w 1509294"/>
              <a:gd name="connsiteY1" fmla="*/ 0 h 1070379"/>
              <a:gd name="connsiteX2" fmla="*/ 1509294 w 1509294"/>
              <a:gd name="connsiteY2" fmla="*/ 1070379 h 1070379"/>
              <a:gd name="connsiteX3" fmla="*/ 0 w 1509294"/>
              <a:gd name="connsiteY3" fmla="*/ 1070379 h 1070379"/>
              <a:gd name="connsiteX4" fmla="*/ 0 w 1509294"/>
              <a:gd name="connsiteY4" fmla="*/ 0 h 1070379"/>
              <a:gd name="connsiteX0" fmla="*/ 0 w 1509294"/>
              <a:gd name="connsiteY0" fmla="*/ 0 h 1070379"/>
              <a:gd name="connsiteX1" fmla="*/ 1509294 w 1509294"/>
              <a:gd name="connsiteY1" fmla="*/ 0 h 1070379"/>
              <a:gd name="connsiteX2" fmla="*/ 1509294 w 1509294"/>
              <a:gd name="connsiteY2" fmla="*/ 1070379 h 1070379"/>
              <a:gd name="connsiteX3" fmla="*/ 19050 w 1509294"/>
              <a:gd name="connsiteY3" fmla="*/ 1070379 h 1070379"/>
              <a:gd name="connsiteX4" fmla="*/ 0 w 1509294"/>
              <a:gd name="connsiteY4" fmla="*/ 0 h 1070379"/>
              <a:gd name="connsiteX0" fmla="*/ 0 w 1525963"/>
              <a:gd name="connsiteY0" fmla="*/ 2351 h 1072730"/>
              <a:gd name="connsiteX1" fmla="*/ 1525963 w 1525963"/>
              <a:gd name="connsiteY1" fmla="*/ 0 h 1072730"/>
              <a:gd name="connsiteX2" fmla="*/ 1509294 w 1525963"/>
              <a:gd name="connsiteY2" fmla="*/ 1072730 h 1072730"/>
              <a:gd name="connsiteX3" fmla="*/ 19050 w 1525963"/>
              <a:gd name="connsiteY3" fmla="*/ 1072730 h 1072730"/>
              <a:gd name="connsiteX4" fmla="*/ 0 w 1525963"/>
              <a:gd name="connsiteY4" fmla="*/ 2351 h 1072730"/>
              <a:gd name="connsiteX0" fmla="*/ 0 w 1525963"/>
              <a:gd name="connsiteY0" fmla="*/ 2351 h 1075080"/>
              <a:gd name="connsiteX1" fmla="*/ 1525963 w 1525963"/>
              <a:gd name="connsiteY1" fmla="*/ 0 h 1075080"/>
              <a:gd name="connsiteX2" fmla="*/ 1495007 w 1525963"/>
              <a:gd name="connsiteY2" fmla="*/ 1075080 h 1075080"/>
              <a:gd name="connsiteX3" fmla="*/ 19050 w 1525963"/>
              <a:gd name="connsiteY3" fmla="*/ 1072730 h 1075080"/>
              <a:gd name="connsiteX4" fmla="*/ 0 w 1525963"/>
              <a:gd name="connsiteY4" fmla="*/ 2351 h 1075080"/>
              <a:gd name="connsiteX0" fmla="*/ 0 w 1525963"/>
              <a:gd name="connsiteY0" fmla="*/ 2351 h 1072730"/>
              <a:gd name="connsiteX1" fmla="*/ 1525963 w 1525963"/>
              <a:gd name="connsiteY1" fmla="*/ 0 h 1072730"/>
              <a:gd name="connsiteX2" fmla="*/ 1495007 w 1525963"/>
              <a:gd name="connsiteY2" fmla="*/ 1068030 h 1072730"/>
              <a:gd name="connsiteX3" fmla="*/ 19050 w 1525963"/>
              <a:gd name="connsiteY3" fmla="*/ 1072730 h 1072730"/>
              <a:gd name="connsiteX4" fmla="*/ 0 w 1525963"/>
              <a:gd name="connsiteY4" fmla="*/ 2351 h 1072730"/>
              <a:gd name="connsiteX0" fmla="*/ 0 w 1525963"/>
              <a:gd name="connsiteY0" fmla="*/ 2351 h 1072730"/>
              <a:gd name="connsiteX1" fmla="*/ 1525963 w 1525963"/>
              <a:gd name="connsiteY1" fmla="*/ 0 h 1072730"/>
              <a:gd name="connsiteX2" fmla="*/ 1495007 w 1525963"/>
              <a:gd name="connsiteY2" fmla="*/ 1070380 h 1072730"/>
              <a:gd name="connsiteX3" fmla="*/ 19050 w 1525963"/>
              <a:gd name="connsiteY3" fmla="*/ 1072730 h 1072730"/>
              <a:gd name="connsiteX4" fmla="*/ 0 w 1525963"/>
              <a:gd name="connsiteY4" fmla="*/ 2351 h 1072730"/>
              <a:gd name="connsiteX0" fmla="*/ 0 w 1525963"/>
              <a:gd name="connsiteY0" fmla="*/ 2351 h 1072730"/>
              <a:gd name="connsiteX1" fmla="*/ 1525963 w 1525963"/>
              <a:gd name="connsiteY1" fmla="*/ 0 h 1072730"/>
              <a:gd name="connsiteX2" fmla="*/ 1487863 w 1525963"/>
              <a:gd name="connsiteY2" fmla="*/ 1065681 h 1072730"/>
              <a:gd name="connsiteX3" fmla="*/ 19050 w 1525963"/>
              <a:gd name="connsiteY3" fmla="*/ 1072730 h 1072730"/>
              <a:gd name="connsiteX4" fmla="*/ 0 w 1525963"/>
              <a:gd name="connsiteY4" fmla="*/ 2351 h 1072730"/>
              <a:gd name="connsiteX0" fmla="*/ 0 w 1525963"/>
              <a:gd name="connsiteY0" fmla="*/ 2351 h 1072731"/>
              <a:gd name="connsiteX1" fmla="*/ 1525963 w 1525963"/>
              <a:gd name="connsiteY1" fmla="*/ 0 h 1072731"/>
              <a:gd name="connsiteX2" fmla="*/ 1490244 w 1525963"/>
              <a:gd name="connsiteY2" fmla="*/ 1072731 h 1072731"/>
              <a:gd name="connsiteX3" fmla="*/ 19050 w 1525963"/>
              <a:gd name="connsiteY3" fmla="*/ 1072730 h 1072731"/>
              <a:gd name="connsiteX4" fmla="*/ 0 w 1525963"/>
              <a:gd name="connsiteY4" fmla="*/ 2351 h 1072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5963" h="1072731">
                <a:moveTo>
                  <a:pt x="0" y="2351"/>
                </a:moveTo>
                <a:lnTo>
                  <a:pt x="1525963" y="0"/>
                </a:lnTo>
                <a:lnTo>
                  <a:pt x="1490244" y="1072731"/>
                </a:lnTo>
                <a:lnTo>
                  <a:pt x="19050" y="1072730"/>
                </a:lnTo>
                <a:lnTo>
                  <a:pt x="0" y="2351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9866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A3E1EE38-7503-46BF-85D2-43BF4D96B51C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4. Área en círculos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1 ESO\\TEMA 13- Áreas y perímetr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BE50CC3-2EC1-48D3-8763-7D24BA0E4588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75383DC-3D37-4C77-AF06-B17A4A27507A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C5EB9DF-AC64-4104-A0FA-F7F454C5A5C0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BF9B906-1E42-4C73-B969-188F0E56D420}:25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41C9BC6-E487-4193-993B-AC0D0B9AF6DF}:26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D574B44-06C2-4FAE-9E17-3869CE72ED39}:26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3CF8772-6529-4AA2-A521-34B1E514B377}:26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B66CDD9-C263-4154-B250-F3A917A853EA}:26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0644059-6825-4B88-92DF-0891095B9C64}:26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553F9B0-09A6-4EC2-B617-B864EB3A7954}:26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AAF3943-BCFD-42A2-BE7E-ADC778F6AD6E}:266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436</Words>
  <Application>Microsoft Office PowerPoint</Application>
  <PresentationFormat>Panorámica</PresentationFormat>
  <Paragraphs>89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Aptos</vt:lpstr>
      <vt:lpstr>Arial</vt:lpstr>
      <vt:lpstr>Arial Nova Light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Área en círculos</dc:title>
  <dc:creator>Illán Linos Souto</dc:creator>
  <cp:lastModifiedBy>Illán Linos</cp:lastModifiedBy>
  <cp:revision>59</cp:revision>
  <dcterms:created xsi:type="dcterms:W3CDTF">2024-08-18T18:48:07Z</dcterms:created>
  <dcterms:modified xsi:type="dcterms:W3CDTF">2025-11-17T11:56:26Z</dcterms:modified>
</cp:coreProperties>
</file>
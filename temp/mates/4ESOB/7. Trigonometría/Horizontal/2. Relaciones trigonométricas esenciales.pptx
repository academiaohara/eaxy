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64" r:id="rId14"/>
    <p:sldId id="270" r:id="rId15"/>
    <p:sldId id="271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3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6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3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4.png"/><Relationship Id="rId5" Type="http://schemas.openxmlformats.org/officeDocument/2006/relationships/image" Target="../media/image6.png"/><Relationship Id="rId15" Type="http://schemas.openxmlformats.org/officeDocument/2006/relationships/image" Target="../media/image37.png"/><Relationship Id="rId10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25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40.png"/><Relationship Id="rId7" Type="http://schemas.openxmlformats.org/officeDocument/2006/relationships/image" Target="../media/image5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39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44.png"/><Relationship Id="rId5" Type="http://schemas.openxmlformats.org/officeDocument/2006/relationships/image" Target="../media/image3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41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3.png"/><Relationship Id="rId18" Type="http://schemas.openxmlformats.org/officeDocument/2006/relationships/image" Target="../media/image500.png"/><Relationship Id="rId3" Type="http://schemas.openxmlformats.org/officeDocument/2006/relationships/image" Target="../media/image40.png"/><Relationship Id="rId7" Type="http://schemas.openxmlformats.org/officeDocument/2006/relationships/image" Target="../media/image440.png"/><Relationship Id="rId12" Type="http://schemas.openxmlformats.org/officeDocument/2006/relationships/image" Target="../media/image480.png"/><Relationship Id="rId17" Type="http://schemas.openxmlformats.org/officeDocument/2006/relationships/image" Target="../media/image490.png"/><Relationship Id="rId2" Type="http://schemas.openxmlformats.org/officeDocument/2006/relationships/image" Target="../media/image39.png"/><Relationship Id="rId16" Type="http://schemas.openxmlformats.org/officeDocument/2006/relationships/image" Target="../media/image6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11" Type="http://schemas.openxmlformats.org/officeDocument/2006/relationships/image" Target="../media/image28.png"/><Relationship Id="rId5" Type="http://schemas.openxmlformats.org/officeDocument/2006/relationships/image" Target="../media/image420.png"/><Relationship Id="rId15" Type="http://schemas.openxmlformats.org/officeDocument/2006/relationships/image" Target="../media/image5.png"/><Relationship Id="rId10" Type="http://schemas.openxmlformats.org/officeDocument/2006/relationships/image" Target="../media/image470.png"/><Relationship Id="rId19" Type="http://schemas.openxmlformats.org/officeDocument/2006/relationships/image" Target="../media/image510.png"/><Relationship Id="rId4" Type="http://schemas.openxmlformats.org/officeDocument/2006/relationships/image" Target="../media/image41.png"/><Relationship Id="rId9" Type="http://schemas.openxmlformats.org/officeDocument/2006/relationships/image" Target="../media/image460.png"/><Relationship Id="rId1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3.png"/><Relationship Id="rId18" Type="http://schemas.openxmlformats.org/officeDocument/2006/relationships/image" Target="../media/image500.png"/><Relationship Id="rId3" Type="http://schemas.openxmlformats.org/officeDocument/2006/relationships/image" Target="../media/image40.png"/><Relationship Id="rId7" Type="http://schemas.openxmlformats.org/officeDocument/2006/relationships/image" Target="../media/image440.png"/><Relationship Id="rId12" Type="http://schemas.openxmlformats.org/officeDocument/2006/relationships/image" Target="../media/image480.png"/><Relationship Id="rId17" Type="http://schemas.openxmlformats.org/officeDocument/2006/relationships/image" Target="../media/image490.png"/><Relationship Id="rId2" Type="http://schemas.openxmlformats.org/officeDocument/2006/relationships/image" Target="../media/image39.png"/><Relationship Id="rId16" Type="http://schemas.openxmlformats.org/officeDocument/2006/relationships/image" Target="../media/image6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11" Type="http://schemas.openxmlformats.org/officeDocument/2006/relationships/image" Target="../media/image28.png"/><Relationship Id="rId5" Type="http://schemas.openxmlformats.org/officeDocument/2006/relationships/image" Target="../media/image420.png"/><Relationship Id="rId15" Type="http://schemas.openxmlformats.org/officeDocument/2006/relationships/image" Target="../media/image5.png"/><Relationship Id="rId10" Type="http://schemas.openxmlformats.org/officeDocument/2006/relationships/image" Target="../media/image470.png"/><Relationship Id="rId19" Type="http://schemas.openxmlformats.org/officeDocument/2006/relationships/image" Target="../media/image510.png"/><Relationship Id="rId4" Type="http://schemas.openxmlformats.org/officeDocument/2006/relationships/image" Target="../media/image41.png"/><Relationship Id="rId9" Type="http://schemas.openxmlformats.org/officeDocument/2006/relationships/image" Target="../media/image460.png"/><Relationship Id="rId1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3.png"/><Relationship Id="rId18" Type="http://schemas.openxmlformats.org/officeDocument/2006/relationships/image" Target="../media/image500.png"/><Relationship Id="rId3" Type="http://schemas.openxmlformats.org/officeDocument/2006/relationships/image" Target="../media/image40.png"/><Relationship Id="rId7" Type="http://schemas.openxmlformats.org/officeDocument/2006/relationships/image" Target="../media/image440.png"/><Relationship Id="rId12" Type="http://schemas.openxmlformats.org/officeDocument/2006/relationships/image" Target="../media/image480.png"/><Relationship Id="rId17" Type="http://schemas.openxmlformats.org/officeDocument/2006/relationships/image" Target="../media/image490.png"/><Relationship Id="rId2" Type="http://schemas.openxmlformats.org/officeDocument/2006/relationships/image" Target="../media/image39.png"/><Relationship Id="rId16" Type="http://schemas.openxmlformats.org/officeDocument/2006/relationships/image" Target="../media/image6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11" Type="http://schemas.openxmlformats.org/officeDocument/2006/relationships/image" Target="../media/image28.png"/><Relationship Id="rId5" Type="http://schemas.openxmlformats.org/officeDocument/2006/relationships/image" Target="../media/image420.png"/><Relationship Id="rId15" Type="http://schemas.openxmlformats.org/officeDocument/2006/relationships/image" Target="../media/image5.png"/><Relationship Id="rId10" Type="http://schemas.openxmlformats.org/officeDocument/2006/relationships/image" Target="../media/image470.png"/><Relationship Id="rId19" Type="http://schemas.openxmlformats.org/officeDocument/2006/relationships/image" Target="../media/image510.png"/><Relationship Id="rId4" Type="http://schemas.openxmlformats.org/officeDocument/2006/relationships/image" Target="../media/image41.png"/><Relationship Id="rId9" Type="http://schemas.openxmlformats.org/officeDocument/2006/relationships/image" Target="../media/image460.png"/><Relationship Id="rId1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3.png"/><Relationship Id="rId18" Type="http://schemas.openxmlformats.org/officeDocument/2006/relationships/image" Target="../media/image500.png"/><Relationship Id="rId3" Type="http://schemas.openxmlformats.org/officeDocument/2006/relationships/image" Target="../media/image54.png"/><Relationship Id="rId21" Type="http://schemas.openxmlformats.org/officeDocument/2006/relationships/image" Target="../media/image40.png"/><Relationship Id="rId7" Type="http://schemas.openxmlformats.org/officeDocument/2006/relationships/image" Target="../media/image440.png"/><Relationship Id="rId12" Type="http://schemas.openxmlformats.org/officeDocument/2006/relationships/image" Target="../media/image480.png"/><Relationship Id="rId17" Type="http://schemas.openxmlformats.org/officeDocument/2006/relationships/image" Target="../media/image490.png"/><Relationship Id="rId2" Type="http://schemas.openxmlformats.org/officeDocument/2006/relationships/image" Target="../media/image530.png"/><Relationship Id="rId16" Type="http://schemas.openxmlformats.org/officeDocument/2006/relationships/image" Target="../media/image6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11" Type="http://schemas.openxmlformats.org/officeDocument/2006/relationships/image" Target="../media/image28.png"/><Relationship Id="rId5" Type="http://schemas.openxmlformats.org/officeDocument/2006/relationships/image" Target="../media/image420.png"/><Relationship Id="rId15" Type="http://schemas.openxmlformats.org/officeDocument/2006/relationships/image" Target="../media/image5.png"/><Relationship Id="rId23" Type="http://schemas.openxmlformats.org/officeDocument/2006/relationships/image" Target="../media/image56.png"/><Relationship Id="rId10" Type="http://schemas.openxmlformats.org/officeDocument/2006/relationships/image" Target="../media/image470.png"/><Relationship Id="rId19" Type="http://schemas.openxmlformats.org/officeDocument/2006/relationships/image" Target="../media/image510.png"/><Relationship Id="rId4" Type="http://schemas.openxmlformats.org/officeDocument/2006/relationships/image" Target="../media/image55.png"/><Relationship Id="rId9" Type="http://schemas.openxmlformats.org/officeDocument/2006/relationships/image" Target="../media/image460.png"/><Relationship Id="rId14" Type="http://schemas.openxmlformats.org/officeDocument/2006/relationships/image" Target="../media/image4.png"/><Relationship Id="rId22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3.png"/><Relationship Id="rId18" Type="http://schemas.openxmlformats.org/officeDocument/2006/relationships/image" Target="../media/image500.png"/><Relationship Id="rId3" Type="http://schemas.openxmlformats.org/officeDocument/2006/relationships/image" Target="../media/image54.png"/><Relationship Id="rId21" Type="http://schemas.openxmlformats.org/officeDocument/2006/relationships/image" Target="../media/image40.png"/><Relationship Id="rId7" Type="http://schemas.openxmlformats.org/officeDocument/2006/relationships/image" Target="../media/image440.png"/><Relationship Id="rId12" Type="http://schemas.openxmlformats.org/officeDocument/2006/relationships/image" Target="../media/image480.png"/><Relationship Id="rId17" Type="http://schemas.openxmlformats.org/officeDocument/2006/relationships/image" Target="../media/image490.png"/><Relationship Id="rId2" Type="http://schemas.openxmlformats.org/officeDocument/2006/relationships/image" Target="../media/image530.png"/><Relationship Id="rId16" Type="http://schemas.openxmlformats.org/officeDocument/2006/relationships/image" Target="../media/image6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11" Type="http://schemas.openxmlformats.org/officeDocument/2006/relationships/image" Target="../media/image28.png"/><Relationship Id="rId5" Type="http://schemas.openxmlformats.org/officeDocument/2006/relationships/image" Target="../media/image420.png"/><Relationship Id="rId15" Type="http://schemas.openxmlformats.org/officeDocument/2006/relationships/image" Target="../media/image5.png"/><Relationship Id="rId23" Type="http://schemas.openxmlformats.org/officeDocument/2006/relationships/image" Target="../media/image56.png"/><Relationship Id="rId10" Type="http://schemas.openxmlformats.org/officeDocument/2006/relationships/image" Target="../media/image470.png"/><Relationship Id="rId19" Type="http://schemas.openxmlformats.org/officeDocument/2006/relationships/image" Target="../media/image510.png"/><Relationship Id="rId4" Type="http://schemas.openxmlformats.org/officeDocument/2006/relationships/image" Target="../media/image55.png"/><Relationship Id="rId9" Type="http://schemas.openxmlformats.org/officeDocument/2006/relationships/image" Target="../media/image460.png"/><Relationship Id="rId14" Type="http://schemas.openxmlformats.org/officeDocument/2006/relationships/image" Target="../media/image4.png"/><Relationship Id="rId22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3.png"/><Relationship Id="rId18" Type="http://schemas.openxmlformats.org/officeDocument/2006/relationships/image" Target="../media/image500.png"/><Relationship Id="rId3" Type="http://schemas.openxmlformats.org/officeDocument/2006/relationships/image" Target="../media/image54.png"/><Relationship Id="rId21" Type="http://schemas.openxmlformats.org/officeDocument/2006/relationships/image" Target="../media/image40.png"/><Relationship Id="rId7" Type="http://schemas.openxmlformats.org/officeDocument/2006/relationships/image" Target="../media/image440.png"/><Relationship Id="rId12" Type="http://schemas.openxmlformats.org/officeDocument/2006/relationships/image" Target="../media/image480.png"/><Relationship Id="rId17" Type="http://schemas.openxmlformats.org/officeDocument/2006/relationships/image" Target="../media/image490.png"/><Relationship Id="rId2" Type="http://schemas.openxmlformats.org/officeDocument/2006/relationships/image" Target="../media/image530.png"/><Relationship Id="rId16" Type="http://schemas.openxmlformats.org/officeDocument/2006/relationships/image" Target="../media/image6.png"/><Relationship Id="rId20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11" Type="http://schemas.openxmlformats.org/officeDocument/2006/relationships/image" Target="../media/image28.png"/><Relationship Id="rId5" Type="http://schemas.openxmlformats.org/officeDocument/2006/relationships/image" Target="../media/image420.png"/><Relationship Id="rId15" Type="http://schemas.openxmlformats.org/officeDocument/2006/relationships/image" Target="../media/image5.png"/><Relationship Id="rId23" Type="http://schemas.openxmlformats.org/officeDocument/2006/relationships/image" Target="../media/image56.png"/><Relationship Id="rId10" Type="http://schemas.openxmlformats.org/officeDocument/2006/relationships/image" Target="../media/image470.png"/><Relationship Id="rId19" Type="http://schemas.openxmlformats.org/officeDocument/2006/relationships/image" Target="../media/image510.png"/><Relationship Id="rId4" Type="http://schemas.openxmlformats.org/officeDocument/2006/relationships/image" Target="../media/image55.png"/><Relationship Id="rId9" Type="http://schemas.openxmlformats.org/officeDocument/2006/relationships/image" Target="../media/image460.png"/><Relationship Id="rId14" Type="http://schemas.openxmlformats.org/officeDocument/2006/relationships/image" Target="../media/image4.png"/><Relationship Id="rId22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9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12" Type="http://schemas.openxmlformats.org/officeDocument/2006/relationships/image" Target="../media/image5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54.png"/><Relationship Id="rId5" Type="http://schemas.openxmlformats.org/officeDocument/2006/relationships/image" Target="../media/image6.png"/><Relationship Id="rId10" Type="http://schemas.openxmlformats.org/officeDocument/2006/relationships/image" Target="../media/image530.png"/><Relationship Id="rId4" Type="http://schemas.openxmlformats.org/officeDocument/2006/relationships/image" Target="../media/image5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12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530.png"/><Relationship Id="rId5" Type="http://schemas.openxmlformats.org/officeDocument/2006/relationships/image" Target="../media/image6.png"/><Relationship Id="rId15" Type="http://schemas.openxmlformats.org/officeDocument/2006/relationships/image" Target="../media/image61.png"/><Relationship Id="rId10" Type="http://schemas.openxmlformats.org/officeDocument/2006/relationships/image" Target="../media/image60.png"/><Relationship Id="rId4" Type="http://schemas.openxmlformats.org/officeDocument/2006/relationships/image" Target="../media/image5.png"/><Relationship Id="rId9" Type="http://schemas.openxmlformats.org/officeDocument/2006/relationships/image" Target="../media/image57.png"/><Relationship Id="rId1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54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12" Type="http://schemas.openxmlformats.org/officeDocument/2006/relationships/image" Target="../media/image530.png"/><Relationship Id="rId17" Type="http://schemas.openxmlformats.org/officeDocument/2006/relationships/image" Target="../media/image63.png"/><Relationship Id="rId2" Type="http://schemas.openxmlformats.org/officeDocument/2006/relationships/image" Target="../media/image3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5" Type="http://schemas.openxmlformats.org/officeDocument/2006/relationships/image" Target="../media/image6.png"/><Relationship Id="rId15" Type="http://schemas.openxmlformats.org/officeDocument/2006/relationships/image" Target="../media/image59.png"/><Relationship Id="rId10" Type="http://schemas.openxmlformats.org/officeDocument/2006/relationships/image" Target="../media/image60.png"/><Relationship Id="rId4" Type="http://schemas.openxmlformats.org/officeDocument/2006/relationships/image" Target="../media/image5.png"/><Relationship Id="rId9" Type="http://schemas.openxmlformats.org/officeDocument/2006/relationships/image" Target="../media/image57.png"/><Relationship Id="rId1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82338436"/>
                  </p:ext>
                </p:extLst>
              </p:nvPr>
            </p:nvGraphicFramePr>
            <p:xfrm>
              <a:off x="543440" y="3362604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3440" y="3362604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4070029"/>
                  </p:ext>
                </p:extLst>
              </p:nvPr>
            </p:nvGraphicFramePr>
            <p:xfrm>
              <a:off x="543440" y="434104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40" y="4341046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2285461"/>
            <a:ext cx="7629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RAZONES TRIGONOMÉTRICAS EN ÁNGULOS AGUDOS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303833"/>
            <a:ext cx="7629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RELACIONES TRIGONOMÉTRICAS FUNDAMENTALES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9274755"/>
                  </p:ext>
                </p:extLst>
              </p:nvPr>
            </p:nvGraphicFramePr>
            <p:xfrm>
              <a:off x="550265" y="233067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0265" y="2330676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95355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RESOLUCIÓN TRIÁNGULOS RECTÁNGULOS</a:t>
            </a:r>
            <a:endParaRPr lang="es-ES" sz="2800" b="1" dirty="0">
              <a:solidFill>
                <a:srgbClr val="575960"/>
              </a:solidFill>
              <a:latin typeface="Century Gothic" panose="020B0502020202020204" pitchFamily="34" charset="0"/>
              <a:cs typeface="SF Fedora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"/>
                            </p:stCondLst>
                            <p:childTnLst>
                              <p:par>
                                <p:cTn id="44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17" grpId="0"/>
      <p:bldP spid="17" grpId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valores de sen, cos y tg de un mismo ángulo están relacionados entre sí. Las relaciones que los unen son llamadas relaciones fundamentales.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D64C198-E120-0ECE-DD7B-7D0736ECC6FB}"/>
                  </a:ext>
                </a:extLst>
              </p:cNvPr>
              <p:cNvSpPr txBox="1"/>
              <p:nvPr/>
            </p:nvSpPr>
            <p:spPr>
              <a:xfrm>
                <a:off x="2569464" y="2230862"/>
                <a:ext cx="2897396" cy="283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>
                                  <a:latin typeface="Cambria Math" panose="02040503050406030204" pitchFamily="18" charset="0"/>
                                </a:rPr>
                                <m:t>𝑠𝑒𝑛</m:t>
                              </m:r>
                              <m:r>
                                <a:rPr lang="es-ES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s-ES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E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D64C198-E120-0ECE-DD7B-7D0736ECC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464" y="2230862"/>
                <a:ext cx="2897396" cy="283219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EC9D00-B06A-8BC1-9BFB-01AB24EDE46A}"/>
                  </a:ext>
                </a:extLst>
              </p:cNvPr>
              <p:cNvSpPr txBox="1"/>
              <p:nvPr/>
            </p:nvSpPr>
            <p:spPr>
              <a:xfrm>
                <a:off x="6501384" y="2172334"/>
                <a:ext cx="1796069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𝐼𝐼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sen</m:t>
                              </m:r>
                            </m:fNam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6AEC9D00-B06A-8BC1-9BFB-01AB24EDE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384" y="2172334"/>
                <a:ext cx="1796069" cy="4743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3A7DD20-9B1D-0BA8-8298-5CED7FB2E2E8}"/>
                  </a:ext>
                </a:extLst>
              </p:cNvPr>
              <p:cNvSpPr txBox="1"/>
              <p:nvPr/>
            </p:nvSpPr>
            <p:spPr>
              <a:xfrm>
                <a:off x="603504" y="3463477"/>
                <a:ext cx="6833474" cy="684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𝑠𝑒𝑛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̅"/>
                                      <m:ctrlPr>
                                        <a:rPr lang="es-E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𝐵𝐶</m:t>
                                      </m:r>
                                    </m:e>
                                  </m:acc>
                                </m:num>
                                <m:den>
                                  <m:acc>
                                    <m:accPr>
                                      <m:chr m:val="̅"/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̅"/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𝐴𝐶</m:t>
                                      </m:r>
                                    </m:e>
                                  </m:acc>
                                </m:num>
                                <m:den>
                                  <m:acc>
                                    <m:accPr>
                                      <m:chr m:val="̅"/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𝐵𝐶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3A7DD20-9B1D-0BA8-8298-5CED7FB2E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3463477"/>
                <a:ext cx="6833474" cy="6840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BB1E686F-1387-3078-8C9B-5EFC7AB61134}"/>
              </a:ext>
            </a:extLst>
          </p:cNvPr>
          <p:cNvSpPr txBox="1"/>
          <p:nvPr/>
        </p:nvSpPr>
        <p:spPr>
          <a:xfrm>
            <a:off x="535084" y="2875065"/>
            <a:ext cx="617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Estas relaciones son fáciles de demostrar: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A989C80-6134-717B-8D9C-F1C922AF8270}"/>
              </a:ext>
            </a:extLst>
          </p:cNvPr>
          <p:cNvGrpSpPr/>
          <p:nvPr/>
        </p:nvGrpSpPr>
        <p:grpSpPr>
          <a:xfrm>
            <a:off x="8004926" y="2918058"/>
            <a:ext cx="2574682" cy="2475622"/>
            <a:chOff x="8004926" y="2918058"/>
            <a:chExt cx="2574682" cy="2475622"/>
          </a:xfrm>
        </p:grpSpPr>
        <p:sp>
          <p:nvSpPr>
            <p:cNvPr id="16" name="Arco 15">
              <a:extLst>
                <a:ext uri="{FF2B5EF4-FFF2-40B4-BE49-F238E27FC236}">
                  <a16:creationId xmlns:a16="http://schemas.microsoft.com/office/drawing/2014/main" id="{6A5BCF21-370D-D5B4-23B2-5E84E8C7D13A}"/>
                </a:ext>
              </a:extLst>
            </p:cNvPr>
            <p:cNvSpPr/>
            <p:nvPr/>
          </p:nvSpPr>
          <p:spPr>
            <a:xfrm>
              <a:off x="8098251" y="4655820"/>
              <a:ext cx="737860" cy="737860"/>
            </a:xfrm>
            <a:prstGeom prst="arc">
              <a:avLst>
                <a:gd name="adj1" fmla="val 18757590"/>
                <a:gd name="adj2" fmla="val 0"/>
              </a:avLst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Triángulo isósceles 11">
              <a:extLst>
                <a:ext uri="{FF2B5EF4-FFF2-40B4-BE49-F238E27FC236}">
                  <a16:creationId xmlns:a16="http://schemas.microsoft.com/office/drawing/2014/main" id="{FB74CB30-EA6B-C0CB-CD51-E6339B7996F3}"/>
                </a:ext>
              </a:extLst>
            </p:cNvPr>
            <p:cNvSpPr/>
            <p:nvPr/>
          </p:nvSpPr>
          <p:spPr>
            <a:xfrm>
              <a:off x="8467344" y="3287390"/>
              <a:ext cx="1636776" cy="173736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EE98DA60-D50F-4101-C3A6-D223977D6AF7}"/>
                </a:ext>
              </a:extLst>
            </p:cNvPr>
            <p:cNvSpPr txBox="1"/>
            <p:nvPr/>
          </p:nvSpPr>
          <p:spPr>
            <a:xfrm>
              <a:off x="8004926" y="496435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C33CE99-CBEB-8B96-1588-41A4519A6747}"/>
                </a:ext>
              </a:extLst>
            </p:cNvPr>
            <p:cNvSpPr txBox="1"/>
            <p:nvPr/>
          </p:nvSpPr>
          <p:spPr>
            <a:xfrm>
              <a:off x="9994555" y="496435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C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479E9E07-F700-D628-9758-4E22B2BE048D}"/>
                </a:ext>
              </a:extLst>
            </p:cNvPr>
            <p:cNvSpPr txBox="1"/>
            <p:nvPr/>
          </p:nvSpPr>
          <p:spPr>
            <a:xfrm>
              <a:off x="9994555" y="291805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9244C6D-5417-E4A5-A729-85D2CBE5C4F6}"/>
                    </a:ext>
                  </a:extLst>
                </p:cNvPr>
                <p:cNvSpPr txBox="1"/>
                <p:nvPr/>
              </p:nvSpPr>
              <p:spPr>
                <a:xfrm>
                  <a:off x="8824952" y="4687359"/>
                  <a:ext cx="2089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9244C6D-5417-E4A5-A729-85D2CBE5C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4952" y="4687359"/>
                  <a:ext cx="20896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4706" r="-11765" b="-4444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5A7823E-2126-E093-12C7-D3E015F0DBB7}"/>
                  </a:ext>
                </a:extLst>
              </p:cNvPr>
              <p:cNvSpPr txBox="1"/>
              <p:nvPr/>
            </p:nvSpPr>
            <p:spPr>
              <a:xfrm>
                <a:off x="603504" y="4313771"/>
                <a:ext cx="3026534" cy="1060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𝐼𝐼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>
                                  <a:latin typeface="Cambria Math" panose="02040503050406030204" pitchFamily="18" charset="0"/>
                                </a:rPr>
                                <m:t>sen</m:t>
                              </m:r>
                            </m:fNam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𝐵𝐶</m:t>
                                  </m:r>
                                </m:e>
                              </m:acc>
                            </m:num>
                            <m:den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acc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𝐴𝐶</m:t>
                                  </m:r>
                                </m:e>
                              </m:acc>
                            </m:num>
                            <m:den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</m:acc>
                            </m:den>
                          </m:f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5A7823E-2126-E093-12C7-D3E015F0D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" y="4313771"/>
                <a:ext cx="3026534" cy="1060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225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725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225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725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4" grpId="0"/>
      <p:bldP spid="5" grpId="0"/>
      <p:bldP spid="10" grpId="0"/>
      <p:bldP spid="11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B6F81-8B94-3BA1-28E4-13CA87DA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A5107AC-FB95-7915-251F-69EA0EA8309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3483567-3CC5-99E0-9167-1FDB4B7C7627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9AE8B1F2-66CC-CB7B-5002-211BE329F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3B59DEC-6AED-ECA6-6357-9A1416CBEBC1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D1A1E00A-F3C7-09B1-B36B-A93F34E05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84C52ADC-6CCC-8E7C-F42D-DFAB7D781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160EE748-5B2F-022A-26CD-B4737746D9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B28011BE-2FE9-3CDF-48B4-1071FEA93F62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3092F41F-0DF6-2233-5B6F-EB5C53684082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FA82F64-4EDC-49C1-111D-676887A2261B}"/>
              </a:ext>
            </a:extLst>
          </p:cNvPr>
          <p:cNvSpPr txBox="1"/>
          <p:nvPr/>
        </p:nvSpPr>
        <p:spPr>
          <a:xfrm>
            <a:off x="535084" y="2274343"/>
            <a:ext cx="441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RAZONES TRIGONOMÉTRICAS DE 45º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A9DC068-5EB9-526D-B09C-F2F35226A864}"/>
              </a:ext>
            </a:extLst>
          </p:cNvPr>
          <p:cNvGrpSpPr/>
          <p:nvPr/>
        </p:nvGrpSpPr>
        <p:grpSpPr>
          <a:xfrm>
            <a:off x="1231287" y="2884407"/>
            <a:ext cx="2454462" cy="2014359"/>
            <a:chOff x="8098251" y="3287390"/>
            <a:chExt cx="2454462" cy="2014359"/>
          </a:xfrm>
        </p:grpSpPr>
        <p:sp>
          <p:nvSpPr>
            <p:cNvPr id="21" name="Arco 20">
              <a:extLst>
                <a:ext uri="{FF2B5EF4-FFF2-40B4-BE49-F238E27FC236}">
                  <a16:creationId xmlns:a16="http://schemas.microsoft.com/office/drawing/2014/main" id="{913D95DD-F24C-BA72-D141-39925CE60360}"/>
                </a:ext>
              </a:extLst>
            </p:cNvPr>
            <p:cNvSpPr/>
            <p:nvPr/>
          </p:nvSpPr>
          <p:spPr>
            <a:xfrm>
              <a:off x="8098251" y="4563889"/>
              <a:ext cx="737860" cy="737860"/>
            </a:xfrm>
            <a:prstGeom prst="arc">
              <a:avLst>
                <a:gd name="adj1" fmla="val 18881801"/>
                <a:gd name="adj2" fmla="val 2156024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Triángulo isósceles 21">
              <a:extLst>
                <a:ext uri="{FF2B5EF4-FFF2-40B4-BE49-F238E27FC236}">
                  <a16:creationId xmlns:a16="http://schemas.microsoft.com/office/drawing/2014/main" id="{50E4CF31-DEB4-DDA5-C068-01B109DE9817}"/>
                </a:ext>
              </a:extLst>
            </p:cNvPr>
            <p:cNvSpPr/>
            <p:nvPr/>
          </p:nvSpPr>
          <p:spPr>
            <a:xfrm>
              <a:off x="8467344" y="3287390"/>
              <a:ext cx="1636776" cy="163800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rgbClr val="EF42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7B4BC2C7-08A2-A8FD-4213-34F855EF82F1}"/>
                </a:ext>
              </a:extLst>
            </p:cNvPr>
            <p:cNvSpPr txBox="1"/>
            <p:nvPr/>
          </p:nvSpPr>
          <p:spPr>
            <a:xfrm>
              <a:off x="9108199" y="491705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47202980-ED55-20D9-F40C-03C4134D2792}"/>
                </a:ext>
              </a:extLst>
            </p:cNvPr>
            <p:cNvSpPr txBox="1"/>
            <p:nvPr/>
          </p:nvSpPr>
          <p:spPr>
            <a:xfrm>
              <a:off x="9967660" y="3999807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C7456498-65A5-706D-2EBB-02228D8A34BC}"/>
                    </a:ext>
                  </a:extLst>
                </p:cNvPr>
                <p:cNvSpPr txBox="1"/>
                <p:nvPr/>
              </p:nvSpPr>
              <p:spPr>
                <a:xfrm flipH="1">
                  <a:off x="8857482" y="4560753"/>
                  <a:ext cx="27144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45º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C7456498-65A5-706D-2EBB-02228D8A34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857482" y="4560753"/>
                  <a:ext cx="271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1818" r="-63636" b="-13333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7E6DF828-04CF-C108-939F-0B66996B4B2E}"/>
                </a:ext>
              </a:extLst>
            </p:cNvPr>
            <p:cNvSpPr txBox="1"/>
            <p:nvPr/>
          </p:nvSpPr>
          <p:spPr>
            <a:xfrm>
              <a:off x="8815672" y="3815141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4564E51-D9CA-E9EA-9B41-3C55BA7365DC}"/>
                  </a:ext>
                </a:extLst>
              </p:cNvPr>
              <p:cNvSpPr txBox="1"/>
              <p:nvPr/>
            </p:nvSpPr>
            <p:spPr>
              <a:xfrm>
                <a:off x="1535154" y="5254992"/>
                <a:ext cx="199721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b="1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1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4564E51-D9CA-E9EA-9B41-3C55BA736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154" y="5254992"/>
                <a:ext cx="1997213" cy="343107"/>
              </a:xfrm>
              <a:prstGeom prst="rect">
                <a:avLst/>
              </a:prstGeom>
              <a:blipFill>
                <a:blip r:embed="rId7"/>
                <a:stretch>
                  <a:fillRect l="-2446" r="-2752" b="-89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DC5AB76-C564-57F1-499F-B9E301FF87A9}"/>
                  </a:ext>
                </a:extLst>
              </p:cNvPr>
              <p:cNvSpPr txBox="1"/>
              <p:nvPr/>
            </p:nvSpPr>
            <p:spPr>
              <a:xfrm>
                <a:off x="4612339" y="2925321"/>
                <a:ext cx="1991891" cy="635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45º=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b="1" i="1" smtClean="0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1" i="1" smtClean="0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DC5AB76-C564-57F1-499F-B9E301FF8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39" y="2925321"/>
                <a:ext cx="1991891" cy="6354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8FF419D4-B3EF-0EBE-EB91-86551072C404}"/>
                  </a:ext>
                </a:extLst>
              </p:cNvPr>
              <p:cNvSpPr txBox="1"/>
              <p:nvPr/>
            </p:nvSpPr>
            <p:spPr>
              <a:xfrm>
                <a:off x="4612338" y="3686426"/>
                <a:ext cx="1975028" cy="635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45º=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b="1" i="1" smtClean="0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1" i="1" smtClean="0">
                                  <a:solidFill>
                                    <a:schemeClr val="accent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8FF419D4-B3EF-0EBE-EB91-86551072C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38" y="3686426"/>
                <a:ext cx="1975028" cy="6354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riángulo isósceles 54">
            <a:extLst>
              <a:ext uri="{FF2B5EF4-FFF2-40B4-BE49-F238E27FC236}">
                <a16:creationId xmlns:a16="http://schemas.microsoft.com/office/drawing/2014/main" id="{75519D7A-BE4E-EC75-2C5B-133B55360FC4}"/>
              </a:ext>
            </a:extLst>
          </p:cNvPr>
          <p:cNvSpPr>
            <a:spLocks/>
          </p:cNvSpPr>
          <p:nvPr/>
        </p:nvSpPr>
        <p:spPr>
          <a:xfrm>
            <a:off x="9421433" y="2810342"/>
            <a:ext cx="939600" cy="939600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Arco 55">
            <a:extLst>
              <a:ext uri="{FF2B5EF4-FFF2-40B4-BE49-F238E27FC236}">
                <a16:creationId xmlns:a16="http://schemas.microsoft.com/office/drawing/2014/main" id="{02501289-74FF-18A0-4441-D70DBA28567E}"/>
              </a:ext>
            </a:extLst>
          </p:cNvPr>
          <p:cNvSpPr/>
          <p:nvPr/>
        </p:nvSpPr>
        <p:spPr>
          <a:xfrm>
            <a:off x="9269915" y="3600805"/>
            <a:ext cx="298274" cy="298274"/>
          </a:xfrm>
          <a:prstGeom prst="arc">
            <a:avLst>
              <a:gd name="adj1" fmla="val 18881801"/>
              <a:gd name="adj2" fmla="val 105390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0AE4BF2-6DCF-5658-E616-8A17D3ACA6E5}"/>
              </a:ext>
            </a:extLst>
          </p:cNvPr>
          <p:cNvGrpSpPr/>
          <p:nvPr/>
        </p:nvGrpSpPr>
        <p:grpSpPr>
          <a:xfrm>
            <a:off x="8081134" y="2414405"/>
            <a:ext cx="2675836" cy="2675836"/>
            <a:chOff x="8081134" y="2414405"/>
            <a:chExt cx="2675836" cy="2675836"/>
          </a:xfrm>
        </p:grpSpPr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B32F8B0E-C86E-CD29-CD99-8DC2D25EA674}"/>
                </a:ext>
              </a:extLst>
            </p:cNvPr>
            <p:cNvCxnSpPr>
              <a:stCxn id="59" idx="2"/>
              <a:endCxn id="59" idx="6"/>
            </p:cNvCxnSpPr>
            <p:nvPr/>
          </p:nvCxnSpPr>
          <p:spPr>
            <a:xfrm>
              <a:off x="8081134" y="3752323"/>
              <a:ext cx="2675836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1CB2EF07-3AD0-0040-B68F-06941157CBF9}"/>
                </a:ext>
              </a:extLst>
            </p:cNvPr>
            <p:cNvCxnSpPr>
              <a:cxnSpLocks/>
              <a:stCxn id="59" idx="0"/>
              <a:endCxn id="59" idx="4"/>
            </p:cNvCxnSpPr>
            <p:nvPr/>
          </p:nvCxnSpPr>
          <p:spPr>
            <a:xfrm>
              <a:off x="9419052" y="2414405"/>
              <a:ext cx="0" cy="2675836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1D1E5E2-C347-47A7-381A-51B180358901}"/>
                </a:ext>
              </a:extLst>
            </p:cNvPr>
            <p:cNvGrpSpPr/>
            <p:nvPr/>
          </p:nvGrpSpPr>
          <p:grpSpPr>
            <a:xfrm>
              <a:off x="8081134" y="2414405"/>
              <a:ext cx="2675836" cy="2675836"/>
              <a:chOff x="8081134" y="2414405"/>
              <a:chExt cx="2675836" cy="2675836"/>
            </a:xfrm>
          </p:grpSpPr>
          <p:sp>
            <p:nvSpPr>
              <p:cNvPr id="59" name="Elipse 58">
                <a:extLst>
                  <a:ext uri="{FF2B5EF4-FFF2-40B4-BE49-F238E27FC236}">
                    <a16:creationId xmlns:a16="http://schemas.microsoft.com/office/drawing/2014/main" id="{D83C71FE-5A24-0AA4-BA30-2F70D7286724}"/>
                  </a:ext>
                </a:extLst>
              </p:cNvPr>
              <p:cNvSpPr/>
              <p:nvPr/>
            </p:nvSpPr>
            <p:spPr>
              <a:xfrm>
                <a:off x="8081134" y="2414405"/>
                <a:ext cx="2675836" cy="267583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C4F0FAC7-FE0E-20FB-E099-283D0F247E57}"/>
                  </a:ext>
                </a:extLst>
              </p:cNvPr>
              <p:cNvSpPr txBox="1"/>
              <p:nvPr/>
            </p:nvSpPr>
            <p:spPr>
              <a:xfrm>
                <a:off x="8662463" y="3715598"/>
                <a:ext cx="1752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512DE5A6-CDD7-2B75-7C8C-937CA0BE4D48}"/>
                  </a:ext>
                </a:extLst>
              </p:cNvPr>
              <p:cNvSpPr txBox="1"/>
              <p:nvPr/>
            </p:nvSpPr>
            <p:spPr>
              <a:xfrm>
                <a:off x="9708320" y="303566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512DE5A6-CDD7-2B75-7C8C-937CA0BE4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320" y="3035662"/>
                <a:ext cx="169918" cy="246221"/>
              </a:xfrm>
              <a:prstGeom prst="rect">
                <a:avLst/>
              </a:prstGeom>
              <a:blipFill>
                <a:blip r:embed="rId10"/>
                <a:stretch>
                  <a:fillRect l="-25926" r="-2592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084947A8-869D-2C1C-E319-AE016D2E5D2F}"/>
                  </a:ext>
                </a:extLst>
              </p:cNvPr>
              <p:cNvSpPr txBox="1"/>
              <p:nvPr/>
            </p:nvSpPr>
            <p:spPr>
              <a:xfrm>
                <a:off x="9865612" y="3774934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084947A8-869D-2C1C-E319-AE016D2E5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612" y="3774934"/>
                <a:ext cx="241028" cy="392223"/>
              </a:xfrm>
              <a:prstGeom prst="rect">
                <a:avLst/>
              </a:prstGeom>
              <a:blipFill>
                <a:blip r:embed="rId11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B214059E-6502-A2BB-0528-84481B11CD4C}"/>
                  </a:ext>
                </a:extLst>
              </p:cNvPr>
              <p:cNvSpPr txBox="1"/>
              <p:nvPr/>
            </p:nvSpPr>
            <p:spPr>
              <a:xfrm>
                <a:off x="10425879" y="3220549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B214059E-6502-A2BB-0528-84481B11C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5879" y="3220549"/>
                <a:ext cx="241028" cy="392223"/>
              </a:xfrm>
              <a:prstGeom prst="rect">
                <a:avLst/>
              </a:prstGeom>
              <a:blipFill>
                <a:blip r:embed="rId12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84C3A4E4-0DAB-B727-4C8A-2566D083C293}"/>
                  </a:ext>
                </a:extLst>
              </p:cNvPr>
              <p:cNvSpPr txBox="1"/>
              <p:nvPr/>
            </p:nvSpPr>
            <p:spPr>
              <a:xfrm flipH="1">
                <a:off x="9606793" y="3504911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45º</m:t>
                      </m:r>
                    </m:oMath>
                  </m:oMathPara>
                </a14:m>
                <a:endParaRPr lang="es-E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84C3A4E4-0DAB-B727-4C8A-2566D083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606793" y="3504911"/>
                <a:ext cx="271445" cy="246221"/>
              </a:xfrm>
              <a:prstGeom prst="rect">
                <a:avLst/>
              </a:prstGeom>
              <a:blipFill>
                <a:blip r:embed="rId13"/>
                <a:stretch>
                  <a:fillRect l="-27273" r="-40909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228D4844-1ECB-3E5C-1BD1-64F42DEACBA3}"/>
                  </a:ext>
                </a:extLst>
              </p:cNvPr>
              <p:cNvSpPr txBox="1"/>
              <p:nvPr/>
            </p:nvSpPr>
            <p:spPr>
              <a:xfrm>
                <a:off x="4612338" y="4447531"/>
                <a:ext cx="1684692" cy="10479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45º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228D4844-1ECB-3E5C-1BD1-64F42DEAC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38" y="4447531"/>
                <a:ext cx="1684692" cy="104791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34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62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125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625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19" grpId="0"/>
      <p:bldP spid="35" grpId="0"/>
      <p:bldP spid="36" grpId="0"/>
      <p:bldP spid="38" grpId="0"/>
      <p:bldP spid="55" grpId="0" animBg="1"/>
      <p:bldP spid="56" grpId="0" animBg="1"/>
      <p:bldP spid="62" grpId="0"/>
      <p:bldP spid="63" grpId="0"/>
      <p:bldP spid="64" grpId="0"/>
      <p:bldP spid="67" grpId="0"/>
      <p:bldP spid="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0E43C-6AAF-21C1-88AF-FD5358DD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F32866C0-7F01-C418-7ACF-24310CC6614B}"/>
              </a:ext>
            </a:extLst>
          </p:cNvPr>
          <p:cNvSpPr>
            <a:spLocks/>
          </p:cNvSpPr>
          <p:nvPr/>
        </p:nvSpPr>
        <p:spPr>
          <a:xfrm>
            <a:off x="9421432" y="3172304"/>
            <a:ext cx="1202931" cy="577637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A5127DC2-4BDA-7574-3021-5BAE82D01197}"/>
              </a:ext>
            </a:extLst>
          </p:cNvPr>
          <p:cNvSpPr/>
          <p:nvPr/>
        </p:nvSpPr>
        <p:spPr>
          <a:xfrm>
            <a:off x="9269915" y="3600805"/>
            <a:ext cx="298274" cy="298274"/>
          </a:xfrm>
          <a:prstGeom prst="arc">
            <a:avLst>
              <a:gd name="adj1" fmla="val 20144127"/>
              <a:gd name="adj2" fmla="val 105390"/>
            </a:avLst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06E05DC-5CE9-A25B-1C9B-B44B37908B76}"/>
              </a:ext>
            </a:extLst>
          </p:cNvPr>
          <p:cNvCxnSpPr>
            <a:stCxn id="39" idx="2"/>
            <a:endCxn id="39" idx="6"/>
          </p:cNvCxnSpPr>
          <p:nvPr/>
        </p:nvCxnSpPr>
        <p:spPr>
          <a:xfrm>
            <a:off x="8081134" y="3752323"/>
            <a:ext cx="2675836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D4564AC-FB73-A0D6-12B1-17E7A8F017B4}"/>
              </a:ext>
            </a:extLst>
          </p:cNvPr>
          <p:cNvCxnSpPr>
            <a:cxnSpLocks/>
            <a:stCxn id="39" idx="0"/>
            <a:endCxn id="39" idx="4"/>
          </p:cNvCxnSpPr>
          <p:nvPr/>
        </p:nvCxnSpPr>
        <p:spPr>
          <a:xfrm>
            <a:off x="9419052" y="2414405"/>
            <a:ext cx="0" cy="2675836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0C93C68D-FC7B-FC15-9F8E-EB1AE6A8D88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E941EF8-6DB6-9277-B210-B41D1CF646F7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8C72C3E5-55C7-B172-9008-D9C3379C9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DA62DD8-9487-712D-3778-7E64F8F80684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B8D9D686-13B4-A340-FB22-888498A0F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4BD8DCB-4C8C-E3DB-E6E8-AA1266E49F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3076997F-E288-ECC4-56FC-9047861235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7AE7FC93-1ED1-4CFD-6A1A-C9AC693CCFCD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5B9DAF0A-2539-DE19-FEC9-81A7186E8EBE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4CC72D9-6CE2-6CD4-3532-F310C24EDF9F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RAZONES TRIGONOMÉTRICAS DE 30º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0EF2DB56-8BF4-34ED-9B1F-50D4A716927C}"/>
              </a:ext>
            </a:extLst>
          </p:cNvPr>
          <p:cNvGrpSpPr/>
          <p:nvPr/>
        </p:nvGrpSpPr>
        <p:grpSpPr>
          <a:xfrm>
            <a:off x="1458139" y="2647261"/>
            <a:ext cx="1796095" cy="2350260"/>
            <a:chOff x="8325103" y="3050244"/>
            <a:chExt cx="1796095" cy="2350260"/>
          </a:xfrm>
        </p:grpSpPr>
        <p:sp>
          <p:nvSpPr>
            <p:cNvPr id="11" name="Arco 10">
              <a:extLst>
                <a:ext uri="{FF2B5EF4-FFF2-40B4-BE49-F238E27FC236}">
                  <a16:creationId xmlns:a16="http://schemas.microsoft.com/office/drawing/2014/main" id="{D74B8C9D-6B30-495F-B1BB-1A33A97814FC}"/>
                </a:ext>
              </a:extLst>
            </p:cNvPr>
            <p:cNvSpPr/>
            <p:nvPr/>
          </p:nvSpPr>
          <p:spPr>
            <a:xfrm>
              <a:off x="9081054" y="3050244"/>
              <a:ext cx="406980" cy="513276"/>
            </a:xfrm>
            <a:prstGeom prst="arc">
              <a:avLst>
                <a:gd name="adj1" fmla="val 5384532"/>
                <a:gd name="adj2" fmla="val 717708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Triángulo isósceles 3">
              <a:extLst>
                <a:ext uri="{FF2B5EF4-FFF2-40B4-BE49-F238E27FC236}">
                  <a16:creationId xmlns:a16="http://schemas.microsoft.com/office/drawing/2014/main" id="{8291A20F-D39C-6D73-9E0B-5B88BFA8A1E6}"/>
                </a:ext>
              </a:extLst>
            </p:cNvPr>
            <p:cNvSpPr/>
            <p:nvPr/>
          </p:nvSpPr>
          <p:spPr>
            <a:xfrm flipH="1">
              <a:off x="9303998" y="3287390"/>
              <a:ext cx="817200" cy="163800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Arco 20">
              <a:extLst>
                <a:ext uri="{FF2B5EF4-FFF2-40B4-BE49-F238E27FC236}">
                  <a16:creationId xmlns:a16="http://schemas.microsoft.com/office/drawing/2014/main" id="{50F30A72-5920-DD72-C36B-75C9926739C3}"/>
                </a:ext>
              </a:extLst>
            </p:cNvPr>
            <p:cNvSpPr/>
            <p:nvPr/>
          </p:nvSpPr>
          <p:spPr>
            <a:xfrm>
              <a:off x="8325103" y="4721230"/>
              <a:ext cx="330568" cy="416906"/>
            </a:xfrm>
            <a:prstGeom prst="arc">
              <a:avLst>
                <a:gd name="adj1" fmla="val 17518708"/>
                <a:gd name="adj2" fmla="val 2156024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2" name="Triángulo isósceles 21">
              <a:extLst>
                <a:ext uri="{FF2B5EF4-FFF2-40B4-BE49-F238E27FC236}">
                  <a16:creationId xmlns:a16="http://schemas.microsoft.com/office/drawing/2014/main" id="{3B344F80-0E7A-F409-CE3B-02C443338FB4}"/>
                </a:ext>
              </a:extLst>
            </p:cNvPr>
            <p:cNvSpPr/>
            <p:nvPr/>
          </p:nvSpPr>
          <p:spPr>
            <a:xfrm>
              <a:off x="8467344" y="3287390"/>
              <a:ext cx="817200" cy="163800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rgbClr val="EF42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8EE51B28-5831-3B42-E527-343ED9663C2A}"/>
                </a:ext>
              </a:extLst>
            </p:cNvPr>
            <p:cNvSpPr txBox="1"/>
            <p:nvPr/>
          </p:nvSpPr>
          <p:spPr>
            <a:xfrm>
              <a:off x="9134258" y="4031004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5A64586A-AA24-5BAF-7FFD-E43518710874}"/>
                    </a:ext>
                  </a:extLst>
                </p:cNvPr>
                <p:cNvSpPr txBox="1"/>
                <p:nvPr/>
              </p:nvSpPr>
              <p:spPr>
                <a:xfrm flipH="1">
                  <a:off x="8704818" y="4616265"/>
                  <a:ext cx="27144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60º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5A64586A-AA24-5BAF-7FFD-E43518710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704818" y="4616265"/>
                  <a:ext cx="271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8889" r="-60000" b="-1087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B9906731-17D8-8470-21D3-672D09B83E0B}"/>
                </a:ext>
              </a:extLst>
            </p:cNvPr>
            <p:cNvSpPr txBox="1"/>
            <p:nvPr/>
          </p:nvSpPr>
          <p:spPr>
            <a:xfrm>
              <a:off x="8434596" y="3819644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31B1F55A-71B3-BF79-5D7C-8CC2C01E63AD}"/>
                    </a:ext>
                  </a:extLst>
                </p:cNvPr>
                <p:cNvSpPr txBox="1"/>
                <p:nvPr/>
              </p:nvSpPr>
              <p:spPr>
                <a:xfrm>
                  <a:off x="8604030" y="4909408"/>
                  <a:ext cx="585053" cy="4910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s-ES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s-ES" b="1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31B1F55A-71B3-BF79-5D7C-8CC2C01E63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30" y="4909408"/>
                  <a:ext cx="585053" cy="491096"/>
                </a:xfrm>
                <a:prstGeom prst="rect">
                  <a:avLst/>
                </a:prstGeom>
                <a:blipFill>
                  <a:blip r:embed="rId7"/>
                  <a:stretch>
                    <a:fillRect b="-246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2F3CD6A6-0259-D954-A3F6-5582CB45CEE7}"/>
                    </a:ext>
                  </a:extLst>
                </p:cNvPr>
                <p:cNvSpPr txBox="1"/>
                <p:nvPr/>
              </p:nvSpPr>
              <p:spPr>
                <a:xfrm flipH="1">
                  <a:off x="8857467" y="3208121"/>
                  <a:ext cx="27144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30º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2F3CD6A6-0259-D954-A3F6-5582CB45CE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857467" y="3208121"/>
                  <a:ext cx="27144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1818" r="-61364" b="-1087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6CA8476-46AB-CB10-7322-7945B035C9C7}"/>
                  </a:ext>
                </a:extLst>
              </p:cNvPr>
              <p:cNvSpPr txBox="1"/>
              <p:nvPr/>
            </p:nvSpPr>
            <p:spPr>
              <a:xfrm>
                <a:off x="435419" y="5185699"/>
                <a:ext cx="3923445" cy="823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6CA8476-46AB-CB10-7322-7945B035C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9" y="5185699"/>
                <a:ext cx="3923445" cy="8236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ipse 38">
            <a:extLst>
              <a:ext uri="{FF2B5EF4-FFF2-40B4-BE49-F238E27FC236}">
                <a16:creationId xmlns:a16="http://schemas.microsoft.com/office/drawing/2014/main" id="{43E3C3E1-8491-F5AA-2E10-04D5FC719240}"/>
              </a:ext>
            </a:extLst>
          </p:cNvPr>
          <p:cNvSpPr/>
          <p:nvPr/>
        </p:nvSpPr>
        <p:spPr>
          <a:xfrm>
            <a:off x="8081134" y="2414405"/>
            <a:ext cx="2675836" cy="26758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CB16BC3-A1ED-4D4B-DE5A-C2394F74F56D}"/>
              </a:ext>
            </a:extLst>
          </p:cNvPr>
          <p:cNvSpPr txBox="1"/>
          <p:nvPr/>
        </p:nvSpPr>
        <p:spPr>
          <a:xfrm>
            <a:off x="8662463" y="3715598"/>
            <a:ext cx="17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335C3D3-8386-BF0A-2698-213AB2AB3367}"/>
                  </a:ext>
                </a:extLst>
              </p:cNvPr>
              <p:cNvSpPr txBox="1"/>
              <p:nvPr/>
            </p:nvSpPr>
            <p:spPr>
              <a:xfrm>
                <a:off x="9896160" y="3193724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335C3D3-8386-BF0A-2698-213AB2AB3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6160" y="3193724"/>
                <a:ext cx="169918" cy="246221"/>
              </a:xfrm>
              <a:prstGeom prst="rect">
                <a:avLst/>
              </a:prstGeom>
              <a:blipFill>
                <a:blip r:embed="rId10"/>
                <a:stretch>
                  <a:fillRect l="-21429" r="-25000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EDF75A3E-795D-AE03-251B-8C7470AD09C2}"/>
                  </a:ext>
                </a:extLst>
              </p:cNvPr>
              <p:cNvSpPr txBox="1"/>
              <p:nvPr/>
            </p:nvSpPr>
            <p:spPr>
              <a:xfrm>
                <a:off x="9865612" y="3774934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EDF75A3E-795D-AE03-251B-8C7470AD0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612" y="3774934"/>
                <a:ext cx="241028" cy="391582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94093E00-4E79-8968-2A4B-FE538860172E}"/>
                  </a:ext>
                </a:extLst>
              </p:cNvPr>
              <p:cNvSpPr txBox="1"/>
              <p:nvPr/>
            </p:nvSpPr>
            <p:spPr>
              <a:xfrm>
                <a:off x="10801563" y="3268137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94093E00-4E79-8968-2A4B-FE5388601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1563" y="3268137"/>
                <a:ext cx="142668" cy="347659"/>
              </a:xfrm>
              <a:prstGeom prst="rect">
                <a:avLst/>
              </a:prstGeom>
              <a:blipFill>
                <a:blip r:embed="rId12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E0F560D-3588-50BE-E469-F7A69774C132}"/>
                  </a:ext>
                </a:extLst>
              </p:cNvPr>
              <p:cNvSpPr txBox="1"/>
              <p:nvPr/>
            </p:nvSpPr>
            <p:spPr>
              <a:xfrm flipH="1">
                <a:off x="9760438" y="3526330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30º</m:t>
                      </m:r>
                    </m:oMath>
                  </m:oMathPara>
                </a14:m>
                <a:endParaRPr lang="es-E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E0F560D-3588-50BE-E469-F7A69774C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760438" y="3526330"/>
                <a:ext cx="271445" cy="246221"/>
              </a:xfrm>
              <a:prstGeom prst="rect">
                <a:avLst/>
              </a:prstGeom>
              <a:blipFill>
                <a:blip r:embed="rId13"/>
                <a:stretch>
                  <a:fillRect l="-24444" r="-37778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D565577-FCAD-F845-5FAE-CDF37FFA2159}"/>
                  </a:ext>
                </a:extLst>
              </p:cNvPr>
              <p:cNvSpPr txBox="1"/>
              <p:nvPr/>
            </p:nvSpPr>
            <p:spPr>
              <a:xfrm>
                <a:off x="4806967" y="2664859"/>
                <a:ext cx="1711815" cy="697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30º=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E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D565577-FCAD-F845-5FAE-CDF37FFA2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967" y="2664859"/>
                <a:ext cx="1711815" cy="6979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B9027C4-FD89-DC6E-1715-3754DDC88714}"/>
                  </a:ext>
                </a:extLst>
              </p:cNvPr>
              <p:cNvSpPr txBox="1"/>
              <p:nvPr/>
            </p:nvSpPr>
            <p:spPr>
              <a:xfrm>
                <a:off x="4798952" y="3537135"/>
                <a:ext cx="1944265" cy="760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30º=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b="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ES" b="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E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B9027C4-FD89-DC6E-1715-3754DDC88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952" y="3537135"/>
                <a:ext cx="1944265" cy="76027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4AC2B20-8AED-8801-6C23-5E3F105E056D}"/>
                  </a:ext>
                </a:extLst>
              </p:cNvPr>
              <p:cNvSpPr txBox="1"/>
              <p:nvPr/>
            </p:nvSpPr>
            <p:spPr>
              <a:xfrm>
                <a:off x="4798952" y="4351781"/>
                <a:ext cx="2417457" cy="983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30º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4AC2B20-8AED-8801-6C23-5E3F105E0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952" y="4351781"/>
                <a:ext cx="2417457" cy="9837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3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3" grpId="0" animBg="1"/>
      <p:bldP spid="19" grpId="0"/>
      <p:bldP spid="35" grpId="0"/>
      <p:bldP spid="47" grpId="0"/>
      <p:bldP spid="48" grpId="0"/>
      <p:bldP spid="49" grpId="0"/>
      <p:bldP spid="54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1E5FD-A317-A0ED-1150-4FD5EE8C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86A02531-776B-5113-49CF-03867F22FCF0}"/>
              </a:ext>
            </a:extLst>
          </p:cNvPr>
          <p:cNvSpPr>
            <a:spLocks/>
          </p:cNvSpPr>
          <p:nvPr/>
        </p:nvSpPr>
        <p:spPr>
          <a:xfrm rot="5400000" flipV="1">
            <a:off x="9122651" y="2865576"/>
            <a:ext cx="1193472" cy="577637"/>
          </a:xfrm>
          <a:prstGeom prst="triangle">
            <a:avLst>
              <a:gd name="adj" fmla="val 10000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48165C69-0E71-2E24-4011-0D5726387EA1}"/>
              </a:ext>
            </a:extLst>
          </p:cNvPr>
          <p:cNvSpPr/>
          <p:nvPr/>
        </p:nvSpPr>
        <p:spPr>
          <a:xfrm>
            <a:off x="9269915" y="3600805"/>
            <a:ext cx="298274" cy="298274"/>
          </a:xfrm>
          <a:prstGeom prst="arc">
            <a:avLst>
              <a:gd name="adj1" fmla="val 17906030"/>
              <a:gd name="adj2" fmla="val 10539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F79DE64B-15F3-F273-1EAF-2F059741F9C9}"/>
              </a:ext>
            </a:extLst>
          </p:cNvPr>
          <p:cNvCxnSpPr>
            <a:stCxn id="39" idx="2"/>
            <a:endCxn id="39" idx="6"/>
          </p:cNvCxnSpPr>
          <p:nvPr/>
        </p:nvCxnSpPr>
        <p:spPr>
          <a:xfrm>
            <a:off x="8081134" y="3752323"/>
            <a:ext cx="2675836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E8306C63-B28B-050A-D5F8-304230BBFAF5}"/>
              </a:ext>
            </a:extLst>
          </p:cNvPr>
          <p:cNvCxnSpPr>
            <a:cxnSpLocks/>
            <a:stCxn id="39" idx="0"/>
            <a:endCxn id="39" idx="4"/>
          </p:cNvCxnSpPr>
          <p:nvPr/>
        </p:nvCxnSpPr>
        <p:spPr>
          <a:xfrm>
            <a:off x="9419052" y="2414405"/>
            <a:ext cx="0" cy="2675836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F50153AE-2D2B-7AA0-6918-ADFF3DF7223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53252E1-B5EB-357C-9EB7-8869D9D42CB6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DAB7CEFD-D7A4-9677-E207-05A437755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C41E718-F13F-856F-5871-0900F740C579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7D695952-61B0-A4A0-B7E1-8FF8EC085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BB9EEDFC-0695-D7D6-9C16-9714CDED6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3085065A-0358-2C2A-D2B4-7464BC2035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8BB100B3-6DD0-9153-94D4-A6897A46636C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4BDE697E-2B3D-334F-5A18-4093754C4744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6EFCF00-181B-D3F3-A012-B0822E5F2AD1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RAZONES TRIGONOMÉTRICAS </a:t>
            </a:r>
            <a:r>
              <a:rPr lang="es-ES" b="1">
                <a:solidFill>
                  <a:schemeClr val="tx2">
                    <a:lumMod val="50000"/>
                    <a:lumOff val="50000"/>
                  </a:schemeClr>
                </a:solidFill>
              </a:rPr>
              <a:t>DE 60º</a:t>
            </a:r>
            <a:endParaRPr lang="es-E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CAB604E7-8504-177E-00F1-26A5BBA0E4AE}"/>
              </a:ext>
            </a:extLst>
          </p:cNvPr>
          <p:cNvGrpSpPr/>
          <p:nvPr/>
        </p:nvGrpSpPr>
        <p:grpSpPr>
          <a:xfrm>
            <a:off x="1458139" y="2647261"/>
            <a:ext cx="1796095" cy="2350260"/>
            <a:chOff x="8325103" y="3050244"/>
            <a:chExt cx="1796095" cy="2350260"/>
          </a:xfrm>
        </p:grpSpPr>
        <p:sp>
          <p:nvSpPr>
            <p:cNvPr id="11" name="Arco 10">
              <a:extLst>
                <a:ext uri="{FF2B5EF4-FFF2-40B4-BE49-F238E27FC236}">
                  <a16:creationId xmlns:a16="http://schemas.microsoft.com/office/drawing/2014/main" id="{EA708B0F-C9BC-5E4A-A012-D2818A2C7E10}"/>
                </a:ext>
              </a:extLst>
            </p:cNvPr>
            <p:cNvSpPr/>
            <p:nvPr/>
          </p:nvSpPr>
          <p:spPr>
            <a:xfrm>
              <a:off x="9081054" y="3050244"/>
              <a:ext cx="406980" cy="513276"/>
            </a:xfrm>
            <a:prstGeom prst="arc">
              <a:avLst>
                <a:gd name="adj1" fmla="val 5384532"/>
                <a:gd name="adj2" fmla="val 717708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Triángulo isósceles 3">
              <a:extLst>
                <a:ext uri="{FF2B5EF4-FFF2-40B4-BE49-F238E27FC236}">
                  <a16:creationId xmlns:a16="http://schemas.microsoft.com/office/drawing/2014/main" id="{09F74E64-1F50-4AB1-2204-02568CFB6AD1}"/>
                </a:ext>
              </a:extLst>
            </p:cNvPr>
            <p:cNvSpPr/>
            <p:nvPr/>
          </p:nvSpPr>
          <p:spPr>
            <a:xfrm flipH="1">
              <a:off x="9303998" y="3287390"/>
              <a:ext cx="817200" cy="163800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1" name="Arco 20">
              <a:extLst>
                <a:ext uri="{FF2B5EF4-FFF2-40B4-BE49-F238E27FC236}">
                  <a16:creationId xmlns:a16="http://schemas.microsoft.com/office/drawing/2014/main" id="{6E1D3656-A3B4-0092-1C0A-206EC62C7202}"/>
                </a:ext>
              </a:extLst>
            </p:cNvPr>
            <p:cNvSpPr/>
            <p:nvPr/>
          </p:nvSpPr>
          <p:spPr>
            <a:xfrm>
              <a:off x="8325103" y="4721230"/>
              <a:ext cx="330568" cy="416906"/>
            </a:xfrm>
            <a:prstGeom prst="arc">
              <a:avLst>
                <a:gd name="adj1" fmla="val 17518708"/>
                <a:gd name="adj2" fmla="val 2156024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2" name="Triángulo isósceles 21">
              <a:extLst>
                <a:ext uri="{FF2B5EF4-FFF2-40B4-BE49-F238E27FC236}">
                  <a16:creationId xmlns:a16="http://schemas.microsoft.com/office/drawing/2014/main" id="{199CA404-3D37-AD80-07C5-4630B75CF667}"/>
                </a:ext>
              </a:extLst>
            </p:cNvPr>
            <p:cNvSpPr/>
            <p:nvPr/>
          </p:nvSpPr>
          <p:spPr>
            <a:xfrm>
              <a:off x="8467344" y="3287390"/>
              <a:ext cx="817200" cy="163800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rgbClr val="EF42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7BFB345C-0D3F-14F3-712D-C56B4746EA34}"/>
                </a:ext>
              </a:extLst>
            </p:cNvPr>
            <p:cNvSpPr txBox="1"/>
            <p:nvPr/>
          </p:nvSpPr>
          <p:spPr>
            <a:xfrm>
              <a:off x="9134258" y="4031004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5C124708-56FC-9BE8-0721-19F4A9B06A3D}"/>
                    </a:ext>
                  </a:extLst>
                </p:cNvPr>
                <p:cNvSpPr txBox="1"/>
                <p:nvPr/>
              </p:nvSpPr>
              <p:spPr>
                <a:xfrm flipH="1">
                  <a:off x="8704818" y="4616265"/>
                  <a:ext cx="27144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60º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5C124708-56FC-9BE8-0721-19F4A9B06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704818" y="4616265"/>
                  <a:ext cx="27144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8889" r="-60000" b="-1087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B01CF229-9EF2-DBC9-F9D3-0B32C2DBE100}"/>
                </a:ext>
              </a:extLst>
            </p:cNvPr>
            <p:cNvSpPr txBox="1"/>
            <p:nvPr/>
          </p:nvSpPr>
          <p:spPr>
            <a:xfrm>
              <a:off x="8434596" y="3819644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9F4A592E-1EA5-B445-95A7-D804359377AC}"/>
                    </a:ext>
                  </a:extLst>
                </p:cNvPr>
                <p:cNvSpPr txBox="1"/>
                <p:nvPr/>
              </p:nvSpPr>
              <p:spPr>
                <a:xfrm>
                  <a:off x="8604030" y="4909408"/>
                  <a:ext cx="585053" cy="4910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s-ES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s-ES" b="1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9F4A592E-1EA5-B445-95A7-D80435937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30" y="4909408"/>
                  <a:ext cx="585053" cy="491096"/>
                </a:xfrm>
                <a:prstGeom prst="rect">
                  <a:avLst/>
                </a:prstGeom>
                <a:blipFill>
                  <a:blip r:embed="rId7"/>
                  <a:stretch>
                    <a:fillRect b="-246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241BD948-9C5B-EAE3-5349-69B047E94952}"/>
                    </a:ext>
                  </a:extLst>
                </p:cNvPr>
                <p:cNvSpPr txBox="1"/>
                <p:nvPr/>
              </p:nvSpPr>
              <p:spPr>
                <a:xfrm flipH="1">
                  <a:off x="8857467" y="3208121"/>
                  <a:ext cx="27144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30º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241BD948-9C5B-EAE3-5349-69B047E94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857467" y="3208121"/>
                  <a:ext cx="27144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1818" r="-61364" b="-1087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FFB96319-D004-A46B-7B4C-4DCF89AB3E47}"/>
                  </a:ext>
                </a:extLst>
              </p:cNvPr>
              <p:cNvSpPr txBox="1"/>
              <p:nvPr/>
            </p:nvSpPr>
            <p:spPr>
              <a:xfrm>
                <a:off x="435419" y="5185699"/>
                <a:ext cx="3923445" cy="8236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FFB96319-D004-A46B-7B4C-4DCF89AB3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19" y="5185699"/>
                <a:ext cx="3923445" cy="8236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ipse 38">
            <a:extLst>
              <a:ext uri="{FF2B5EF4-FFF2-40B4-BE49-F238E27FC236}">
                <a16:creationId xmlns:a16="http://schemas.microsoft.com/office/drawing/2014/main" id="{C8633669-EC32-0173-DABF-12B26B73D133}"/>
              </a:ext>
            </a:extLst>
          </p:cNvPr>
          <p:cNvSpPr/>
          <p:nvPr/>
        </p:nvSpPr>
        <p:spPr>
          <a:xfrm>
            <a:off x="8081134" y="2414405"/>
            <a:ext cx="2675836" cy="26758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766BF33-45FB-9FA6-8620-EBDB6E192BB3}"/>
              </a:ext>
            </a:extLst>
          </p:cNvPr>
          <p:cNvSpPr txBox="1"/>
          <p:nvPr/>
        </p:nvSpPr>
        <p:spPr>
          <a:xfrm>
            <a:off x="8662463" y="3715598"/>
            <a:ext cx="17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B664D33-EB6D-311A-CAC7-4DDDE548A019}"/>
                  </a:ext>
                </a:extLst>
              </p:cNvPr>
              <p:cNvSpPr txBox="1"/>
              <p:nvPr/>
            </p:nvSpPr>
            <p:spPr>
              <a:xfrm>
                <a:off x="9538558" y="2985483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B664D33-EB6D-311A-CAC7-4DDDE548A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558" y="2985483"/>
                <a:ext cx="169918" cy="246221"/>
              </a:xfrm>
              <a:prstGeom prst="rect">
                <a:avLst/>
              </a:prstGeom>
              <a:blipFill>
                <a:blip r:embed="rId10"/>
                <a:stretch>
                  <a:fillRect l="-25000" r="-21429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B88DFDB-83F8-9F12-E91A-5A9A710EEC23}"/>
                  </a:ext>
                </a:extLst>
              </p:cNvPr>
              <p:cNvSpPr txBox="1"/>
              <p:nvPr/>
            </p:nvSpPr>
            <p:spPr>
              <a:xfrm>
                <a:off x="10080983" y="3062579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B88DFDB-83F8-9F12-E91A-5A9A710EE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0983" y="3062579"/>
                <a:ext cx="241028" cy="391582"/>
              </a:xfrm>
              <a:prstGeom prst="rect">
                <a:avLst/>
              </a:prstGeom>
              <a:blipFill>
                <a:blip r:embed="rId11"/>
                <a:stretch>
                  <a:fillRect l="-2564"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1437A8A-6D0C-D958-F486-2AB8253A9883}"/>
                  </a:ext>
                </a:extLst>
              </p:cNvPr>
              <p:cNvSpPr txBox="1"/>
              <p:nvPr/>
            </p:nvSpPr>
            <p:spPr>
              <a:xfrm>
                <a:off x="9708476" y="3785993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1437A8A-6D0C-D958-F486-2AB8253A9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476" y="3785993"/>
                <a:ext cx="142668" cy="347659"/>
              </a:xfrm>
              <a:prstGeom prst="rect">
                <a:avLst/>
              </a:prstGeom>
              <a:blipFill>
                <a:blip r:embed="rId12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89F6FD77-C0B8-D4CC-D4CE-A4E3343FD4DD}"/>
                  </a:ext>
                </a:extLst>
              </p:cNvPr>
              <p:cNvSpPr txBox="1"/>
              <p:nvPr/>
            </p:nvSpPr>
            <p:spPr>
              <a:xfrm flipH="1">
                <a:off x="9581603" y="3488904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60º</m:t>
                      </m:r>
                    </m:oMath>
                  </m:oMathPara>
                </a14:m>
                <a:endParaRPr lang="es-E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89F6FD77-C0B8-D4CC-D4CE-A4E3343FD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581603" y="3488904"/>
                <a:ext cx="271445" cy="246221"/>
              </a:xfrm>
              <a:prstGeom prst="rect">
                <a:avLst/>
              </a:prstGeom>
              <a:blipFill>
                <a:blip r:embed="rId13"/>
                <a:stretch>
                  <a:fillRect l="-27273" r="-38636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B7E2C9E-C66B-F8E9-9E11-F304B8440428}"/>
                  </a:ext>
                </a:extLst>
              </p:cNvPr>
              <p:cNvSpPr txBox="1"/>
              <p:nvPr/>
            </p:nvSpPr>
            <p:spPr>
              <a:xfrm>
                <a:off x="4798952" y="3515334"/>
                <a:ext cx="1694951" cy="697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60º=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E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B7E2C9E-C66B-F8E9-9E11-F304B8440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952" y="3515334"/>
                <a:ext cx="1694951" cy="6979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4410117-6580-ED7E-BFC2-598AA1CF3725}"/>
                  </a:ext>
                </a:extLst>
              </p:cNvPr>
              <p:cNvSpPr txBox="1"/>
              <p:nvPr/>
            </p:nvSpPr>
            <p:spPr>
              <a:xfrm>
                <a:off x="4805229" y="2605347"/>
                <a:ext cx="1944265" cy="760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60º=</m:t>
                      </m:r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ES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b="0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ES" b="0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s-ES" b="0" i="1" smtClean="0">
                              <a:solidFill>
                                <a:schemeClr val="accent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B4410117-6580-ED7E-BFC2-598AA1CF3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229" y="2605347"/>
                <a:ext cx="1944265" cy="76027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186806-CE05-8BE6-4EAF-700A59C5A75E}"/>
                  </a:ext>
                </a:extLst>
              </p:cNvPr>
              <p:cNvSpPr txBox="1"/>
              <p:nvPr/>
            </p:nvSpPr>
            <p:spPr>
              <a:xfrm>
                <a:off x="4798952" y="4351781"/>
                <a:ext cx="1836272" cy="983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30º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A186806-CE05-8BE6-4EAF-700A59C5A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952" y="4351781"/>
                <a:ext cx="1836272" cy="9837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4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3" grpId="0" animBg="1"/>
      <p:bldP spid="47" grpId="0"/>
      <p:bldP spid="48" grpId="0"/>
      <p:bldP spid="49" grpId="0"/>
      <p:bldP spid="54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AE152-2F59-D4B2-891B-D0412587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2B0B8238-850C-4227-1329-F0D11960D8F5}"/>
                  </a:ext>
                </a:extLst>
              </p:cNvPr>
              <p:cNvSpPr txBox="1"/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2B0B8238-850C-4227-1329-F0D11960D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5FB50BAE-2D76-9543-D8A3-A367FFA8CD0D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5FB50BAE-2D76-9543-D8A3-A367FFA8C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1C448927-FEEA-49A3-6C8B-AC43FE586734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1C448927-FEEA-49A3-6C8B-AC43FE586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ángulo 94">
            <a:extLst>
              <a:ext uri="{FF2B5EF4-FFF2-40B4-BE49-F238E27FC236}">
                <a16:creationId xmlns:a16="http://schemas.microsoft.com/office/drawing/2014/main" id="{0E8A7ADC-7D0A-6C43-5064-627E1498D5DE}"/>
              </a:ext>
            </a:extLst>
          </p:cNvPr>
          <p:cNvSpPr/>
          <p:nvPr/>
        </p:nvSpPr>
        <p:spPr>
          <a:xfrm>
            <a:off x="1927860" y="3367454"/>
            <a:ext cx="2761249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D4566D8E-78E3-268B-25BD-FB577E47A0A5}"/>
              </a:ext>
            </a:extLst>
          </p:cNvPr>
          <p:cNvSpPr/>
          <p:nvPr/>
        </p:nvSpPr>
        <p:spPr>
          <a:xfrm>
            <a:off x="2020646" y="3386878"/>
            <a:ext cx="2761249" cy="580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B1613FD-DD7F-1AEE-5E6B-732F558237D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16E164D-1E19-F7EB-04A4-F863D7DF7C13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83DDAD2A-D58D-2A51-44C3-37AA571E0E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3C0B14A-3F77-3859-16DB-71D2FA5314B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5ADACA4F-C677-A236-68A3-7D52563BE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B2E89C93-C12B-BD66-48DA-DF278F8092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9B281B9-AC66-F673-14AF-CC122E40AD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FD215B17-70CC-DC51-C2F0-A0F1F6742FF8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1A982FF1-BEAE-4BE2-EC05-502C08F6DBBA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53F4159-50A5-6A86-EA00-C29D7821B9AF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0E9C7FC-B0CF-A341-4143-08D7A78F7F9A}"/>
              </a:ext>
            </a:extLst>
          </p:cNvPr>
          <p:cNvGrpSpPr/>
          <p:nvPr/>
        </p:nvGrpSpPr>
        <p:grpSpPr>
          <a:xfrm>
            <a:off x="4847534" y="3072104"/>
            <a:ext cx="6334886" cy="2675836"/>
            <a:chOff x="4847534" y="3072104"/>
            <a:chExt cx="6334886" cy="2675836"/>
          </a:xfrm>
        </p:grpSpPr>
        <p:sp>
          <p:nvSpPr>
            <p:cNvPr id="67" name="Triángulo isósceles 66">
              <a:extLst>
                <a:ext uri="{FF2B5EF4-FFF2-40B4-BE49-F238E27FC236}">
                  <a16:creationId xmlns:a16="http://schemas.microsoft.com/office/drawing/2014/main" id="{D4090F71-5069-ED67-0929-08AE7CCC1022}"/>
                </a:ext>
              </a:extLst>
            </p:cNvPr>
            <p:cNvSpPr>
              <a:spLocks/>
            </p:cNvSpPr>
            <p:nvPr/>
          </p:nvSpPr>
          <p:spPr>
            <a:xfrm>
              <a:off x="8013902" y="3469892"/>
              <a:ext cx="939600" cy="939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8" name="Arco 67">
              <a:extLst>
                <a:ext uri="{FF2B5EF4-FFF2-40B4-BE49-F238E27FC236}">
                  <a16:creationId xmlns:a16="http://schemas.microsoft.com/office/drawing/2014/main" id="{B96DDFEE-7AA8-3F05-6468-50175782DAEA}"/>
                </a:ext>
              </a:extLst>
            </p:cNvPr>
            <p:cNvSpPr/>
            <p:nvPr/>
          </p:nvSpPr>
          <p:spPr>
            <a:xfrm>
              <a:off x="7868734" y="4254005"/>
              <a:ext cx="298274" cy="298274"/>
            </a:xfrm>
            <a:prstGeom prst="arc">
              <a:avLst>
                <a:gd name="adj1" fmla="val 18881801"/>
                <a:gd name="adj2" fmla="val 105390"/>
              </a:avLst>
            </a:prstGeom>
            <a:noFill/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9FF35F53-D077-7459-9ACA-D84324061B6A}"/>
                    </a:ext>
                  </a:extLst>
                </p:cNvPr>
                <p:cNvSpPr txBox="1"/>
                <p:nvPr/>
              </p:nvSpPr>
              <p:spPr>
                <a:xfrm>
                  <a:off x="8307139" y="3688862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E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9FF35F53-D077-7459-9ACA-D84324061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7139" y="3688862"/>
                  <a:ext cx="169918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25000" r="-21429" b="-975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0A3CBDD9-AB15-4183-A51A-5C774A90B4AF}"/>
                    </a:ext>
                  </a:extLst>
                </p:cNvPr>
                <p:cNvSpPr txBox="1"/>
                <p:nvPr/>
              </p:nvSpPr>
              <p:spPr>
                <a:xfrm>
                  <a:off x="8464431" y="4428134"/>
                  <a:ext cx="241028" cy="39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s-ES" sz="16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0A3CBDD9-AB15-4183-A51A-5C774A90B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4431" y="4428134"/>
                  <a:ext cx="241028" cy="392223"/>
                </a:xfrm>
                <a:prstGeom prst="rect">
                  <a:avLst/>
                </a:prstGeom>
                <a:blipFill>
                  <a:blip r:embed="rId10"/>
                  <a:stretch>
                    <a:fillRect l="-2564" b="-1076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745CE25C-1CBA-8BA8-8F27-2C6619907F57}"/>
                    </a:ext>
                  </a:extLst>
                </p:cNvPr>
                <p:cNvSpPr txBox="1"/>
                <p:nvPr/>
              </p:nvSpPr>
              <p:spPr>
                <a:xfrm>
                  <a:off x="9024698" y="3873749"/>
                  <a:ext cx="241028" cy="39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s-ES" sz="16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745CE25C-1CBA-8BA8-8F27-2C6619907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4698" y="3873749"/>
                  <a:ext cx="241028" cy="392223"/>
                </a:xfrm>
                <a:prstGeom prst="rect">
                  <a:avLst/>
                </a:prstGeom>
                <a:blipFill>
                  <a:blip r:embed="rId11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92950D32-4B71-BE4F-8AF0-005F705082A7}"/>
                    </a:ext>
                  </a:extLst>
                </p:cNvPr>
                <p:cNvSpPr txBox="1"/>
                <p:nvPr/>
              </p:nvSpPr>
              <p:spPr>
                <a:xfrm flipH="1">
                  <a:off x="8205612" y="4158111"/>
                  <a:ext cx="27144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6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45º</m:t>
                        </m:r>
                      </m:oMath>
                    </m:oMathPara>
                  </a14:m>
                  <a:endParaRPr lang="es-ES" sz="16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92950D32-4B71-BE4F-8AF0-005F70508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205612" y="4158111"/>
                  <a:ext cx="271445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26667" r="-37778" b="-125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Triángulo isósceles 57">
              <a:extLst>
                <a:ext uri="{FF2B5EF4-FFF2-40B4-BE49-F238E27FC236}">
                  <a16:creationId xmlns:a16="http://schemas.microsoft.com/office/drawing/2014/main" id="{BFD3AC21-4861-08CA-81D3-1045A2A9F686}"/>
                </a:ext>
              </a:extLst>
            </p:cNvPr>
            <p:cNvSpPr>
              <a:spLocks/>
            </p:cNvSpPr>
            <p:nvPr/>
          </p:nvSpPr>
          <p:spPr>
            <a:xfrm>
              <a:off x="6188924" y="3827887"/>
              <a:ext cx="1202931" cy="577637"/>
            </a:xfrm>
            <a:prstGeom prst="triangle">
              <a:avLst>
                <a:gd name="adj" fmla="val 100000"/>
              </a:avLst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9" name="Arco 58">
              <a:extLst>
                <a:ext uri="{FF2B5EF4-FFF2-40B4-BE49-F238E27FC236}">
                  <a16:creationId xmlns:a16="http://schemas.microsoft.com/office/drawing/2014/main" id="{E4ED021C-CCAF-2DBF-F389-9BF91A7D72FF}"/>
                </a:ext>
              </a:extLst>
            </p:cNvPr>
            <p:cNvSpPr/>
            <p:nvPr/>
          </p:nvSpPr>
          <p:spPr>
            <a:xfrm>
              <a:off x="6037407" y="4256388"/>
              <a:ext cx="298274" cy="298274"/>
            </a:xfrm>
            <a:prstGeom prst="arc">
              <a:avLst>
                <a:gd name="adj1" fmla="val 20144127"/>
                <a:gd name="adj2" fmla="val 105390"/>
              </a:avLst>
            </a:prstGeom>
            <a:noFill/>
            <a:ln w="952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84E23FA5-CEE7-5995-FC3B-AE67910E66E3}"/>
                    </a:ext>
                  </a:extLst>
                </p:cNvPr>
                <p:cNvSpPr txBox="1"/>
                <p:nvPr/>
              </p:nvSpPr>
              <p:spPr>
                <a:xfrm>
                  <a:off x="6663652" y="3849307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E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84E23FA5-CEE7-5995-FC3B-AE67910E6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3652" y="3849307"/>
                  <a:ext cx="169918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21429" r="-25000" b="-975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205872DB-2F68-5932-0479-2F9D0535F0EC}"/>
                    </a:ext>
                  </a:extLst>
                </p:cNvPr>
                <p:cNvSpPr txBox="1"/>
                <p:nvPr/>
              </p:nvSpPr>
              <p:spPr>
                <a:xfrm>
                  <a:off x="6633104" y="4430517"/>
                  <a:ext cx="241028" cy="3915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s-ES" sz="16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205872DB-2F68-5932-0479-2F9D0535F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3104" y="4430517"/>
                  <a:ext cx="241028" cy="391582"/>
                </a:xfrm>
                <a:prstGeom prst="rect">
                  <a:avLst/>
                </a:prstGeom>
                <a:blipFill>
                  <a:blip r:embed="rId1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546626AA-3D1D-DF93-098C-06028C1D7109}"/>
                    </a:ext>
                  </a:extLst>
                </p:cNvPr>
                <p:cNvSpPr txBox="1"/>
                <p:nvPr/>
              </p:nvSpPr>
              <p:spPr>
                <a:xfrm>
                  <a:off x="7569055" y="3923720"/>
                  <a:ext cx="142668" cy="3476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s-ES" sz="16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546626AA-3D1D-DF93-098C-06028C1D7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9055" y="3923720"/>
                  <a:ext cx="142668" cy="347659"/>
                </a:xfrm>
                <a:prstGeom prst="rect">
                  <a:avLst/>
                </a:prstGeom>
                <a:blipFill>
                  <a:blip r:embed="rId15"/>
                  <a:stretch>
                    <a:fillRect l="-34783" b="-1403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3F1F9678-55D2-C472-5760-9BFB30E7AFCF}"/>
                    </a:ext>
                  </a:extLst>
                </p:cNvPr>
                <p:cNvSpPr txBox="1"/>
                <p:nvPr/>
              </p:nvSpPr>
              <p:spPr>
                <a:xfrm flipH="1">
                  <a:off x="6527930" y="4181913"/>
                  <a:ext cx="27144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6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30º</m:t>
                        </m:r>
                      </m:oMath>
                    </m:oMathPara>
                  </a14:m>
                  <a:endParaRPr lang="es-ES" sz="16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3F1F9678-55D2-C472-5760-9BFB30E7A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527930" y="4181913"/>
                  <a:ext cx="271445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27273" r="-38636" b="-125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Triángulo isósceles 45">
              <a:extLst>
                <a:ext uri="{FF2B5EF4-FFF2-40B4-BE49-F238E27FC236}">
                  <a16:creationId xmlns:a16="http://schemas.microsoft.com/office/drawing/2014/main" id="{C9893F4A-D372-138E-1329-7DB86CF6A36B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9548101" y="3523275"/>
              <a:ext cx="1193472" cy="577637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 w="952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3" name="Arco 52">
              <a:extLst>
                <a:ext uri="{FF2B5EF4-FFF2-40B4-BE49-F238E27FC236}">
                  <a16:creationId xmlns:a16="http://schemas.microsoft.com/office/drawing/2014/main" id="{789D5E54-1DBA-FA00-B069-A7B22472F497}"/>
                </a:ext>
              </a:extLst>
            </p:cNvPr>
            <p:cNvSpPr/>
            <p:nvPr/>
          </p:nvSpPr>
          <p:spPr>
            <a:xfrm>
              <a:off x="9695365" y="4258504"/>
              <a:ext cx="298274" cy="298274"/>
            </a:xfrm>
            <a:prstGeom prst="arc">
              <a:avLst>
                <a:gd name="adj1" fmla="val 17906030"/>
                <a:gd name="adj2" fmla="val 105390"/>
              </a:avLst>
            </a:prstGeom>
            <a:noFill/>
            <a:ln w="952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EC59E88-14EC-6B04-3DBC-38AD6EBC6036}"/>
                </a:ext>
              </a:extLst>
            </p:cNvPr>
            <p:cNvCxnSpPr>
              <a:cxnSpLocks/>
            </p:cNvCxnSpPr>
            <p:nvPr/>
          </p:nvCxnSpPr>
          <p:spPr>
            <a:xfrm>
              <a:off x="9814719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848CC0C-856D-813A-9D85-56BC69FEB849}"/>
                </a:ext>
              </a:extLst>
            </p:cNvPr>
            <p:cNvCxnSpPr>
              <a:cxnSpLocks/>
            </p:cNvCxnSpPr>
            <p:nvPr/>
          </p:nvCxnSpPr>
          <p:spPr>
            <a:xfrm>
              <a:off x="9844502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Arco 38">
              <a:extLst>
                <a:ext uri="{FF2B5EF4-FFF2-40B4-BE49-F238E27FC236}">
                  <a16:creationId xmlns:a16="http://schemas.microsoft.com/office/drawing/2014/main" id="{7EF55D37-3CCA-603F-FD39-C2C1A1D5CAC8}"/>
                </a:ext>
              </a:extLst>
            </p:cNvPr>
            <p:cNvSpPr/>
            <p:nvPr/>
          </p:nvSpPr>
          <p:spPr>
            <a:xfrm>
              <a:off x="8506584" y="3072104"/>
              <a:ext cx="2675836" cy="2675836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D3FB61FC-488F-237E-D80D-D6EB1EF9B68D}"/>
                    </a:ext>
                  </a:extLst>
                </p:cNvPr>
                <p:cNvSpPr txBox="1"/>
                <p:nvPr/>
              </p:nvSpPr>
              <p:spPr>
                <a:xfrm>
                  <a:off x="9964008" y="3643182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E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D3FB61FC-488F-237E-D80D-D6EB1EF9B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4008" y="3643182"/>
                  <a:ext cx="169918" cy="246221"/>
                </a:xfrm>
                <a:prstGeom prst="rect">
                  <a:avLst/>
                </a:prstGeom>
                <a:blipFill>
                  <a:blip r:embed="rId17"/>
                  <a:stretch>
                    <a:fillRect l="-25926" r="-25926" b="-100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02A280B8-7EC8-8CBF-2755-84BE2FB7B4E7}"/>
                    </a:ext>
                  </a:extLst>
                </p:cNvPr>
                <p:cNvSpPr txBox="1"/>
                <p:nvPr/>
              </p:nvSpPr>
              <p:spPr>
                <a:xfrm>
                  <a:off x="10506433" y="3720278"/>
                  <a:ext cx="241028" cy="3915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s-ES" sz="16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02A280B8-7EC8-8CBF-2755-84BE2FB7B4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6433" y="3720278"/>
                  <a:ext cx="241028" cy="391582"/>
                </a:xfrm>
                <a:prstGeom prst="rect">
                  <a:avLst/>
                </a:prstGeom>
                <a:blipFill>
                  <a:blip r:embed="rId18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4DD8650C-00EE-B686-3242-DA15D973DF79}"/>
                    </a:ext>
                  </a:extLst>
                </p:cNvPr>
                <p:cNvSpPr txBox="1"/>
                <p:nvPr/>
              </p:nvSpPr>
              <p:spPr>
                <a:xfrm>
                  <a:off x="10133926" y="4443692"/>
                  <a:ext cx="142668" cy="3476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s-E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s-ES" sz="16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4DD8650C-00EE-B686-3242-DA15D973D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3926" y="4443692"/>
                  <a:ext cx="142668" cy="347659"/>
                </a:xfrm>
                <a:prstGeom prst="rect">
                  <a:avLst/>
                </a:prstGeom>
                <a:blipFill>
                  <a:blip r:embed="rId19"/>
                  <a:stretch>
                    <a:fillRect l="-33333" b="-1403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B82A7AE3-EF8E-1EF2-567E-576C1373FCC0}"/>
                    </a:ext>
                  </a:extLst>
                </p:cNvPr>
                <p:cNvSpPr txBox="1"/>
                <p:nvPr/>
              </p:nvSpPr>
              <p:spPr>
                <a:xfrm flipH="1">
                  <a:off x="10007053" y="4146603"/>
                  <a:ext cx="27144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6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60º</m:t>
                        </m:r>
                      </m:oMath>
                    </m:oMathPara>
                  </a14:m>
                  <a:endParaRPr lang="es-E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B82A7AE3-EF8E-1EF2-567E-576C1373F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007053" y="4146603"/>
                  <a:ext cx="271445" cy="246221"/>
                </a:xfrm>
                <a:prstGeom prst="rect">
                  <a:avLst/>
                </a:prstGeom>
                <a:blipFill>
                  <a:blip r:embed="rId20"/>
                  <a:stretch>
                    <a:fillRect l="-27273" r="-38636" b="-975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B4497295-F911-A8B2-8667-E400971D4890}"/>
                </a:ext>
              </a:extLst>
            </p:cNvPr>
            <p:cNvCxnSpPr>
              <a:cxnSpLocks/>
            </p:cNvCxnSpPr>
            <p:nvPr/>
          </p:nvCxnSpPr>
          <p:spPr>
            <a:xfrm>
              <a:off x="7978799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F5FAED1-C677-3FD0-B712-A89D4D897E30}"/>
                </a:ext>
              </a:extLst>
            </p:cNvPr>
            <p:cNvCxnSpPr>
              <a:cxnSpLocks/>
            </p:cNvCxnSpPr>
            <p:nvPr/>
          </p:nvCxnSpPr>
          <p:spPr>
            <a:xfrm>
              <a:off x="8008582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8D81BBF4-A1F3-954C-3DE2-D8DFC1E2C2C3}"/>
                </a:ext>
              </a:extLst>
            </p:cNvPr>
            <p:cNvSpPr/>
            <p:nvPr/>
          </p:nvSpPr>
          <p:spPr>
            <a:xfrm>
              <a:off x="6670664" y="3072104"/>
              <a:ext cx="2675836" cy="2675836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562EF1C4-D40D-0B63-A7B8-25549A5EFEC4}"/>
                </a:ext>
              </a:extLst>
            </p:cNvPr>
            <p:cNvCxnSpPr>
              <a:cxnSpLocks/>
            </p:cNvCxnSpPr>
            <p:nvPr/>
          </p:nvCxnSpPr>
          <p:spPr>
            <a:xfrm>
              <a:off x="6155669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896A4FDF-3458-719D-1E90-E34305B4E839}"/>
                </a:ext>
              </a:extLst>
            </p:cNvPr>
            <p:cNvCxnSpPr>
              <a:cxnSpLocks/>
            </p:cNvCxnSpPr>
            <p:nvPr/>
          </p:nvCxnSpPr>
          <p:spPr>
            <a:xfrm>
              <a:off x="6185452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Arco 50">
              <a:extLst>
                <a:ext uri="{FF2B5EF4-FFF2-40B4-BE49-F238E27FC236}">
                  <a16:creationId xmlns:a16="http://schemas.microsoft.com/office/drawing/2014/main" id="{F14A62FA-FFC1-B647-B70A-174293E656CC}"/>
                </a:ext>
              </a:extLst>
            </p:cNvPr>
            <p:cNvSpPr/>
            <p:nvPr/>
          </p:nvSpPr>
          <p:spPr>
            <a:xfrm>
              <a:off x="4847534" y="3072104"/>
              <a:ext cx="2675836" cy="2675836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aphicFrame>
        <p:nvGraphicFramePr>
          <p:cNvPr id="85" name="Tabla 84">
            <a:extLst>
              <a:ext uri="{FF2B5EF4-FFF2-40B4-BE49-F238E27FC236}">
                <a16:creationId xmlns:a16="http://schemas.microsoft.com/office/drawing/2014/main" id="{94C737FA-8AAE-1141-FD2A-636CEDFAF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939252"/>
              </p:ext>
            </p:extLst>
          </p:nvPr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28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B2EA0-C902-D72C-7399-6A7994CC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763AB700-A2F0-C26E-684A-D21A3DCB7472}"/>
                  </a:ext>
                </a:extLst>
              </p:cNvPr>
              <p:cNvSpPr txBox="1"/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763AB700-A2F0-C26E-684A-D21A3DCB7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86C2F1-F0E8-114F-C22C-E5B5102B0DB4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86C2F1-F0E8-114F-C22C-E5B5102B0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0B668E1-A86F-57D8-A94C-9C8988931390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0B668E1-A86F-57D8-A94C-9C8988931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 17">
            <a:extLst>
              <a:ext uri="{FF2B5EF4-FFF2-40B4-BE49-F238E27FC236}">
                <a16:creationId xmlns:a16="http://schemas.microsoft.com/office/drawing/2014/main" id="{ECAB9F1C-D7E0-3429-489D-F6948F8311BF}"/>
              </a:ext>
            </a:extLst>
          </p:cNvPr>
          <p:cNvSpPr/>
          <p:nvPr/>
        </p:nvSpPr>
        <p:spPr>
          <a:xfrm>
            <a:off x="1943100" y="3367454"/>
            <a:ext cx="2746009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A6E0AC2-612E-5C34-5DB0-D30EB2420CEE}"/>
              </a:ext>
            </a:extLst>
          </p:cNvPr>
          <p:cNvSpPr/>
          <p:nvPr/>
        </p:nvSpPr>
        <p:spPr>
          <a:xfrm>
            <a:off x="3011614" y="3367454"/>
            <a:ext cx="1829895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81D1655A-70F8-9759-B70F-9F19741F8397}"/>
              </a:ext>
            </a:extLst>
          </p:cNvPr>
          <p:cNvSpPr>
            <a:spLocks/>
          </p:cNvSpPr>
          <p:nvPr/>
        </p:nvSpPr>
        <p:spPr>
          <a:xfrm>
            <a:off x="8013902" y="3469892"/>
            <a:ext cx="939600" cy="939600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Arco 67">
            <a:extLst>
              <a:ext uri="{FF2B5EF4-FFF2-40B4-BE49-F238E27FC236}">
                <a16:creationId xmlns:a16="http://schemas.microsoft.com/office/drawing/2014/main" id="{524EB0D7-AAED-6410-A6F0-3356BC538498}"/>
              </a:ext>
            </a:extLst>
          </p:cNvPr>
          <p:cNvSpPr/>
          <p:nvPr/>
        </p:nvSpPr>
        <p:spPr>
          <a:xfrm>
            <a:off x="7868734" y="4254005"/>
            <a:ext cx="298274" cy="298274"/>
          </a:xfrm>
          <a:prstGeom prst="arc">
            <a:avLst>
              <a:gd name="adj1" fmla="val 18881801"/>
              <a:gd name="adj2" fmla="val 105390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956D7074-02DB-66F4-4C06-7491764E0BAC}"/>
                  </a:ext>
                </a:extLst>
              </p:cNvPr>
              <p:cNvSpPr txBox="1"/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956D7074-02DB-66F4-4C06-7491764E0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blipFill>
                <a:blip r:embed="rId5"/>
                <a:stretch>
                  <a:fillRect l="-25000" r="-21429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75C6CFDD-E2F1-E48E-AE8E-CDD2D33EA980}"/>
                  </a:ext>
                </a:extLst>
              </p:cNvPr>
              <p:cNvSpPr txBox="1"/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75C6CFDD-E2F1-E48E-AE8E-CDD2D33EA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blipFill>
                <a:blip r:embed="rId6"/>
                <a:stretch>
                  <a:fillRect l="-2564"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30BFA35B-AABC-746B-DE70-6A04A9CB11AF}"/>
                  </a:ext>
                </a:extLst>
              </p:cNvPr>
              <p:cNvSpPr txBox="1"/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30BFA35B-AABC-746B-DE70-6A04A9CB1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967EFAD0-61B1-8FF6-3356-049726B28D25}"/>
                  </a:ext>
                </a:extLst>
              </p:cNvPr>
              <p:cNvSpPr txBox="1"/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45º</m:t>
                      </m:r>
                    </m:oMath>
                  </m:oMathPara>
                </a14:m>
                <a:endParaRPr lang="es-E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967EFAD0-61B1-8FF6-3356-049726B28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blipFill>
                <a:blip r:embed="rId8"/>
                <a:stretch>
                  <a:fillRect l="-26667" r="-37778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riángulo isósceles 57">
            <a:extLst>
              <a:ext uri="{FF2B5EF4-FFF2-40B4-BE49-F238E27FC236}">
                <a16:creationId xmlns:a16="http://schemas.microsoft.com/office/drawing/2014/main" id="{8382E2A3-62BC-A3AB-F45B-20737814A4C3}"/>
              </a:ext>
            </a:extLst>
          </p:cNvPr>
          <p:cNvSpPr>
            <a:spLocks/>
          </p:cNvSpPr>
          <p:nvPr/>
        </p:nvSpPr>
        <p:spPr>
          <a:xfrm>
            <a:off x="6188924" y="3827887"/>
            <a:ext cx="1202931" cy="577637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co 58">
            <a:extLst>
              <a:ext uri="{FF2B5EF4-FFF2-40B4-BE49-F238E27FC236}">
                <a16:creationId xmlns:a16="http://schemas.microsoft.com/office/drawing/2014/main" id="{0857DC8F-243C-A83E-2D43-55A4B048D986}"/>
              </a:ext>
            </a:extLst>
          </p:cNvPr>
          <p:cNvSpPr/>
          <p:nvPr/>
        </p:nvSpPr>
        <p:spPr>
          <a:xfrm>
            <a:off x="6037407" y="4256388"/>
            <a:ext cx="298274" cy="298274"/>
          </a:xfrm>
          <a:prstGeom prst="arc">
            <a:avLst>
              <a:gd name="adj1" fmla="val 20144127"/>
              <a:gd name="adj2" fmla="val 105390"/>
            </a:avLst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0616347-96AC-7DA8-E07F-2C7381BCB7B7}"/>
                  </a:ext>
                </a:extLst>
              </p:cNvPr>
              <p:cNvSpPr txBox="1"/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0616347-96AC-7DA8-E07F-2C7381BCB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blipFill>
                <a:blip r:embed="rId9"/>
                <a:stretch>
                  <a:fillRect l="-21429" r="-25000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5836FF61-FAD3-44AA-E9FC-9BD18528E094}"/>
                  </a:ext>
                </a:extLst>
              </p:cNvPr>
              <p:cNvSpPr txBox="1"/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5836FF61-FAD3-44AA-E9FC-9BD18528E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0652C76E-A5FF-49C8-B46B-40C7DC52BF45}"/>
                  </a:ext>
                </a:extLst>
              </p:cNvPr>
              <p:cNvSpPr txBox="1"/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0652C76E-A5FF-49C8-B46B-40C7DC52B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blipFill>
                <a:blip r:embed="rId11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A501F13-4979-4A2B-8B27-795B25C3795E}"/>
                  </a:ext>
                </a:extLst>
              </p:cNvPr>
              <p:cNvSpPr txBox="1"/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30º</m:t>
                      </m:r>
                    </m:oMath>
                  </m:oMathPara>
                </a14:m>
                <a:endParaRPr lang="es-E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2A501F13-4979-4A2B-8B27-795B25C3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blipFill>
                <a:blip r:embed="rId12"/>
                <a:stretch>
                  <a:fillRect l="-27273" r="-38636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E6881503-4B92-FFB6-F9CE-65B15F612374}"/>
              </a:ext>
            </a:extLst>
          </p:cNvPr>
          <p:cNvSpPr>
            <a:spLocks/>
          </p:cNvSpPr>
          <p:nvPr/>
        </p:nvSpPr>
        <p:spPr>
          <a:xfrm rot="5400000" flipV="1">
            <a:off x="9548101" y="3523275"/>
            <a:ext cx="1193472" cy="577637"/>
          </a:xfrm>
          <a:prstGeom prst="triangle">
            <a:avLst>
              <a:gd name="adj" fmla="val 10000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ACE1E7FD-F28B-7A07-A8F0-BFF212528B06}"/>
              </a:ext>
            </a:extLst>
          </p:cNvPr>
          <p:cNvSpPr/>
          <p:nvPr/>
        </p:nvSpPr>
        <p:spPr>
          <a:xfrm>
            <a:off x="9695365" y="4258504"/>
            <a:ext cx="298274" cy="298274"/>
          </a:xfrm>
          <a:prstGeom prst="arc">
            <a:avLst>
              <a:gd name="adj1" fmla="val 17906030"/>
              <a:gd name="adj2" fmla="val 10539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9E80801-4C79-98BF-A4E3-199BD7061F78}"/>
              </a:ext>
            </a:extLst>
          </p:cNvPr>
          <p:cNvCxnSpPr>
            <a:cxnSpLocks/>
          </p:cNvCxnSpPr>
          <p:nvPr/>
        </p:nvCxnSpPr>
        <p:spPr>
          <a:xfrm>
            <a:off x="981471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9FA0EFD-19DB-D10D-B65B-617720CB3371}"/>
              </a:ext>
            </a:extLst>
          </p:cNvPr>
          <p:cNvCxnSpPr>
            <a:cxnSpLocks/>
          </p:cNvCxnSpPr>
          <p:nvPr/>
        </p:nvCxnSpPr>
        <p:spPr>
          <a:xfrm>
            <a:off x="984450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4F5B5181-6E79-783E-91C5-248A425A5EE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2AFA2A2-BE32-A53F-5CE7-851A184B1324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A2B837C1-742A-1DF2-F2F8-BC3C11B061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CB54C76-480B-5492-5362-50DDE0730F65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3E82948-DF15-058F-7B62-0F3283CA58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2C88A316-03B8-2F80-104A-5A53F311FA5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C1BF48D6-7D6D-5977-B69E-927C3FB6806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28FA712E-43C6-264E-86DF-DAAF1CBF7767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60B631E8-302D-2D32-BB60-2293A0D84FE4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05F9F7F-5742-C26C-C201-67CD73DBA84C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1A2E6C61-FE8B-ABD0-655C-49E987E5305B}"/>
              </a:ext>
            </a:extLst>
          </p:cNvPr>
          <p:cNvSpPr/>
          <p:nvPr/>
        </p:nvSpPr>
        <p:spPr>
          <a:xfrm>
            <a:off x="850658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0A9D7E5-FCDA-5B67-CCFB-CC8C84DEE4B8}"/>
                  </a:ext>
                </a:extLst>
              </p:cNvPr>
              <p:cNvSpPr txBox="1"/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0A9D7E5-FCDA-5B67-CCFB-CC8C84DEE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blipFill>
                <a:blip r:embed="rId17"/>
                <a:stretch>
                  <a:fillRect l="-25926" r="-2592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D6DFE21-BD36-E9DA-7828-C0818801168B}"/>
                  </a:ext>
                </a:extLst>
              </p:cNvPr>
              <p:cNvSpPr txBox="1"/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D6DFE21-BD36-E9DA-7828-C08188011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blipFill>
                <a:blip r:embed="rId18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621B54D3-AA5D-FB44-5BBD-7337CEA68969}"/>
                  </a:ext>
                </a:extLst>
              </p:cNvPr>
              <p:cNvSpPr txBox="1"/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621B54D3-AA5D-FB44-5BBD-7337CEA68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blipFill>
                <a:blip r:embed="rId19"/>
                <a:stretch>
                  <a:fillRect l="-3333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FC55570-13B7-2A4B-CC03-ADF375E49A73}"/>
                  </a:ext>
                </a:extLst>
              </p:cNvPr>
              <p:cNvSpPr txBox="1"/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60º</m:t>
                      </m:r>
                    </m:oMath>
                  </m:oMathPara>
                </a14:m>
                <a:endParaRPr lang="es-E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FC55570-13B7-2A4B-CC03-ADF375E49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blipFill>
                <a:blip r:embed="rId20"/>
                <a:stretch>
                  <a:fillRect l="-27273" r="-38636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A6FFC490-B095-B25E-E0A3-7713CB4F8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677788"/>
              </p:ext>
            </p:extLst>
          </p:nvPr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7A9A93A-5730-0CBE-1B39-86B6BBDBE690}"/>
              </a:ext>
            </a:extLst>
          </p:cNvPr>
          <p:cNvCxnSpPr>
            <a:cxnSpLocks/>
          </p:cNvCxnSpPr>
          <p:nvPr/>
        </p:nvCxnSpPr>
        <p:spPr>
          <a:xfrm>
            <a:off x="797879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6B1DBB2-B24E-84B9-83F9-2E3BB0C3644E}"/>
              </a:ext>
            </a:extLst>
          </p:cNvPr>
          <p:cNvCxnSpPr>
            <a:cxnSpLocks/>
          </p:cNvCxnSpPr>
          <p:nvPr/>
        </p:nvCxnSpPr>
        <p:spPr>
          <a:xfrm>
            <a:off x="800858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o 31">
            <a:extLst>
              <a:ext uri="{FF2B5EF4-FFF2-40B4-BE49-F238E27FC236}">
                <a16:creationId xmlns:a16="http://schemas.microsoft.com/office/drawing/2014/main" id="{A4A79677-01E4-2150-2835-6A5B8958F6A1}"/>
              </a:ext>
            </a:extLst>
          </p:cNvPr>
          <p:cNvSpPr/>
          <p:nvPr/>
        </p:nvSpPr>
        <p:spPr>
          <a:xfrm>
            <a:off x="667066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0450D60D-EA6C-0C7C-4336-C7025F0DBB80}"/>
              </a:ext>
            </a:extLst>
          </p:cNvPr>
          <p:cNvCxnSpPr>
            <a:cxnSpLocks/>
          </p:cNvCxnSpPr>
          <p:nvPr/>
        </p:nvCxnSpPr>
        <p:spPr>
          <a:xfrm>
            <a:off x="615566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00362CDF-FBDA-C2A1-E009-4ACC6E801B37}"/>
              </a:ext>
            </a:extLst>
          </p:cNvPr>
          <p:cNvCxnSpPr>
            <a:cxnSpLocks/>
          </p:cNvCxnSpPr>
          <p:nvPr/>
        </p:nvCxnSpPr>
        <p:spPr>
          <a:xfrm>
            <a:off x="618545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rco 50">
            <a:extLst>
              <a:ext uri="{FF2B5EF4-FFF2-40B4-BE49-F238E27FC236}">
                <a16:creationId xmlns:a16="http://schemas.microsoft.com/office/drawing/2014/main" id="{317FB685-BF30-3551-2DA7-9CCD9DDE8288}"/>
              </a:ext>
            </a:extLst>
          </p:cNvPr>
          <p:cNvSpPr/>
          <p:nvPr/>
        </p:nvSpPr>
        <p:spPr>
          <a:xfrm>
            <a:off x="484753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76E2900-6991-1DFC-DDC3-55BDD6DF0F86}"/>
              </a:ext>
            </a:extLst>
          </p:cNvPr>
          <p:cNvCxnSpPr>
            <a:endCxn id="58" idx="3"/>
          </p:cNvCxnSpPr>
          <p:nvPr/>
        </p:nvCxnSpPr>
        <p:spPr>
          <a:xfrm>
            <a:off x="7391855" y="3827887"/>
            <a:ext cx="0" cy="5776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83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2F2E9-84ED-E7A6-5FE2-24910C34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E6C28345-86C4-DD6B-388B-E9A61B8C5F50}"/>
                  </a:ext>
                </a:extLst>
              </p:cNvPr>
              <p:cNvSpPr txBox="1"/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E6C28345-86C4-DD6B-388B-E9A61B8C5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83B99CC-0C6C-D027-95B5-852542709FC6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83B99CC-0C6C-D027-95B5-852542709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86EDB1D-52A7-1E33-F84E-DD7E5B9FEC21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86EDB1D-52A7-1E33-F84E-DD7E5B9FE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 17">
            <a:extLst>
              <a:ext uri="{FF2B5EF4-FFF2-40B4-BE49-F238E27FC236}">
                <a16:creationId xmlns:a16="http://schemas.microsoft.com/office/drawing/2014/main" id="{2AA641DF-DAE8-FAF0-EE16-467585E9E662}"/>
              </a:ext>
            </a:extLst>
          </p:cNvPr>
          <p:cNvSpPr/>
          <p:nvPr/>
        </p:nvSpPr>
        <p:spPr>
          <a:xfrm>
            <a:off x="2915077" y="3367454"/>
            <a:ext cx="1774032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2911715-B9D6-49A0-3224-99CA67F65032}"/>
              </a:ext>
            </a:extLst>
          </p:cNvPr>
          <p:cNvSpPr/>
          <p:nvPr/>
        </p:nvSpPr>
        <p:spPr>
          <a:xfrm>
            <a:off x="4060108" y="3367454"/>
            <a:ext cx="781401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BB17E676-C8F9-018D-8842-84C2732163FF}"/>
              </a:ext>
            </a:extLst>
          </p:cNvPr>
          <p:cNvSpPr>
            <a:spLocks/>
          </p:cNvSpPr>
          <p:nvPr/>
        </p:nvSpPr>
        <p:spPr>
          <a:xfrm>
            <a:off x="8013902" y="3469892"/>
            <a:ext cx="939600" cy="939600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Arco 67">
            <a:extLst>
              <a:ext uri="{FF2B5EF4-FFF2-40B4-BE49-F238E27FC236}">
                <a16:creationId xmlns:a16="http://schemas.microsoft.com/office/drawing/2014/main" id="{06F04016-5FB6-A8B2-2D09-AB91390B98C6}"/>
              </a:ext>
            </a:extLst>
          </p:cNvPr>
          <p:cNvSpPr/>
          <p:nvPr/>
        </p:nvSpPr>
        <p:spPr>
          <a:xfrm>
            <a:off x="7868734" y="4254005"/>
            <a:ext cx="298274" cy="298274"/>
          </a:xfrm>
          <a:prstGeom prst="arc">
            <a:avLst>
              <a:gd name="adj1" fmla="val 18881801"/>
              <a:gd name="adj2" fmla="val 105390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2503C244-9970-B575-C293-8E79F534473B}"/>
                  </a:ext>
                </a:extLst>
              </p:cNvPr>
              <p:cNvSpPr txBox="1"/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2503C244-9970-B575-C293-8E79F5344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blipFill>
                <a:blip r:embed="rId5"/>
                <a:stretch>
                  <a:fillRect l="-25000" r="-21429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2884D9D4-9818-942E-E8DD-8231BD34961B}"/>
                  </a:ext>
                </a:extLst>
              </p:cNvPr>
              <p:cNvSpPr txBox="1"/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2884D9D4-9818-942E-E8DD-8231BD34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blipFill>
                <a:blip r:embed="rId6"/>
                <a:stretch>
                  <a:fillRect l="-2564"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3EBFEF57-AC74-518F-14BB-A8F0784B9778}"/>
                  </a:ext>
                </a:extLst>
              </p:cNvPr>
              <p:cNvSpPr txBox="1"/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3EBFEF57-AC74-518F-14BB-A8F0784B9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3F8959A9-94EA-568C-E8BC-348066C22393}"/>
                  </a:ext>
                </a:extLst>
              </p:cNvPr>
              <p:cNvSpPr txBox="1"/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45º</m:t>
                      </m:r>
                    </m:oMath>
                  </m:oMathPara>
                </a14:m>
                <a:endParaRPr lang="es-E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3F8959A9-94EA-568C-E8BC-348066C2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blipFill>
                <a:blip r:embed="rId8"/>
                <a:stretch>
                  <a:fillRect l="-26667" r="-37778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riángulo isósceles 57">
            <a:extLst>
              <a:ext uri="{FF2B5EF4-FFF2-40B4-BE49-F238E27FC236}">
                <a16:creationId xmlns:a16="http://schemas.microsoft.com/office/drawing/2014/main" id="{E97F6CF8-E471-0C49-35C7-00D9765487D5}"/>
              </a:ext>
            </a:extLst>
          </p:cNvPr>
          <p:cNvSpPr>
            <a:spLocks/>
          </p:cNvSpPr>
          <p:nvPr/>
        </p:nvSpPr>
        <p:spPr>
          <a:xfrm>
            <a:off x="6188924" y="3827887"/>
            <a:ext cx="1202931" cy="577637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co 58">
            <a:extLst>
              <a:ext uri="{FF2B5EF4-FFF2-40B4-BE49-F238E27FC236}">
                <a16:creationId xmlns:a16="http://schemas.microsoft.com/office/drawing/2014/main" id="{09973498-E240-4137-2D8A-0D8460B9B616}"/>
              </a:ext>
            </a:extLst>
          </p:cNvPr>
          <p:cNvSpPr/>
          <p:nvPr/>
        </p:nvSpPr>
        <p:spPr>
          <a:xfrm>
            <a:off x="6037407" y="4256388"/>
            <a:ext cx="298274" cy="298274"/>
          </a:xfrm>
          <a:prstGeom prst="arc">
            <a:avLst>
              <a:gd name="adj1" fmla="val 20144127"/>
              <a:gd name="adj2" fmla="val 105390"/>
            </a:avLst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73959722-8E6B-B3F7-EC0D-8807257062C6}"/>
                  </a:ext>
                </a:extLst>
              </p:cNvPr>
              <p:cNvSpPr txBox="1"/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73959722-8E6B-B3F7-EC0D-880725706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blipFill>
                <a:blip r:embed="rId9"/>
                <a:stretch>
                  <a:fillRect l="-21429" r="-25000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04112C8E-A451-6FEC-F556-AA95045604BA}"/>
                  </a:ext>
                </a:extLst>
              </p:cNvPr>
              <p:cNvSpPr txBox="1"/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04112C8E-A451-6FEC-F556-AA9504560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C51C71A0-074F-A136-D657-CC341E007216}"/>
                  </a:ext>
                </a:extLst>
              </p:cNvPr>
              <p:cNvSpPr txBox="1"/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C51C71A0-074F-A136-D657-CC341E007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blipFill>
                <a:blip r:embed="rId11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C574C024-B5E4-09A0-6C59-8274D640DF89}"/>
                  </a:ext>
                </a:extLst>
              </p:cNvPr>
              <p:cNvSpPr txBox="1"/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30º</m:t>
                      </m:r>
                    </m:oMath>
                  </m:oMathPara>
                </a14:m>
                <a:endParaRPr lang="es-E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C574C024-B5E4-09A0-6C59-8274D640D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blipFill>
                <a:blip r:embed="rId12"/>
                <a:stretch>
                  <a:fillRect l="-27273" r="-38636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9DA8D422-9871-0907-CE17-B2D736149FA0}"/>
              </a:ext>
            </a:extLst>
          </p:cNvPr>
          <p:cNvSpPr>
            <a:spLocks/>
          </p:cNvSpPr>
          <p:nvPr/>
        </p:nvSpPr>
        <p:spPr>
          <a:xfrm rot="5400000" flipV="1">
            <a:off x="9548101" y="3523275"/>
            <a:ext cx="1193472" cy="577637"/>
          </a:xfrm>
          <a:prstGeom prst="triangle">
            <a:avLst>
              <a:gd name="adj" fmla="val 10000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6EF2F58B-7B32-BDB0-0F26-CEFD7181873D}"/>
              </a:ext>
            </a:extLst>
          </p:cNvPr>
          <p:cNvSpPr/>
          <p:nvPr/>
        </p:nvSpPr>
        <p:spPr>
          <a:xfrm>
            <a:off x="9695365" y="4258504"/>
            <a:ext cx="298274" cy="298274"/>
          </a:xfrm>
          <a:prstGeom prst="arc">
            <a:avLst>
              <a:gd name="adj1" fmla="val 17906030"/>
              <a:gd name="adj2" fmla="val 10539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BB8A636-BE9B-AD27-E09D-6A451CE4CD94}"/>
              </a:ext>
            </a:extLst>
          </p:cNvPr>
          <p:cNvCxnSpPr>
            <a:cxnSpLocks/>
          </p:cNvCxnSpPr>
          <p:nvPr/>
        </p:nvCxnSpPr>
        <p:spPr>
          <a:xfrm>
            <a:off x="981471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71877CAB-B59C-6932-3045-B614C8266AEC}"/>
              </a:ext>
            </a:extLst>
          </p:cNvPr>
          <p:cNvCxnSpPr>
            <a:cxnSpLocks/>
          </p:cNvCxnSpPr>
          <p:nvPr/>
        </p:nvCxnSpPr>
        <p:spPr>
          <a:xfrm>
            <a:off x="984450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32C66512-09E8-FFF4-1738-4526C169339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B963A3F-49D9-AE24-4084-1AE9C8820DCD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5269184-3388-701E-703C-0F82E77787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0672DB9-81EC-6710-EC43-2574922F27D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54568924-6E64-95A0-BE27-77197311C5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E7534A4-7019-D090-D827-5376ADDD334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200EBD6A-4364-35C4-F577-960580F1582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1C22C299-08FA-3A8D-A547-9E3DD5A317F5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134A06D1-4D9D-DE36-3240-B19D6B280F82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63D48B3-CCD3-88FD-8ED1-6AAFD5C34864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A33E15A9-FBC3-7DC4-95FE-846B5451A610}"/>
              </a:ext>
            </a:extLst>
          </p:cNvPr>
          <p:cNvSpPr/>
          <p:nvPr/>
        </p:nvSpPr>
        <p:spPr>
          <a:xfrm>
            <a:off x="850658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AD77B57-EE97-B84B-11DD-74E853F36C04}"/>
                  </a:ext>
                </a:extLst>
              </p:cNvPr>
              <p:cNvSpPr txBox="1"/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AD77B57-EE97-B84B-11DD-74E853F36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blipFill>
                <a:blip r:embed="rId17"/>
                <a:stretch>
                  <a:fillRect l="-25926" r="-2592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2EDF193-0B42-B902-6D00-1F53D2D309F1}"/>
                  </a:ext>
                </a:extLst>
              </p:cNvPr>
              <p:cNvSpPr txBox="1"/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2EDF193-0B42-B902-6D00-1F53D2D30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blipFill>
                <a:blip r:embed="rId18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DE024EA-BCA2-5B67-A29B-FD4DC8FBB6E4}"/>
                  </a:ext>
                </a:extLst>
              </p:cNvPr>
              <p:cNvSpPr txBox="1"/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DE024EA-BCA2-5B67-A29B-FD4DC8FBB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blipFill>
                <a:blip r:embed="rId19"/>
                <a:stretch>
                  <a:fillRect l="-3333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4F78A45-4192-B484-4511-ABB2269F339D}"/>
                  </a:ext>
                </a:extLst>
              </p:cNvPr>
              <p:cNvSpPr txBox="1"/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60º</m:t>
                      </m:r>
                    </m:oMath>
                  </m:oMathPara>
                </a14:m>
                <a:endParaRPr lang="es-E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4F78A45-4192-B484-4511-ABB2269F3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blipFill>
                <a:blip r:embed="rId20"/>
                <a:stretch>
                  <a:fillRect l="-27273" r="-38636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AD6C6D91-9726-B432-DAE3-DFE2A4603580}"/>
              </a:ext>
            </a:extLst>
          </p:cNvPr>
          <p:cNvGraphicFramePr>
            <a:graphicFrameLocks noGrp="1"/>
          </p:cNvGraphicFramePr>
          <p:nvPr/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CCDED14-F3F2-8B75-E4E0-93B07A415095}"/>
              </a:ext>
            </a:extLst>
          </p:cNvPr>
          <p:cNvCxnSpPr>
            <a:cxnSpLocks/>
          </p:cNvCxnSpPr>
          <p:nvPr/>
        </p:nvCxnSpPr>
        <p:spPr>
          <a:xfrm>
            <a:off x="797879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63078B2-17B1-46B8-26CD-595A244CBFBD}"/>
              </a:ext>
            </a:extLst>
          </p:cNvPr>
          <p:cNvCxnSpPr>
            <a:cxnSpLocks/>
          </p:cNvCxnSpPr>
          <p:nvPr/>
        </p:nvCxnSpPr>
        <p:spPr>
          <a:xfrm>
            <a:off x="800858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o 31">
            <a:extLst>
              <a:ext uri="{FF2B5EF4-FFF2-40B4-BE49-F238E27FC236}">
                <a16:creationId xmlns:a16="http://schemas.microsoft.com/office/drawing/2014/main" id="{F71CCA9A-D1D7-1D2F-1D45-949A03DB2431}"/>
              </a:ext>
            </a:extLst>
          </p:cNvPr>
          <p:cNvSpPr/>
          <p:nvPr/>
        </p:nvSpPr>
        <p:spPr>
          <a:xfrm>
            <a:off x="667066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982F2C5-8181-0932-06F2-3D1A88F09721}"/>
              </a:ext>
            </a:extLst>
          </p:cNvPr>
          <p:cNvCxnSpPr>
            <a:cxnSpLocks/>
          </p:cNvCxnSpPr>
          <p:nvPr/>
        </p:nvCxnSpPr>
        <p:spPr>
          <a:xfrm>
            <a:off x="615566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75ACA19E-35D6-3438-363A-A2342FFAB2E4}"/>
              </a:ext>
            </a:extLst>
          </p:cNvPr>
          <p:cNvCxnSpPr>
            <a:cxnSpLocks/>
          </p:cNvCxnSpPr>
          <p:nvPr/>
        </p:nvCxnSpPr>
        <p:spPr>
          <a:xfrm>
            <a:off x="618545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rco 50">
            <a:extLst>
              <a:ext uri="{FF2B5EF4-FFF2-40B4-BE49-F238E27FC236}">
                <a16:creationId xmlns:a16="http://schemas.microsoft.com/office/drawing/2014/main" id="{594DAC68-1B92-FABC-49DC-5D1D644A1FD7}"/>
              </a:ext>
            </a:extLst>
          </p:cNvPr>
          <p:cNvSpPr/>
          <p:nvPr/>
        </p:nvSpPr>
        <p:spPr>
          <a:xfrm>
            <a:off x="484753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938BFB71-6387-677D-5DFF-1787C5C385B2}"/>
              </a:ext>
            </a:extLst>
          </p:cNvPr>
          <p:cNvCxnSpPr>
            <a:cxnSpLocks/>
            <a:endCxn id="58" idx="3"/>
          </p:cNvCxnSpPr>
          <p:nvPr/>
        </p:nvCxnSpPr>
        <p:spPr>
          <a:xfrm>
            <a:off x="7391855" y="3827887"/>
            <a:ext cx="0" cy="5776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5EB27F7-3CCC-84B2-7276-89F1FE6507D3}"/>
              </a:ext>
            </a:extLst>
          </p:cNvPr>
          <p:cNvCxnSpPr>
            <a:cxnSpLocks/>
          </p:cNvCxnSpPr>
          <p:nvPr/>
        </p:nvCxnSpPr>
        <p:spPr>
          <a:xfrm>
            <a:off x="8953957" y="3469892"/>
            <a:ext cx="0" cy="9356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8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8A367-F4FC-5901-C7D9-606A3482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2EA4542E-561E-FBFF-D6CC-068A52595FF4}"/>
                  </a:ext>
                </a:extLst>
              </p:cNvPr>
              <p:cNvSpPr txBox="1"/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2EA4542E-561E-FBFF-D6CC-068A52595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3367454"/>
                <a:ext cx="343940" cy="581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957DA8B-23C1-DCF7-30BA-E1B4138BCD7E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957DA8B-23C1-DCF7-30BA-E1B4138BC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662F63A-0318-588A-714F-7F50E025B501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662F63A-0318-588A-714F-7F50E025B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ángulo 19">
            <a:extLst>
              <a:ext uri="{FF2B5EF4-FFF2-40B4-BE49-F238E27FC236}">
                <a16:creationId xmlns:a16="http://schemas.microsoft.com/office/drawing/2014/main" id="{291BB49D-D617-B22D-3AFC-293D4F9F4C2F}"/>
              </a:ext>
            </a:extLst>
          </p:cNvPr>
          <p:cNvSpPr/>
          <p:nvPr/>
        </p:nvSpPr>
        <p:spPr>
          <a:xfrm>
            <a:off x="4060108" y="3367454"/>
            <a:ext cx="781401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993DA9BE-8402-14E7-ADC9-630C7DC96793}"/>
              </a:ext>
            </a:extLst>
          </p:cNvPr>
          <p:cNvSpPr>
            <a:spLocks/>
          </p:cNvSpPr>
          <p:nvPr/>
        </p:nvSpPr>
        <p:spPr>
          <a:xfrm>
            <a:off x="8013902" y="3469892"/>
            <a:ext cx="939600" cy="939600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Arco 67">
            <a:extLst>
              <a:ext uri="{FF2B5EF4-FFF2-40B4-BE49-F238E27FC236}">
                <a16:creationId xmlns:a16="http://schemas.microsoft.com/office/drawing/2014/main" id="{23065547-E456-A7AA-EF42-4BEBF34CC048}"/>
              </a:ext>
            </a:extLst>
          </p:cNvPr>
          <p:cNvSpPr/>
          <p:nvPr/>
        </p:nvSpPr>
        <p:spPr>
          <a:xfrm>
            <a:off x="7868734" y="4254005"/>
            <a:ext cx="298274" cy="298274"/>
          </a:xfrm>
          <a:prstGeom prst="arc">
            <a:avLst>
              <a:gd name="adj1" fmla="val 18881801"/>
              <a:gd name="adj2" fmla="val 105390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3E291E88-219B-D7F0-49EE-C8533A81FCB4}"/>
                  </a:ext>
                </a:extLst>
              </p:cNvPr>
              <p:cNvSpPr txBox="1"/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3E291E88-219B-D7F0-49EE-C8533A81F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blipFill>
                <a:blip r:embed="rId5"/>
                <a:stretch>
                  <a:fillRect l="-25000" r="-21429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A12C0778-9D0F-6563-5952-9D9CD6A06813}"/>
                  </a:ext>
                </a:extLst>
              </p:cNvPr>
              <p:cNvSpPr txBox="1"/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A12C0778-9D0F-6563-5952-9D9CD6A06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blipFill>
                <a:blip r:embed="rId6"/>
                <a:stretch>
                  <a:fillRect l="-2564"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07AC1F0A-A957-8736-2782-331D33EB3502}"/>
                  </a:ext>
                </a:extLst>
              </p:cNvPr>
              <p:cNvSpPr txBox="1"/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07AC1F0A-A957-8736-2782-331D33EB3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F686A957-3582-EC39-9296-DC3439A8782A}"/>
                  </a:ext>
                </a:extLst>
              </p:cNvPr>
              <p:cNvSpPr txBox="1"/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45º</m:t>
                      </m:r>
                    </m:oMath>
                  </m:oMathPara>
                </a14:m>
                <a:endParaRPr lang="es-E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F686A957-3582-EC39-9296-DC3439A87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blipFill>
                <a:blip r:embed="rId8"/>
                <a:stretch>
                  <a:fillRect l="-26667" r="-37778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riángulo isósceles 57">
            <a:extLst>
              <a:ext uri="{FF2B5EF4-FFF2-40B4-BE49-F238E27FC236}">
                <a16:creationId xmlns:a16="http://schemas.microsoft.com/office/drawing/2014/main" id="{9F3B8C95-D6CE-D154-4F2E-2629966ADCAC}"/>
              </a:ext>
            </a:extLst>
          </p:cNvPr>
          <p:cNvSpPr>
            <a:spLocks/>
          </p:cNvSpPr>
          <p:nvPr/>
        </p:nvSpPr>
        <p:spPr>
          <a:xfrm>
            <a:off x="6188924" y="3827887"/>
            <a:ext cx="1202931" cy="577637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co 58">
            <a:extLst>
              <a:ext uri="{FF2B5EF4-FFF2-40B4-BE49-F238E27FC236}">
                <a16:creationId xmlns:a16="http://schemas.microsoft.com/office/drawing/2014/main" id="{AAC73AC9-9268-34C6-2A1B-7FF4246517F6}"/>
              </a:ext>
            </a:extLst>
          </p:cNvPr>
          <p:cNvSpPr/>
          <p:nvPr/>
        </p:nvSpPr>
        <p:spPr>
          <a:xfrm>
            <a:off x="6037407" y="4256388"/>
            <a:ext cx="298274" cy="298274"/>
          </a:xfrm>
          <a:prstGeom prst="arc">
            <a:avLst>
              <a:gd name="adj1" fmla="val 20144127"/>
              <a:gd name="adj2" fmla="val 105390"/>
            </a:avLst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507E87D-9070-F720-A839-99FA4229608B}"/>
                  </a:ext>
                </a:extLst>
              </p:cNvPr>
              <p:cNvSpPr txBox="1"/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2507E87D-9070-F720-A839-99FA42296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blipFill>
                <a:blip r:embed="rId9"/>
                <a:stretch>
                  <a:fillRect l="-21429" r="-25000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B89F5C6-9D84-AACF-4944-F88315BF6E13}"/>
                  </a:ext>
                </a:extLst>
              </p:cNvPr>
              <p:cNvSpPr txBox="1"/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B89F5C6-9D84-AACF-4944-F88315BF6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48F4BD39-E796-EDC1-ADEA-B978E7D1A47C}"/>
                  </a:ext>
                </a:extLst>
              </p:cNvPr>
              <p:cNvSpPr txBox="1"/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48F4BD39-E796-EDC1-ADEA-B978E7D1A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blipFill>
                <a:blip r:embed="rId11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B5F48B7C-C2D1-6943-5D74-230113832972}"/>
                  </a:ext>
                </a:extLst>
              </p:cNvPr>
              <p:cNvSpPr txBox="1"/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30º</m:t>
                      </m:r>
                    </m:oMath>
                  </m:oMathPara>
                </a14:m>
                <a:endParaRPr lang="es-E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B5F48B7C-C2D1-6943-5D74-23011383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blipFill>
                <a:blip r:embed="rId12"/>
                <a:stretch>
                  <a:fillRect l="-27273" r="-38636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80F6341E-C275-4BC0-6169-4CB382A25F1B}"/>
              </a:ext>
            </a:extLst>
          </p:cNvPr>
          <p:cNvSpPr>
            <a:spLocks/>
          </p:cNvSpPr>
          <p:nvPr/>
        </p:nvSpPr>
        <p:spPr>
          <a:xfrm rot="5400000" flipV="1">
            <a:off x="9548101" y="3523275"/>
            <a:ext cx="1193472" cy="577637"/>
          </a:xfrm>
          <a:prstGeom prst="triangle">
            <a:avLst>
              <a:gd name="adj" fmla="val 10000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48149584-B1BD-02CC-3CC8-41FFB33B323A}"/>
              </a:ext>
            </a:extLst>
          </p:cNvPr>
          <p:cNvSpPr/>
          <p:nvPr/>
        </p:nvSpPr>
        <p:spPr>
          <a:xfrm>
            <a:off x="9695365" y="4258504"/>
            <a:ext cx="298274" cy="298274"/>
          </a:xfrm>
          <a:prstGeom prst="arc">
            <a:avLst>
              <a:gd name="adj1" fmla="val 17906030"/>
              <a:gd name="adj2" fmla="val 10539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FBF42A6C-1A82-BAF2-0DC7-A802BFA158C1}"/>
              </a:ext>
            </a:extLst>
          </p:cNvPr>
          <p:cNvCxnSpPr>
            <a:cxnSpLocks/>
          </p:cNvCxnSpPr>
          <p:nvPr/>
        </p:nvCxnSpPr>
        <p:spPr>
          <a:xfrm>
            <a:off x="981471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6EAA81DE-8340-5573-6047-8334D9139B74}"/>
              </a:ext>
            </a:extLst>
          </p:cNvPr>
          <p:cNvCxnSpPr>
            <a:cxnSpLocks/>
          </p:cNvCxnSpPr>
          <p:nvPr/>
        </p:nvCxnSpPr>
        <p:spPr>
          <a:xfrm>
            <a:off x="984450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8160149-3AED-888B-6A31-5E40557E96A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077A697-D2DD-15AC-CD55-F42996439359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DBFD8BAD-CFD4-544C-623B-22337248CC6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F67CF84-ADAE-C32F-FDE6-FDEFEA2670C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CAF4B081-61AB-BE6F-87EA-A6ECF48A56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F3680FF4-F172-CD55-A3E2-E649857433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25EF8A5-E6B3-B356-67A3-5B4E918AD55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76C7415D-2119-156B-78C4-36164A132FD0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C4C5ED89-F743-42A8-9880-1255CCFA8FFE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F5ECA4D-1C67-3453-C58F-4D54F31ED417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B0FA778B-298F-F26A-9305-3C279A3265D1}"/>
              </a:ext>
            </a:extLst>
          </p:cNvPr>
          <p:cNvSpPr/>
          <p:nvPr/>
        </p:nvSpPr>
        <p:spPr>
          <a:xfrm>
            <a:off x="850658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818C91A7-1842-A643-A7F2-904BD3CBEF44}"/>
                  </a:ext>
                </a:extLst>
              </p:cNvPr>
              <p:cNvSpPr txBox="1"/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818C91A7-1842-A643-A7F2-904BD3CBE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blipFill>
                <a:blip r:embed="rId17"/>
                <a:stretch>
                  <a:fillRect l="-25926" r="-2592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A4A9295-FD97-2DB8-B457-B07D68DD7F17}"/>
                  </a:ext>
                </a:extLst>
              </p:cNvPr>
              <p:cNvSpPr txBox="1"/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A4A9295-FD97-2DB8-B457-B07D68DD7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blipFill>
                <a:blip r:embed="rId18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29DD4010-51F4-506E-1F22-AA4317671200}"/>
                  </a:ext>
                </a:extLst>
              </p:cNvPr>
              <p:cNvSpPr txBox="1"/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29DD4010-51F4-506E-1F22-AA4317671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blipFill>
                <a:blip r:embed="rId19"/>
                <a:stretch>
                  <a:fillRect l="-3333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C482FF31-C321-A2BB-1CFF-FBD8B57DC3C1}"/>
                  </a:ext>
                </a:extLst>
              </p:cNvPr>
              <p:cNvSpPr txBox="1"/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60º</m:t>
                      </m:r>
                    </m:oMath>
                  </m:oMathPara>
                </a14:m>
                <a:endParaRPr lang="es-E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C482FF31-C321-A2BB-1CFF-FBD8B57DC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blipFill>
                <a:blip r:embed="rId20"/>
                <a:stretch>
                  <a:fillRect l="-27273" r="-38636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8DFFAA2-3FF9-500E-4486-0A54E74AA841}"/>
              </a:ext>
            </a:extLst>
          </p:cNvPr>
          <p:cNvGraphicFramePr>
            <a:graphicFrameLocks noGrp="1"/>
          </p:cNvGraphicFramePr>
          <p:nvPr/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85E5788-45B6-BF07-BEE7-E5A2005B1357}"/>
              </a:ext>
            </a:extLst>
          </p:cNvPr>
          <p:cNvCxnSpPr>
            <a:cxnSpLocks/>
          </p:cNvCxnSpPr>
          <p:nvPr/>
        </p:nvCxnSpPr>
        <p:spPr>
          <a:xfrm>
            <a:off x="797879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801881B-C914-68A0-0E47-CBD980E4762B}"/>
              </a:ext>
            </a:extLst>
          </p:cNvPr>
          <p:cNvCxnSpPr>
            <a:cxnSpLocks/>
          </p:cNvCxnSpPr>
          <p:nvPr/>
        </p:nvCxnSpPr>
        <p:spPr>
          <a:xfrm>
            <a:off x="800858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o 31">
            <a:extLst>
              <a:ext uri="{FF2B5EF4-FFF2-40B4-BE49-F238E27FC236}">
                <a16:creationId xmlns:a16="http://schemas.microsoft.com/office/drawing/2014/main" id="{9B05374A-FB79-B04A-BB3E-86C6C2202156}"/>
              </a:ext>
            </a:extLst>
          </p:cNvPr>
          <p:cNvSpPr/>
          <p:nvPr/>
        </p:nvSpPr>
        <p:spPr>
          <a:xfrm>
            <a:off x="667066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DBAADCE9-6B06-5B97-7702-79F5F56330CA}"/>
              </a:ext>
            </a:extLst>
          </p:cNvPr>
          <p:cNvCxnSpPr>
            <a:cxnSpLocks/>
          </p:cNvCxnSpPr>
          <p:nvPr/>
        </p:nvCxnSpPr>
        <p:spPr>
          <a:xfrm>
            <a:off x="615566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A1E45280-44D7-33E4-49B8-7C7A431AF7FB}"/>
              </a:ext>
            </a:extLst>
          </p:cNvPr>
          <p:cNvCxnSpPr>
            <a:cxnSpLocks/>
          </p:cNvCxnSpPr>
          <p:nvPr/>
        </p:nvCxnSpPr>
        <p:spPr>
          <a:xfrm>
            <a:off x="618545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rco 50">
            <a:extLst>
              <a:ext uri="{FF2B5EF4-FFF2-40B4-BE49-F238E27FC236}">
                <a16:creationId xmlns:a16="http://schemas.microsoft.com/office/drawing/2014/main" id="{1F91A44B-D362-7B32-B7E4-E85BABC2F187}"/>
              </a:ext>
            </a:extLst>
          </p:cNvPr>
          <p:cNvSpPr/>
          <p:nvPr/>
        </p:nvSpPr>
        <p:spPr>
          <a:xfrm>
            <a:off x="484753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8B9DB0A4-5FA2-277E-A1D0-E06479B79F78}"/>
              </a:ext>
            </a:extLst>
          </p:cNvPr>
          <p:cNvCxnSpPr>
            <a:endCxn id="58" idx="3"/>
          </p:cNvCxnSpPr>
          <p:nvPr/>
        </p:nvCxnSpPr>
        <p:spPr>
          <a:xfrm>
            <a:off x="7391855" y="3827887"/>
            <a:ext cx="0" cy="5776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95A353C-450E-1BC0-0761-DB77F4684330}"/>
              </a:ext>
            </a:extLst>
          </p:cNvPr>
          <p:cNvCxnSpPr>
            <a:cxnSpLocks/>
          </p:cNvCxnSpPr>
          <p:nvPr/>
        </p:nvCxnSpPr>
        <p:spPr>
          <a:xfrm>
            <a:off x="8953957" y="3469892"/>
            <a:ext cx="0" cy="9356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7173621-3B35-A952-4AA3-A9D8E85A673E}"/>
              </a:ext>
            </a:extLst>
          </p:cNvPr>
          <p:cNvCxnSpPr>
            <a:cxnSpLocks/>
          </p:cNvCxnSpPr>
          <p:nvPr/>
        </p:nvCxnSpPr>
        <p:spPr>
          <a:xfrm>
            <a:off x="10433656" y="3215357"/>
            <a:ext cx="0" cy="11901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63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E46F-6C29-5240-370A-4675A0BE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943040E-83E5-58EE-95C3-9616DBC5D419}"/>
                  </a:ext>
                </a:extLst>
              </p:cNvPr>
              <p:cNvSpPr txBox="1"/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943040E-83E5-58EE-95C3-9616DBC5D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CE4B08B-0781-DCC9-295D-F3807D7A83C3}"/>
                  </a:ext>
                </a:extLst>
              </p:cNvPr>
              <p:cNvSpPr txBox="1"/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CE4B08B-0781-DCC9-295D-F3807D7A8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2105657-33C3-92BC-82DC-9B3E9FA7277F}"/>
                  </a:ext>
                </a:extLst>
              </p:cNvPr>
              <p:cNvSpPr txBox="1"/>
              <p:nvPr/>
            </p:nvSpPr>
            <p:spPr>
              <a:xfrm>
                <a:off x="4255607" y="4063228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2105657-33C3-92BC-82DC-9B3E9FA72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4063228"/>
                <a:ext cx="343940" cy="5818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 17">
            <a:extLst>
              <a:ext uri="{FF2B5EF4-FFF2-40B4-BE49-F238E27FC236}">
                <a16:creationId xmlns:a16="http://schemas.microsoft.com/office/drawing/2014/main" id="{77EF15FC-F283-42A5-A906-2B61348344A6}"/>
              </a:ext>
            </a:extLst>
          </p:cNvPr>
          <p:cNvSpPr/>
          <p:nvPr/>
        </p:nvSpPr>
        <p:spPr>
          <a:xfrm>
            <a:off x="1943100" y="4062779"/>
            <a:ext cx="2746009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E801F00-630C-7906-65DD-C62486745CD4}"/>
              </a:ext>
            </a:extLst>
          </p:cNvPr>
          <p:cNvSpPr/>
          <p:nvPr/>
        </p:nvSpPr>
        <p:spPr>
          <a:xfrm>
            <a:off x="3011614" y="4062779"/>
            <a:ext cx="1829895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D1D7F4DC-2FBE-CD9F-33E0-74E07AE23B65}"/>
              </a:ext>
            </a:extLst>
          </p:cNvPr>
          <p:cNvSpPr>
            <a:spLocks/>
          </p:cNvSpPr>
          <p:nvPr/>
        </p:nvSpPr>
        <p:spPr>
          <a:xfrm>
            <a:off x="8013902" y="3469892"/>
            <a:ext cx="939600" cy="939600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Arco 67">
            <a:extLst>
              <a:ext uri="{FF2B5EF4-FFF2-40B4-BE49-F238E27FC236}">
                <a16:creationId xmlns:a16="http://schemas.microsoft.com/office/drawing/2014/main" id="{CBC39688-9E5D-5BFE-637F-6707167C6DA1}"/>
              </a:ext>
            </a:extLst>
          </p:cNvPr>
          <p:cNvSpPr/>
          <p:nvPr/>
        </p:nvSpPr>
        <p:spPr>
          <a:xfrm>
            <a:off x="7868734" y="4254005"/>
            <a:ext cx="298274" cy="298274"/>
          </a:xfrm>
          <a:prstGeom prst="arc">
            <a:avLst>
              <a:gd name="adj1" fmla="val 18881801"/>
              <a:gd name="adj2" fmla="val 105390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541C8D46-99D0-F807-600A-AA547C9F82C0}"/>
                  </a:ext>
                </a:extLst>
              </p:cNvPr>
              <p:cNvSpPr txBox="1"/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541C8D46-99D0-F807-600A-AA547C9F8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blipFill>
                <a:blip r:embed="rId5"/>
                <a:stretch>
                  <a:fillRect l="-25000" r="-21429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5D58852-93C9-C67C-89BD-9618F834983B}"/>
                  </a:ext>
                </a:extLst>
              </p:cNvPr>
              <p:cNvSpPr txBox="1"/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5D58852-93C9-C67C-89BD-9618F8349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blipFill>
                <a:blip r:embed="rId6"/>
                <a:stretch>
                  <a:fillRect l="-2564"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AA5691B0-9327-59FF-118B-29CC154BB082}"/>
                  </a:ext>
                </a:extLst>
              </p:cNvPr>
              <p:cNvSpPr txBox="1"/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AA5691B0-9327-59FF-118B-29CC154BB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144E30FA-5B60-A7B3-9492-537E4BECA0B5}"/>
                  </a:ext>
                </a:extLst>
              </p:cNvPr>
              <p:cNvSpPr txBox="1"/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45º</m:t>
                      </m:r>
                    </m:oMath>
                  </m:oMathPara>
                </a14:m>
                <a:endParaRPr lang="es-E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144E30FA-5B60-A7B3-9492-537E4BECA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blipFill>
                <a:blip r:embed="rId8"/>
                <a:stretch>
                  <a:fillRect l="-26667" r="-37778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riángulo isósceles 57">
            <a:extLst>
              <a:ext uri="{FF2B5EF4-FFF2-40B4-BE49-F238E27FC236}">
                <a16:creationId xmlns:a16="http://schemas.microsoft.com/office/drawing/2014/main" id="{558AD442-F73C-D611-B6F1-14140A1AF938}"/>
              </a:ext>
            </a:extLst>
          </p:cNvPr>
          <p:cNvSpPr>
            <a:spLocks/>
          </p:cNvSpPr>
          <p:nvPr/>
        </p:nvSpPr>
        <p:spPr>
          <a:xfrm>
            <a:off x="6188924" y="3827887"/>
            <a:ext cx="1202931" cy="577637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co 58">
            <a:extLst>
              <a:ext uri="{FF2B5EF4-FFF2-40B4-BE49-F238E27FC236}">
                <a16:creationId xmlns:a16="http://schemas.microsoft.com/office/drawing/2014/main" id="{D891F70A-A538-F679-41D7-05272E6C8BAA}"/>
              </a:ext>
            </a:extLst>
          </p:cNvPr>
          <p:cNvSpPr/>
          <p:nvPr/>
        </p:nvSpPr>
        <p:spPr>
          <a:xfrm>
            <a:off x="6037407" y="4256388"/>
            <a:ext cx="298274" cy="298274"/>
          </a:xfrm>
          <a:prstGeom prst="arc">
            <a:avLst>
              <a:gd name="adj1" fmla="val 20144127"/>
              <a:gd name="adj2" fmla="val 105390"/>
            </a:avLst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01EB6D83-62FB-356C-6C9D-8C7C5221453E}"/>
                  </a:ext>
                </a:extLst>
              </p:cNvPr>
              <p:cNvSpPr txBox="1"/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01EB6D83-62FB-356C-6C9D-8C7C52214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blipFill>
                <a:blip r:embed="rId9"/>
                <a:stretch>
                  <a:fillRect l="-21429" r="-25000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294D4CC1-1D6E-529C-A389-B435067A56C5}"/>
                  </a:ext>
                </a:extLst>
              </p:cNvPr>
              <p:cNvSpPr txBox="1"/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294D4CC1-1D6E-529C-A389-B435067A5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513DEF08-9682-A010-3C8A-84E751908749}"/>
                  </a:ext>
                </a:extLst>
              </p:cNvPr>
              <p:cNvSpPr txBox="1"/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513DEF08-9682-A010-3C8A-84E751908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blipFill>
                <a:blip r:embed="rId11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429BE331-C792-4EE5-1702-599C88A09B3A}"/>
                  </a:ext>
                </a:extLst>
              </p:cNvPr>
              <p:cNvSpPr txBox="1"/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30º</m:t>
                      </m:r>
                    </m:oMath>
                  </m:oMathPara>
                </a14:m>
                <a:endParaRPr lang="es-E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429BE331-C792-4EE5-1702-599C88A09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blipFill>
                <a:blip r:embed="rId12"/>
                <a:stretch>
                  <a:fillRect l="-27273" r="-38636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DAE1BDBC-774C-CBAA-EDAA-A79868291F42}"/>
              </a:ext>
            </a:extLst>
          </p:cNvPr>
          <p:cNvSpPr>
            <a:spLocks/>
          </p:cNvSpPr>
          <p:nvPr/>
        </p:nvSpPr>
        <p:spPr>
          <a:xfrm rot="5400000" flipV="1">
            <a:off x="9548101" y="3523275"/>
            <a:ext cx="1193472" cy="577637"/>
          </a:xfrm>
          <a:prstGeom prst="triangle">
            <a:avLst>
              <a:gd name="adj" fmla="val 10000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F92DB66E-2809-6B8D-39DF-3DE61F238C2F}"/>
              </a:ext>
            </a:extLst>
          </p:cNvPr>
          <p:cNvSpPr/>
          <p:nvPr/>
        </p:nvSpPr>
        <p:spPr>
          <a:xfrm>
            <a:off x="9695365" y="4258504"/>
            <a:ext cx="298274" cy="298274"/>
          </a:xfrm>
          <a:prstGeom prst="arc">
            <a:avLst>
              <a:gd name="adj1" fmla="val 17906030"/>
              <a:gd name="adj2" fmla="val 10539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C37A0BAB-2229-F829-3C47-91E576212317}"/>
              </a:ext>
            </a:extLst>
          </p:cNvPr>
          <p:cNvCxnSpPr>
            <a:cxnSpLocks/>
          </p:cNvCxnSpPr>
          <p:nvPr/>
        </p:nvCxnSpPr>
        <p:spPr>
          <a:xfrm>
            <a:off x="981471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8CF010B-EB5C-4BEA-5940-01E44A812826}"/>
              </a:ext>
            </a:extLst>
          </p:cNvPr>
          <p:cNvCxnSpPr>
            <a:cxnSpLocks/>
          </p:cNvCxnSpPr>
          <p:nvPr/>
        </p:nvCxnSpPr>
        <p:spPr>
          <a:xfrm>
            <a:off x="984450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75D186C5-E223-2E99-DE6C-19357C06372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A7698D1-A86B-B2F9-EA3F-DE6B7038205B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92F047A4-636E-32E2-F020-774B636C9C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51A7259-A4FD-8D26-9135-0DD0F89C8B5B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49AA313-4BE2-7D58-0134-71DEFF0DC7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2A75645-3CB8-A3A9-2161-74CE2DC8AE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FA36605A-9C06-4B7C-18CD-53040BAAD2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6F4D3EA5-9375-D222-E0E2-083BB866370D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1CE41D-A2D9-C34C-B537-86D6EB49289A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905222B-A22C-5D3D-4D16-BABAF240986A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17B1070A-211E-699E-B32D-AB2AF5C6A711}"/>
              </a:ext>
            </a:extLst>
          </p:cNvPr>
          <p:cNvSpPr/>
          <p:nvPr/>
        </p:nvSpPr>
        <p:spPr>
          <a:xfrm>
            <a:off x="850658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7FDB066-E9CC-0614-DBE9-8A4E7E56BC76}"/>
                  </a:ext>
                </a:extLst>
              </p:cNvPr>
              <p:cNvSpPr txBox="1"/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7FDB066-E9CC-0614-DBE9-8A4E7E56B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blipFill>
                <a:blip r:embed="rId17"/>
                <a:stretch>
                  <a:fillRect l="-25926" r="-2592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3DAB8CE2-F0A3-ACD3-E46B-C95083E9D859}"/>
                  </a:ext>
                </a:extLst>
              </p:cNvPr>
              <p:cNvSpPr txBox="1"/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3DAB8CE2-F0A3-ACD3-E46B-C95083E9D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blipFill>
                <a:blip r:embed="rId18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9265664E-DB65-90EC-56C3-642E5F9BC283}"/>
                  </a:ext>
                </a:extLst>
              </p:cNvPr>
              <p:cNvSpPr txBox="1"/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9265664E-DB65-90EC-56C3-642E5F9BC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blipFill>
                <a:blip r:embed="rId19"/>
                <a:stretch>
                  <a:fillRect l="-3333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29D3C448-CC99-1FEB-7588-80070591AA73}"/>
                  </a:ext>
                </a:extLst>
              </p:cNvPr>
              <p:cNvSpPr txBox="1"/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60º</m:t>
                      </m:r>
                    </m:oMath>
                  </m:oMathPara>
                </a14:m>
                <a:endParaRPr lang="es-E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29D3C448-CC99-1FEB-7588-80070591A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blipFill>
                <a:blip r:embed="rId20"/>
                <a:stretch>
                  <a:fillRect l="-27273" r="-38636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9A81BCED-C108-AF6D-41F7-30BF86C2D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153673"/>
              </p:ext>
            </p:extLst>
          </p:nvPr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296E1059-6166-86FD-3538-DD70D323FC28}"/>
              </a:ext>
            </a:extLst>
          </p:cNvPr>
          <p:cNvCxnSpPr>
            <a:cxnSpLocks/>
          </p:cNvCxnSpPr>
          <p:nvPr/>
        </p:nvCxnSpPr>
        <p:spPr>
          <a:xfrm>
            <a:off x="797879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15DF05F-B90A-25E8-84FD-A52656B4B52D}"/>
              </a:ext>
            </a:extLst>
          </p:cNvPr>
          <p:cNvCxnSpPr>
            <a:cxnSpLocks/>
          </p:cNvCxnSpPr>
          <p:nvPr/>
        </p:nvCxnSpPr>
        <p:spPr>
          <a:xfrm>
            <a:off x="800858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o 31">
            <a:extLst>
              <a:ext uri="{FF2B5EF4-FFF2-40B4-BE49-F238E27FC236}">
                <a16:creationId xmlns:a16="http://schemas.microsoft.com/office/drawing/2014/main" id="{EEF49E68-6865-6DEF-4459-834AFD4C4FC9}"/>
              </a:ext>
            </a:extLst>
          </p:cNvPr>
          <p:cNvSpPr/>
          <p:nvPr/>
        </p:nvSpPr>
        <p:spPr>
          <a:xfrm>
            <a:off x="667066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FEED7D8-05EB-4BD8-013E-0D0813D1AB91}"/>
              </a:ext>
            </a:extLst>
          </p:cNvPr>
          <p:cNvCxnSpPr>
            <a:cxnSpLocks/>
          </p:cNvCxnSpPr>
          <p:nvPr/>
        </p:nvCxnSpPr>
        <p:spPr>
          <a:xfrm>
            <a:off x="615566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74C48C26-927F-93E6-44AF-F5F736EE3916}"/>
              </a:ext>
            </a:extLst>
          </p:cNvPr>
          <p:cNvCxnSpPr>
            <a:cxnSpLocks/>
          </p:cNvCxnSpPr>
          <p:nvPr/>
        </p:nvCxnSpPr>
        <p:spPr>
          <a:xfrm>
            <a:off x="618545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rco 50">
            <a:extLst>
              <a:ext uri="{FF2B5EF4-FFF2-40B4-BE49-F238E27FC236}">
                <a16:creationId xmlns:a16="http://schemas.microsoft.com/office/drawing/2014/main" id="{DAF480B6-5A27-47C4-DE18-C041ABE0F4D3}"/>
              </a:ext>
            </a:extLst>
          </p:cNvPr>
          <p:cNvSpPr/>
          <p:nvPr/>
        </p:nvSpPr>
        <p:spPr>
          <a:xfrm>
            <a:off x="484753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94D76927-78E3-B75B-0F3B-874E288F74BC}"/>
              </a:ext>
            </a:extLst>
          </p:cNvPr>
          <p:cNvCxnSpPr>
            <a:cxnSpLocks/>
            <a:stCxn id="58" idx="2"/>
            <a:endCxn id="58" idx="3"/>
          </p:cNvCxnSpPr>
          <p:nvPr/>
        </p:nvCxnSpPr>
        <p:spPr>
          <a:xfrm>
            <a:off x="6188924" y="4405524"/>
            <a:ext cx="120293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3AF622F-4497-D994-63F7-2A4EA25EC565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3AF622F-4497-D994-63F7-2A4EA25EC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B9548C-6E53-0D0C-D52F-7979C39709E5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8B9548C-6E53-0D0C-D52F-7979C3970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C7EAB90-5E2D-14E2-8094-4BF7CC82120A}"/>
                  </a:ext>
                </a:extLst>
              </p:cNvPr>
              <p:cNvSpPr txBox="1"/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C7EAB90-5E2D-14E2-8094-4BF7CC821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41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F7BB0-36DF-4D01-0153-6E03298FB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64C3087A-459F-ABB8-D4F1-2C3BE5BBBA95}"/>
                  </a:ext>
                </a:extLst>
              </p:cNvPr>
              <p:cNvSpPr txBox="1"/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64C3087A-459F-ABB8-D4F1-2C3BE5BBB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BA452D4-B4CA-C950-DECB-3F5F41DB3E73}"/>
                  </a:ext>
                </a:extLst>
              </p:cNvPr>
              <p:cNvSpPr txBox="1"/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BA452D4-B4CA-C950-DECB-3F5F41DB3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2C974C3-BBEA-1245-5042-E490C63AD963}"/>
                  </a:ext>
                </a:extLst>
              </p:cNvPr>
              <p:cNvSpPr txBox="1"/>
              <p:nvPr/>
            </p:nvSpPr>
            <p:spPr>
              <a:xfrm>
                <a:off x="4255607" y="4063228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2C974C3-BBEA-1245-5042-E490C63AD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4063228"/>
                <a:ext cx="343940" cy="5818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 17">
            <a:extLst>
              <a:ext uri="{FF2B5EF4-FFF2-40B4-BE49-F238E27FC236}">
                <a16:creationId xmlns:a16="http://schemas.microsoft.com/office/drawing/2014/main" id="{0B2E2F9F-93D8-1F71-514A-FF6261EF0662}"/>
              </a:ext>
            </a:extLst>
          </p:cNvPr>
          <p:cNvSpPr/>
          <p:nvPr/>
        </p:nvSpPr>
        <p:spPr>
          <a:xfrm>
            <a:off x="2915077" y="4062779"/>
            <a:ext cx="1774032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B11A8D2-E63E-1214-6BE9-826B159B9F60}"/>
              </a:ext>
            </a:extLst>
          </p:cNvPr>
          <p:cNvSpPr/>
          <p:nvPr/>
        </p:nvSpPr>
        <p:spPr>
          <a:xfrm>
            <a:off x="4060108" y="4062779"/>
            <a:ext cx="781401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79B747B9-3E18-D6F8-4307-079EA16CEC76}"/>
              </a:ext>
            </a:extLst>
          </p:cNvPr>
          <p:cNvSpPr>
            <a:spLocks/>
          </p:cNvSpPr>
          <p:nvPr/>
        </p:nvSpPr>
        <p:spPr>
          <a:xfrm>
            <a:off x="8013902" y="3469892"/>
            <a:ext cx="939600" cy="939600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Arco 67">
            <a:extLst>
              <a:ext uri="{FF2B5EF4-FFF2-40B4-BE49-F238E27FC236}">
                <a16:creationId xmlns:a16="http://schemas.microsoft.com/office/drawing/2014/main" id="{CC70A821-9AF8-41AD-70CE-D2328AFBEC61}"/>
              </a:ext>
            </a:extLst>
          </p:cNvPr>
          <p:cNvSpPr/>
          <p:nvPr/>
        </p:nvSpPr>
        <p:spPr>
          <a:xfrm>
            <a:off x="7868734" y="4254005"/>
            <a:ext cx="298274" cy="298274"/>
          </a:xfrm>
          <a:prstGeom prst="arc">
            <a:avLst>
              <a:gd name="adj1" fmla="val 18881801"/>
              <a:gd name="adj2" fmla="val 105390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7247830A-782F-0FD0-69E4-2B6C94BCB1CF}"/>
                  </a:ext>
                </a:extLst>
              </p:cNvPr>
              <p:cNvSpPr txBox="1"/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7247830A-782F-0FD0-69E4-2B6C94BCB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blipFill>
                <a:blip r:embed="rId5"/>
                <a:stretch>
                  <a:fillRect l="-25000" r="-21429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1A5A849-E88D-3995-38CB-69D722C9BD6C}"/>
                  </a:ext>
                </a:extLst>
              </p:cNvPr>
              <p:cNvSpPr txBox="1"/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81A5A849-E88D-3995-38CB-69D722C9B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blipFill>
                <a:blip r:embed="rId6"/>
                <a:stretch>
                  <a:fillRect l="-2564"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434D5A0B-23C3-9715-54C6-847157A97CA6}"/>
                  </a:ext>
                </a:extLst>
              </p:cNvPr>
              <p:cNvSpPr txBox="1"/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434D5A0B-23C3-9715-54C6-847157A9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496BAB33-0C14-0843-D8CD-54FC5DE07AAB}"/>
                  </a:ext>
                </a:extLst>
              </p:cNvPr>
              <p:cNvSpPr txBox="1"/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45º</m:t>
                      </m:r>
                    </m:oMath>
                  </m:oMathPara>
                </a14:m>
                <a:endParaRPr lang="es-E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496BAB33-0C14-0843-D8CD-54FC5DE07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blipFill>
                <a:blip r:embed="rId8"/>
                <a:stretch>
                  <a:fillRect l="-26667" r="-37778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riángulo isósceles 57">
            <a:extLst>
              <a:ext uri="{FF2B5EF4-FFF2-40B4-BE49-F238E27FC236}">
                <a16:creationId xmlns:a16="http://schemas.microsoft.com/office/drawing/2014/main" id="{B5115071-6D6D-7EF9-846E-E4C908544711}"/>
              </a:ext>
            </a:extLst>
          </p:cNvPr>
          <p:cNvSpPr>
            <a:spLocks/>
          </p:cNvSpPr>
          <p:nvPr/>
        </p:nvSpPr>
        <p:spPr>
          <a:xfrm>
            <a:off x="6188924" y="3827887"/>
            <a:ext cx="1202931" cy="577637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co 58">
            <a:extLst>
              <a:ext uri="{FF2B5EF4-FFF2-40B4-BE49-F238E27FC236}">
                <a16:creationId xmlns:a16="http://schemas.microsoft.com/office/drawing/2014/main" id="{F11E818E-C273-0ACD-8826-10A7E540F493}"/>
              </a:ext>
            </a:extLst>
          </p:cNvPr>
          <p:cNvSpPr/>
          <p:nvPr/>
        </p:nvSpPr>
        <p:spPr>
          <a:xfrm>
            <a:off x="6037407" y="4256388"/>
            <a:ext cx="298274" cy="298274"/>
          </a:xfrm>
          <a:prstGeom prst="arc">
            <a:avLst>
              <a:gd name="adj1" fmla="val 20144127"/>
              <a:gd name="adj2" fmla="val 105390"/>
            </a:avLst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1A10DB08-5B71-1376-ADF5-CFBC14BB5645}"/>
                  </a:ext>
                </a:extLst>
              </p:cNvPr>
              <p:cNvSpPr txBox="1"/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1A10DB08-5B71-1376-ADF5-CFBC14BB5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blipFill>
                <a:blip r:embed="rId9"/>
                <a:stretch>
                  <a:fillRect l="-21429" r="-25000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DB208B80-E046-F699-F12A-D3E5CCFE3B07}"/>
                  </a:ext>
                </a:extLst>
              </p:cNvPr>
              <p:cNvSpPr txBox="1"/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DB208B80-E046-F699-F12A-D3E5CCFE3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2E4E5EB1-9F94-8EBD-B0D5-FAFDB2DA36D3}"/>
                  </a:ext>
                </a:extLst>
              </p:cNvPr>
              <p:cNvSpPr txBox="1"/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2E4E5EB1-9F94-8EBD-B0D5-FAFDB2DA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blipFill>
                <a:blip r:embed="rId11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547921BA-EFB4-6670-F019-DFBA04383FB7}"/>
                  </a:ext>
                </a:extLst>
              </p:cNvPr>
              <p:cNvSpPr txBox="1"/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30º</m:t>
                      </m:r>
                    </m:oMath>
                  </m:oMathPara>
                </a14:m>
                <a:endParaRPr lang="es-E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547921BA-EFB4-6670-F019-DFBA04383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blipFill>
                <a:blip r:embed="rId12"/>
                <a:stretch>
                  <a:fillRect l="-27273" r="-38636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7906C40A-9DB2-6354-D336-CC2CB4547A3F}"/>
              </a:ext>
            </a:extLst>
          </p:cNvPr>
          <p:cNvSpPr>
            <a:spLocks/>
          </p:cNvSpPr>
          <p:nvPr/>
        </p:nvSpPr>
        <p:spPr>
          <a:xfrm rot="5400000" flipV="1">
            <a:off x="9548101" y="3523275"/>
            <a:ext cx="1193472" cy="577637"/>
          </a:xfrm>
          <a:prstGeom prst="triangle">
            <a:avLst>
              <a:gd name="adj" fmla="val 10000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EA733081-0936-3B29-B8F2-316AD285292A}"/>
              </a:ext>
            </a:extLst>
          </p:cNvPr>
          <p:cNvSpPr/>
          <p:nvPr/>
        </p:nvSpPr>
        <p:spPr>
          <a:xfrm>
            <a:off x="9695365" y="4258504"/>
            <a:ext cx="298274" cy="298274"/>
          </a:xfrm>
          <a:prstGeom prst="arc">
            <a:avLst>
              <a:gd name="adj1" fmla="val 17906030"/>
              <a:gd name="adj2" fmla="val 10539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D98927FE-0C71-1191-844B-D5BB1681BDE9}"/>
              </a:ext>
            </a:extLst>
          </p:cNvPr>
          <p:cNvCxnSpPr>
            <a:cxnSpLocks/>
          </p:cNvCxnSpPr>
          <p:nvPr/>
        </p:nvCxnSpPr>
        <p:spPr>
          <a:xfrm>
            <a:off x="981471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7B37C42-C14C-A9B1-A59C-B72A275DBEF6}"/>
              </a:ext>
            </a:extLst>
          </p:cNvPr>
          <p:cNvCxnSpPr>
            <a:cxnSpLocks/>
          </p:cNvCxnSpPr>
          <p:nvPr/>
        </p:nvCxnSpPr>
        <p:spPr>
          <a:xfrm>
            <a:off x="984450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8C14135A-7109-017D-3A40-1D8E1C2841E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068A8E2-B775-162C-8B38-A0BD4FD5F129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1E9B1FCF-D476-0E93-30C4-49BE6BF327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0A5EE90-5192-0694-02DE-EA3E0119072C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69690E04-F15F-8E6A-A242-3061354D75C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8322A077-5772-1387-3F91-E6645EC0416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399E2046-FA1E-03DB-4F05-E89EB225FCA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EDF48185-282C-C9A0-BF33-CE35F57A05E0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40B6B2B0-D276-005D-8B07-6598836F7FD1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3997B1D-2652-2FA2-D158-05EF0CF4B435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BFFC5E2A-1F57-97DE-F0A4-3489EE9877A1}"/>
              </a:ext>
            </a:extLst>
          </p:cNvPr>
          <p:cNvSpPr/>
          <p:nvPr/>
        </p:nvSpPr>
        <p:spPr>
          <a:xfrm>
            <a:off x="850658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40A64D2D-8336-297E-4022-EE33AD948F4B}"/>
                  </a:ext>
                </a:extLst>
              </p:cNvPr>
              <p:cNvSpPr txBox="1"/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40A64D2D-8336-297E-4022-EE33AD948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blipFill>
                <a:blip r:embed="rId17"/>
                <a:stretch>
                  <a:fillRect l="-25926" r="-2592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0B248A7-C760-8125-E7F1-F2D95B7B05A5}"/>
                  </a:ext>
                </a:extLst>
              </p:cNvPr>
              <p:cNvSpPr txBox="1"/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00B248A7-C760-8125-E7F1-F2D95B7B0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blipFill>
                <a:blip r:embed="rId18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DA3C784A-458C-A15A-4F9A-A90C9C50043A}"/>
                  </a:ext>
                </a:extLst>
              </p:cNvPr>
              <p:cNvSpPr txBox="1"/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DA3C784A-458C-A15A-4F9A-A90C9C500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blipFill>
                <a:blip r:embed="rId19"/>
                <a:stretch>
                  <a:fillRect l="-3333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2A38B9B-875D-87CF-B603-2E4537C1DDD5}"/>
                  </a:ext>
                </a:extLst>
              </p:cNvPr>
              <p:cNvSpPr txBox="1"/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60º</m:t>
                      </m:r>
                    </m:oMath>
                  </m:oMathPara>
                </a14:m>
                <a:endParaRPr lang="es-E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2A38B9B-875D-87CF-B603-2E4537C1D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blipFill>
                <a:blip r:embed="rId20"/>
                <a:stretch>
                  <a:fillRect l="-27273" r="-38636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1B0F419C-EDC1-D12F-9168-757E3D50D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685601"/>
              </p:ext>
            </p:extLst>
          </p:nvPr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012F013C-9BEB-44A7-8B5B-75528CC61D30}"/>
              </a:ext>
            </a:extLst>
          </p:cNvPr>
          <p:cNvCxnSpPr>
            <a:cxnSpLocks/>
          </p:cNvCxnSpPr>
          <p:nvPr/>
        </p:nvCxnSpPr>
        <p:spPr>
          <a:xfrm>
            <a:off x="797879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C4E929F-1BAD-03DB-E612-3A1836C3CE41}"/>
              </a:ext>
            </a:extLst>
          </p:cNvPr>
          <p:cNvCxnSpPr>
            <a:cxnSpLocks/>
          </p:cNvCxnSpPr>
          <p:nvPr/>
        </p:nvCxnSpPr>
        <p:spPr>
          <a:xfrm>
            <a:off x="800858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o 31">
            <a:extLst>
              <a:ext uri="{FF2B5EF4-FFF2-40B4-BE49-F238E27FC236}">
                <a16:creationId xmlns:a16="http://schemas.microsoft.com/office/drawing/2014/main" id="{528AD498-8292-4CCE-DB17-EF3101D09026}"/>
              </a:ext>
            </a:extLst>
          </p:cNvPr>
          <p:cNvSpPr/>
          <p:nvPr/>
        </p:nvSpPr>
        <p:spPr>
          <a:xfrm>
            <a:off x="667066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52DFE460-5590-9EA9-E970-AF9CE87ADDFA}"/>
              </a:ext>
            </a:extLst>
          </p:cNvPr>
          <p:cNvCxnSpPr>
            <a:cxnSpLocks/>
          </p:cNvCxnSpPr>
          <p:nvPr/>
        </p:nvCxnSpPr>
        <p:spPr>
          <a:xfrm>
            <a:off x="615566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ACBC7A76-28C5-C3F2-012D-B3D4DC9C0FCD}"/>
              </a:ext>
            </a:extLst>
          </p:cNvPr>
          <p:cNvCxnSpPr>
            <a:cxnSpLocks/>
          </p:cNvCxnSpPr>
          <p:nvPr/>
        </p:nvCxnSpPr>
        <p:spPr>
          <a:xfrm>
            <a:off x="618545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rco 50">
            <a:extLst>
              <a:ext uri="{FF2B5EF4-FFF2-40B4-BE49-F238E27FC236}">
                <a16:creationId xmlns:a16="http://schemas.microsoft.com/office/drawing/2014/main" id="{C8BB1C2D-B41B-B25D-CEA3-D5CDF0A0B67C}"/>
              </a:ext>
            </a:extLst>
          </p:cNvPr>
          <p:cNvSpPr/>
          <p:nvPr/>
        </p:nvSpPr>
        <p:spPr>
          <a:xfrm>
            <a:off x="484753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3E4003D-708F-3E35-68B8-D54CA267E524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3E4003D-708F-3E35-68B8-D54CA267E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8DFC6B1-1A62-5877-D4AF-9FBD26E5800B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8DFC6B1-1A62-5877-D4AF-9FBD26E58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6E55C9EC-07B8-7126-9192-89D95826A9CD}"/>
              </a:ext>
            </a:extLst>
          </p:cNvPr>
          <p:cNvCxnSpPr>
            <a:cxnSpLocks/>
          </p:cNvCxnSpPr>
          <p:nvPr/>
        </p:nvCxnSpPr>
        <p:spPr>
          <a:xfrm>
            <a:off x="6188924" y="4405524"/>
            <a:ext cx="120293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76DAFB1-E168-DEA1-A15B-0CD7FCF6CA83}"/>
              </a:ext>
            </a:extLst>
          </p:cNvPr>
          <p:cNvCxnSpPr>
            <a:cxnSpLocks/>
          </p:cNvCxnSpPr>
          <p:nvPr/>
        </p:nvCxnSpPr>
        <p:spPr>
          <a:xfrm>
            <a:off x="8008582" y="4404332"/>
            <a:ext cx="9449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81284B2A-A233-3E63-5F4E-73E2CFB23A53}"/>
                  </a:ext>
                </a:extLst>
              </p:cNvPr>
              <p:cNvSpPr txBox="1"/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81284B2A-A233-3E63-5F4E-73E2CFB23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26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C4F2-57D3-611D-AB2B-C66B3CA1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F524C14-CF61-BF6E-3143-0E1ADEDA06FF}"/>
                  </a:ext>
                </a:extLst>
              </p:cNvPr>
              <p:cNvSpPr txBox="1"/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1F524C14-CF61-BF6E-3143-0E1ADEDA0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829921E-AF4B-0370-5291-869AE8F02C90}"/>
                  </a:ext>
                </a:extLst>
              </p:cNvPr>
              <p:cNvSpPr txBox="1"/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829921E-AF4B-0370-5291-869AE8F02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12BDA56-A6FE-7AD0-CC10-14D0F38C3973}"/>
                  </a:ext>
                </a:extLst>
              </p:cNvPr>
              <p:cNvSpPr txBox="1"/>
              <p:nvPr/>
            </p:nvSpPr>
            <p:spPr>
              <a:xfrm>
                <a:off x="4255607" y="4063228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12BDA56-A6FE-7AD0-CC10-14D0F38C3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4063228"/>
                <a:ext cx="343940" cy="5818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ángulo 19">
            <a:extLst>
              <a:ext uri="{FF2B5EF4-FFF2-40B4-BE49-F238E27FC236}">
                <a16:creationId xmlns:a16="http://schemas.microsoft.com/office/drawing/2014/main" id="{0C9E2233-ED90-1E9E-397C-E500455E5D7B}"/>
              </a:ext>
            </a:extLst>
          </p:cNvPr>
          <p:cNvSpPr/>
          <p:nvPr/>
        </p:nvSpPr>
        <p:spPr>
          <a:xfrm>
            <a:off x="4060108" y="4062779"/>
            <a:ext cx="781401" cy="321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riángulo isósceles 66">
            <a:extLst>
              <a:ext uri="{FF2B5EF4-FFF2-40B4-BE49-F238E27FC236}">
                <a16:creationId xmlns:a16="http://schemas.microsoft.com/office/drawing/2014/main" id="{A04CD3BD-702B-9FFD-76E0-ACAB6DA62A97}"/>
              </a:ext>
            </a:extLst>
          </p:cNvPr>
          <p:cNvSpPr>
            <a:spLocks/>
          </p:cNvSpPr>
          <p:nvPr/>
        </p:nvSpPr>
        <p:spPr>
          <a:xfrm>
            <a:off x="8013902" y="3469892"/>
            <a:ext cx="939600" cy="939600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Arco 67">
            <a:extLst>
              <a:ext uri="{FF2B5EF4-FFF2-40B4-BE49-F238E27FC236}">
                <a16:creationId xmlns:a16="http://schemas.microsoft.com/office/drawing/2014/main" id="{A2837CFE-6E53-6327-487D-BAFA8ECB54EF}"/>
              </a:ext>
            </a:extLst>
          </p:cNvPr>
          <p:cNvSpPr/>
          <p:nvPr/>
        </p:nvSpPr>
        <p:spPr>
          <a:xfrm>
            <a:off x="7868734" y="4254005"/>
            <a:ext cx="298274" cy="298274"/>
          </a:xfrm>
          <a:prstGeom prst="arc">
            <a:avLst>
              <a:gd name="adj1" fmla="val 18881801"/>
              <a:gd name="adj2" fmla="val 105390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886AA56-1C7C-8C4C-10D4-7780CA0FB26F}"/>
                  </a:ext>
                </a:extLst>
              </p:cNvPr>
              <p:cNvSpPr txBox="1"/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886AA56-1C7C-8C4C-10D4-7780CA0FB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39" y="3688862"/>
                <a:ext cx="169918" cy="246221"/>
              </a:xfrm>
              <a:prstGeom prst="rect">
                <a:avLst/>
              </a:prstGeom>
              <a:blipFill>
                <a:blip r:embed="rId5"/>
                <a:stretch>
                  <a:fillRect l="-25000" r="-21429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BF39AD96-1640-4DCB-93D7-29866B8EE622}"/>
                  </a:ext>
                </a:extLst>
              </p:cNvPr>
              <p:cNvSpPr txBox="1"/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BF39AD96-1640-4DCB-93D7-29866B8EE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31" y="4428134"/>
                <a:ext cx="241028" cy="392223"/>
              </a:xfrm>
              <a:prstGeom prst="rect">
                <a:avLst/>
              </a:prstGeom>
              <a:blipFill>
                <a:blip r:embed="rId6"/>
                <a:stretch>
                  <a:fillRect l="-2564"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C928C41C-3C0F-24B1-6359-AD2026109A87}"/>
                  </a:ext>
                </a:extLst>
              </p:cNvPr>
              <p:cNvSpPr txBox="1"/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C928C41C-3C0F-24B1-6359-AD2026109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698" y="3873749"/>
                <a:ext cx="241028" cy="392223"/>
              </a:xfrm>
              <a:prstGeom prst="rect">
                <a:avLst/>
              </a:prstGeom>
              <a:blipFill>
                <a:blip r:embed="rId7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BCAC00F0-BA13-69A4-488C-3238E826193E}"/>
                  </a:ext>
                </a:extLst>
              </p:cNvPr>
              <p:cNvSpPr txBox="1"/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45º</m:t>
                      </m:r>
                    </m:oMath>
                  </m:oMathPara>
                </a14:m>
                <a:endParaRPr lang="es-E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BCAC00F0-BA13-69A4-488C-3238E8261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05612" y="4158111"/>
                <a:ext cx="271445" cy="246221"/>
              </a:xfrm>
              <a:prstGeom prst="rect">
                <a:avLst/>
              </a:prstGeom>
              <a:blipFill>
                <a:blip r:embed="rId8"/>
                <a:stretch>
                  <a:fillRect l="-26667" r="-37778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riángulo isósceles 57">
            <a:extLst>
              <a:ext uri="{FF2B5EF4-FFF2-40B4-BE49-F238E27FC236}">
                <a16:creationId xmlns:a16="http://schemas.microsoft.com/office/drawing/2014/main" id="{E98275B5-9397-B1E5-ED9D-D9471F2918BC}"/>
              </a:ext>
            </a:extLst>
          </p:cNvPr>
          <p:cNvSpPr>
            <a:spLocks/>
          </p:cNvSpPr>
          <p:nvPr/>
        </p:nvSpPr>
        <p:spPr>
          <a:xfrm>
            <a:off x="6188924" y="3827887"/>
            <a:ext cx="1202931" cy="577637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co 58">
            <a:extLst>
              <a:ext uri="{FF2B5EF4-FFF2-40B4-BE49-F238E27FC236}">
                <a16:creationId xmlns:a16="http://schemas.microsoft.com/office/drawing/2014/main" id="{99956389-0B77-F8F4-009B-568C35BE03A4}"/>
              </a:ext>
            </a:extLst>
          </p:cNvPr>
          <p:cNvSpPr/>
          <p:nvPr/>
        </p:nvSpPr>
        <p:spPr>
          <a:xfrm>
            <a:off x="6037407" y="4256388"/>
            <a:ext cx="298274" cy="298274"/>
          </a:xfrm>
          <a:prstGeom prst="arc">
            <a:avLst>
              <a:gd name="adj1" fmla="val 20144127"/>
              <a:gd name="adj2" fmla="val 105390"/>
            </a:avLst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0970FCC-CC7D-2C22-A467-2D4754735C04}"/>
                  </a:ext>
                </a:extLst>
              </p:cNvPr>
              <p:cNvSpPr txBox="1"/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0970FCC-CC7D-2C22-A467-2D4754735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652" y="3849307"/>
                <a:ext cx="169918" cy="246221"/>
              </a:xfrm>
              <a:prstGeom prst="rect">
                <a:avLst/>
              </a:prstGeom>
              <a:blipFill>
                <a:blip r:embed="rId9"/>
                <a:stretch>
                  <a:fillRect l="-21429" r="-25000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4110426-320A-B8E6-F1E6-26C25E8D1C30}"/>
                  </a:ext>
                </a:extLst>
              </p:cNvPr>
              <p:cNvSpPr txBox="1"/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C4110426-320A-B8E6-F1E6-26C25E8D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04" y="4430517"/>
                <a:ext cx="241028" cy="391582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C1F6E2F7-4019-AC4E-3921-68A74F744F26}"/>
                  </a:ext>
                </a:extLst>
              </p:cNvPr>
              <p:cNvSpPr txBox="1"/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C1F6E2F7-4019-AC4E-3921-68A74F744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55" y="3923720"/>
                <a:ext cx="142668" cy="347659"/>
              </a:xfrm>
              <a:prstGeom prst="rect">
                <a:avLst/>
              </a:prstGeom>
              <a:blipFill>
                <a:blip r:embed="rId11"/>
                <a:stretch>
                  <a:fillRect l="-3478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31606377-CC0F-B749-E6BE-7DA0CCA37174}"/>
                  </a:ext>
                </a:extLst>
              </p:cNvPr>
              <p:cNvSpPr txBox="1"/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30º</m:t>
                      </m:r>
                    </m:oMath>
                  </m:oMathPara>
                </a14:m>
                <a:endParaRPr lang="es-E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31606377-CC0F-B749-E6BE-7DA0CCA37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7930" y="4181913"/>
                <a:ext cx="271445" cy="246221"/>
              </a:xfrm>
              <a:prstGeom prst="rect">
                <a:avLst/>
              </a:prstGeom>
              <a:blipFill>
                <a:blip r:embed="rId12"/>
                <a:stretch>
                  <a:fillRect l="-27273" r="-38636" b="-12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3A5648F8-3935-49D3-02C4-49607A59E565}"/>
              </a:ext>
            </a:extLst>
          </p:cNvPr>
          <p:cNvSpPr>
            <a:spLocks/>
          </p:cNvSpPr>
          <p:nvPr/>
        </p:nvSpPr>
        <p:spPr>
          <a:xfrm rot="5400000" flipV="1">
            <a:off x="9548101" y="3523275"/>
            <a:ext cx="1193472" cy="577637"/>
          </a:xfrm>
          <a:prstGeom prst="triangle">
            <a:avLst>
              <a:gd name="adj" fmla="val 10000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Arco 52">
            <a:extLst>
              <a:ext uri="{FF2B5EF4-FFF2-40B4-BE49-F238E27FC236}">
                <a16:creationId xmlns:a16="http://schemas.microsoft.com/office/drawing/2014/main" id="{452F17AE-5435-8F00-DAD4-8875506A55A3}"/>
              </a:ext>
            </a:extLst>
          </p:cNvPr>
          <p:cNvSpPr/>
          <p:nvPr/>
        </p:nvSpPr>
        <p:spPr>
          <a:xfrm>
            <a:off x="9695365" y="4258504"/>
            <a:ext cx="298274" cy="298274"/>
          </a:xfrm>
          <a:prstGeom prst="arc">
            <a:avLst>
              <a:gd name="adj1" fmla="val 17906030"/>
              <a:gd name="adj2" fmla="val 105390"/>
            </a:avLst>
          </a:prstGeom>
          <a:noFill/>
          <a:ln w="952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0B96D38-DD06-8460-83A5-1F52CD5CACFE}"/>
              </a:ext>
            </a:extLst>
          </p:cNvPr>
          <p:cNvCxnSpPr>
            <a:cxnSpLocks/>
          </p:cNvCxnSpPr>
          <p:nvPr/>
        </p:nvCxnSpPr>
        <p:spPr>
          <a:xfrm>
            <a:off x="981471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0B6D534-5FCC-19D7-8359-090F5777BC5E}"/>
              </a:ext>
            </a:extLst>
          </p:cNvPr>
          <p:cNvCxnSpPr>
            <a:cxnSpLocks/>
          </p:cNvCxnSpPr>
          <p:nvPr/>
        </p:nvCxnSpPr>
        <p:spPr>
          <a:xfrm>
            <a:off x="984450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3E1B6FE-D9F5-27C0-C2EF-8E0026D1FAB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16EA85D-F682-C438-5C72-A1F4A3B52867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37B5A0B4-F224-23D5-CA95-5E3A7182AD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4C83E4F-1ABD-8BB8-B243-6B212B8AB5C3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578DF4E9-F996-99E3-AC68-6AA20CB0E7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B558E844-DFA5-ADD5-C193-CEAD242BBC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2D7C4657-C07B-0E98-3B9F-8F0C8DFCD7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5D101520-CAAD-C8C7-F5F9-8A60A451B2DB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7667A2F0-4138-8B81-B4C2-FCFC572C8058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060B5EB-ECA1-BB1D-964D-A5B3F5982D7C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sp>
        <p:nvSpPr>
          <p:cNvPr id="39" name="Arco 38">
            <a:extLst>
              <a:ext uri="{FF2B5EF4-FFF2-40B4-BE49-F238E27FC236}">
                <a16:creationId xmlns:a16="http://schemas.microsoft.com/office/drawing/2014/main" id="{E1396534-2209-EAA6-FB7C-03CA9E9A15AA}"/>
              </a:ext>
            </a:extLst>
          </p:cNvPr>
          <p:cNvSpPr/>
          <p:nvPr/>
        </p:nvSpPr>
        <p:spPr>
          <a:xfrm>
            <a:off x="850658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0D993FC-1843-65AD-A336-D76ABEBE6F34}"/>
                  </a:ext>
                </a:extLst>
              </p:cNvPr>
              <p:cNvSpPr txBox="1"/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0D993FC-1843-65AD-A336-D76ABEBE6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08" y="3643182"/>
                <a:ext cx="169918" cy="246221"/>
              </a:xfrm>
              <a:prstGeom prst="rect">
                <a:avLst/>
              </a:prstGeom>
              <a:blipFill>
                <a:blip r:embed="rId17"/>
                <a:stretch>
                  <a:fillRect l="-25926" r="-25926" b="-1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8BD4867B-5308-E847-FF5C-4DC3AA885C41}"/>
                  </a:ext>
                </a:extLst>
              </p:cNvPr>
              <p:cNvSpPr txBox="1"/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s-E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8BD4867B-5308-E847-FF5C-4DC3AA885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33" y="3720278"/>
                <a:ext cx="241028" cy="391582"/>
              </a:xfrm>
              <a:prstGeom prst="rect">
                <a:avLst/>
              </a:prstGeom>
              <a:blipFill>
                <a:blip r:embed="rId18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4A20CB1-7C8F-F49F-F83B-FE28621FAF89}"/>
                  </a:ext>
                </a:extLst>
              </p:cNvPr>
              <p:cNvSpPr txBox="1"/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4A20CB1-7C8F-F49F-F83B-FE28621FA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926" y="4443692"/>
                <a:ext cx="142668" cy="347659"/>
              </a:xfrm>
              <a:prstGeom prst="rect">
                <a:avLst/>
              </a:prstGeom>
              <a:blipFill>
                <a:blip r:embed="rId19"/>
                <a:stretch>
                  <a:fillRect l="-33333" b="-1403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849E6FB-671D-CF51-D334-5519BAC878CC}"/>
                  </a:ext>
                </a:extLst>
              </p:cNvPr>
              <p:cNvSpPr txBox="1"/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60º</m:t>
                      </m:r>
                    </m:oMath>
                  </m:oMathPara>
                </a14:m>
                <a:endParaRPr lang="es-E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849E6FB-671D-CF51-D334-5519BAC87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07053" y="4146603"/>
                <a:ext cx="271445" cy="246221"/>
              </a:xfrm>
              <a:prstGeom prst="rect">
                <a:avLst/>
              </a:prstGeom>
              <a:blipFill>
                <a:blip r:embed="rId20"/>
                <a:stretch>
                  <a:fillRect l="-27273" r="-38636" b="-97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246B0F06-C327-ADB1-FA07-CF8499A85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27597"/>
              </p:ext>
            </p:extLst>
          </p:nvPr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D789F692-D2DA-6AEB-0157-E87DEA660A28}"/>
              </a:ext>
            </a:extLst>
          </p:cNvPr>
          <p:cNvCxnSpPr>
            <a:cxnSpLocks/>
          </p:cNvCxnSpPr>
          <p:nvPr/>
        </p:nvCxnSpPr>
        <p:spPr>
          <a:xfrm>
            <a:off x="797879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B38C73B7-8E89-C962-E8CC-6FA126ED5F26}"/>
              </a:ext>
            </a:extLst>
          </p:cNvPr>
          <p:cNvCxnSpPr>
            <a:cxnSpLocks/>
          </p:cNvCxnSpPr>
          <p:nvPr/>
        </p:nvCxnSpPr>
        <p:spPr>
          <a:xfrm>
            <a:off x="800858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o 31">
            <a:extLst>
              <a:ext uri="{FF2B5EF4-FFF2-40B4-BE49-F238E27FC236}">
                <a16:creationId xmlns:a16="http://schemas.microsoft.com/office/drawing/2014/main" id="{DDC4F124-4E54-E126-19FA-4B2BFB58EB06}"/>
              </a:ext>
            </a:extLst>
          </p:cNvPr>
          <p:cNvSpPr/>
          <p:nvPr/>
        </p:nvSpPr>
        <p:spPr>
          <a:xfrm>
            <a:off x="667066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5C2482F4-D2C3-519A-FDE6-CD3C5CB7658B}"/>
              </a:ext>
            </a:extLst>
          </p:cNvPr>
          <p:cNvCxnSpPr>
            <a:cxnSpLocks/>
          </p:cNvCxnSpPr>
          <p:nvPr/>
        </p:nvCxnSpPr>
        <p:spPr>
          <a:xfrm>
            <a:off x="6155669" y="4410022"/>
            <a:ext cx="136770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05188DD0-CA51-0734-46EC-EC197AA477AE}"/>
              </a:ext>
            </a:extLst>
          </p:cNvPr>
          <p:cNvCxnSpPr>
            <a:cxnSpLocks/>
          </p:cNvCxnSpPr>
          <p:nvPr/>
        </p:nvCxnSpPr>
        <p:spPr>
          <a:xfrm>
            <a:off x="6185452" y="3072104"/>
            <a:ext cx="0" cy="137158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rco 50">
            <a:extLst>
              <a:ext uri="{FF2B5EF4-FFF2-40B4-BE49-F238E27FC236}">
                <a16:creationId xmlns:a16="http://schemas.microsoft.com/office/drawing/2014/main" id="{BD5AD485-3E0F-D822-E509-338F01E02482}"/>
              </a:ext>
            </a:extLst>
          </p:cNvPr>
          <p:cNvSpPr/>
          <p:nvPr/>
        </p:nvSpPr>
        <p:spPr>
          <a:xfrm>
            <a:off x="4847534" y="3072104"/>
            <a:ext cx="2675836" cy="2675836"/>
          </a:xfrm>
          <a:prstGeom prst="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004A880-95C7-8E40-3470-950DDE17DC22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004A880-95C7-8E40-3470-950DDE17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FB5EEFF-2DC5-D611-CF21-19CD10DF7F94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FB5EEFF-2DC5-D611-CF21-19CD10DF7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B01003B-2B71-EE17-AC4C-AAA645BB3265}"/>
              </a:ext>
            </a:extLst>
          </p:cNvPr>
          <p:cNvCxnSpPr>
            <a:cxnSpLocks/>
          </p:cNvCxnSpPr>
          <p:nvPr/>
        </p:nvCxnSpPr>
        <p:spPr>
          <a:xfrm>
            <a:off x="6188924" y="4405524"/>
            <a:ext cx="120293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627A70C-D2B5-1A51-B846-CD151F4CA636}"/>
              </a:ext>
            </a:extLst>
          </p:cNvPr>
          <p:cNvCxnSpPr>
            <a:cxnSpLocks/>
          </p:cNvCxnSpPr>
          <p:nvPr/>
        </p:nvCxnSpPr>
        <p:spPr>
          <a:xfrm>
            <a:off x="9844502" y="4404332"/>
            <a:ext cx="58915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98AE08A-0346-80AC-7FBF-F12082B7C506}"/>
              </a:ext>
            </a:extLst>
          </p:cNvPr>
          <p:cNvCxnSpPr>
            <a:cxnSpLocks/>
          </p:cNvCxnSpPr>
          <p:nvPr/>
        </p:nvCxnSpPr>
        <p:spPr>
          <a:xfrm>
            <a:off x="8008582" y="4404332"/>
            <a:ext cx="9449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5FCF5BB8-0350-D3AE-53A5-579DA330A557}"/>
                  </a:ext>
                </a:extLst>
              </p:cNvPr>
              <p:cNvSpPr txBox="1"/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5FCF5BB8-0350-D3AE-53A5-579DA330A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809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92ED8-1A0F-1734-2298-83F7D186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DFFFA08-4406-9411-22E8-25A476FE79A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C2B1F84-76ED-DD1E-50FD-2B41B7D49EEE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511802A3-1BAE-5B92-EDE0-36A0517D1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80B87EB-B2B9-FCAC-D190-5E734ACA30EF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FE443ACB-DDA4-51D7-EBCA-4731BF82D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6CCBC235-4051-2436-7F30-145B62775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5292038F-A013-F0C0-3EA3-C0FF4D1B1D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7E4EA2C1-0A58-7F73-07C2-1685C8F9601D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B8BA18EE-580D-D1C2-5683-BA7BD00271C0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17193B3-15EA-6E6F-8C66-BACE1A675460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947CEFA9-65D3-2EC6-669C-F4CEE76E0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948834"/>
              </p:ext>
            </p:extLst>
          </p:nvPr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grpSp>
        <p:nvGrpSpPr>
          <p:cNvPr id="26" name="Grupo 25">
            <a:extLst>
              <a:ext uri="{FF2B5EF4-FFF2-40B4-BE49-F238E27FC236}">
                <a16:creationId xmlns:a16="http://schemas.microsoft.com/office/drawing/2014/main" id="{6690C1B8-3D0C-0EB9-051B-2CA6145D2304}"/>
              </a:ext>
            </a:extLst>
          </p:cNvPr>
          <p:cNvGrpSpPr/>
          <p:nvPr/>
        </p:nvGrpSpPr>
        <p:grpSpPr>
          <a:xfrm>
            <a:off x="5462875" y="4518426"/>
            <a:ext cx="3170504" cy="3162300"/>
            <a:chOff x="6670664" y="3072104"/>
            <a:chExt cx="2682777" cy="2675836"/>
          </a:xfrm>
        </p:grpSpPr>
        <p:sp>
          <p:nvSpPr>
            <p:cNvPr id="46" name="Triángulo isósceles 45">
              <a:extLst>
                <a:ext uri="{FF2B5EF4-FFF2-40B4-BE49-F238E27FC236}">
                  <a16:creationId xmlns:a16="http://schemas.microsoft.com/office/drawing/2014/main" id="{AAD818F8-AD22-D2C6-AF20-6C92B2C03E6B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7719121" y="3523275"/>
              <a:ext cx="1193472" cy="577637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 w="952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B09F8FAA-8743-83D4-347B-980167925D7E}"/>
                </a:ext>
              </a:extLst>
            </p:cNvPr>
            <p:cNvCxnSpPr>
              <a:cxnSpLocks/>
            </p:cNvCxnSpPr>
            <p:nvPr/>
          </p:nvCxnSpPr>
          <p:spPr>
            <a:xfrm>
              <a:off x="7985740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A93040F9-9E01-483D-E4EC-331F653874DD}"/>
                </a:ext>
              </a:extLst>
            </p:cNvPr>
            <p:cNvCxnSpPr>
              <a:cxnSpLocks/>
            </p:cNvCxnSpPr>
            <p:nvPr/>
          </p:nvCxnSpPr>
          <p:spPr>
            <a:xfrm>
              <a:off x="8015523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riángulo isósceles 66">
              <a:extLst>
                <a:ext uri="{FF2B5EF4-FFF2-40B4-BE49-F238E27FC236}">
                  <a16:creationId xmlns:a16="http://schemas.microsoft.com/office/drawing/2014/main" id="{04DB71EE-9120-6708-704E-82EAA9F733B3}"/>
                </a:ext>
              </a:extLst>
            </p:cNvPr>
            <p:cNvSpPr>
              <a:spLocks/>
            </p:cNvSpPr>
            <p:nvPr/>
          </p:nvSpPr>
          <p:spPr>
            <a:xfrm>
              <a:off x="8016198" y="3469892"/>
              <a:ext cx="939600" cy="939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EF8B6D8A-6A58-9A80-16AA-B3F3C47D5694}"/>
                </a:ext>
              </a:extLst>
            </p:cNvPr>
            <p:cNvCxnSpPr>
              <a:cxnSpLocks/>
            </p:cNvCxnSpPr>
            <p:nvPr/>
          </p:nvCxnSpPr>
          <p:spPr>
            <a:xfrm>
              <a:off x="7981095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3DE4949-E565-520D-C354-B6E334416225}"/>
                </a:ext>
              </a:extLst>
            </p:cNvPr>
            <p:cNvCxnSpPr>
              <a:cxnSpLocks/>
            </p:cNvCxnSpPr>
            <p:nvPr/>
          </p:nvCxnSpPr>
          <p:spPr>
            <a:xfrm>
              <a:off x="8010878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riángulo isósceles 57">
              <a:extLst>
                <a:ext uri="{FF2B5EF4-FFF2-40B4-BE49-F238E27FC236}">
                  <a16:creationId xmlns:a16="http://schemas.microsoft.com/office/drawing/2014/main" id="{A5BDA637-BEA4-EB5A-60F6-81B4D454EE6D}"/>
                </a:ext>
              </a:extLst>
            </p:cNvPr>
            <p:cNvSpPr>
              <a:spLocks/>
            </p:cNvSpPr>
            <p:nvPr/>
          </p:nvSpPr>
          <p:spPr>
            <a:xfrm>
              <a:off x="8018450" y="3827887"/>
              <a:ext cx="1188775" cy="577637"/>
            </a:xfrm>
            <a:prstGeom prst="triangle">
              <a:avLst>
                <a:gd name="adj" fmla="val 100000"/>
              </a:avLst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4C60BADF-848C-4A36-3832-0098B1696C8E}"/>
                </a:ext>
              </a:extLst>
            </p:cNvPr>
            <p:cNvSpPr/>
            <p:nvPr/>
          </p:nvSpPr>
          <p:spPr>
            <a:xfrm>
              <a:off x="6670664" y="3072104"/>
              <a:ext cx="2675836" cy="2675836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1A799E5E-31BE-B984-D0B6-F03A1B6F09D1}"/>
                </a:ext>
              </a:extLst>
            </p:cNvPr>
            <p:cNvCxnSpPr>
              <a:cxnSpLocks/>
            </p:cNvCxnSpPr>
            <p:nvPr/>
          </p:nvCxnSpPr>
          <p:spPr>
            <a:xfrm>
              <a:off x="8014977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8943A509-B47A-341F-6390-B6290BDE0901}"/>
                </a:ext>
              </a:extLst>
            </p:cNvPr>
            <p:cNvCxnSpPr>
              <a:cxnSpLocks/>
            </p:cNvCxnSpPr>
            <p:nvPr/>
          </p:nvCxnSpPr>
          <p:spPr>
            <a:xfrm>
              <a:off x="7985194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F9302998-96E3-4321-31FD-ECDF48B7E2E5}"/>
                  </a:ext>
                </a:extLst>
              </p:cNvPr>
              <p:cNvSpPr txBox="1"/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F9302998-96E3-4321-31FD-ECDF48B7E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AA55F08-2F8C-C40E-C67F-CD890F4A0F8E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AA55F08-2F8C-C40E-C67F-CD890F4A0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8EBEA91-7E65-7D8D-4136-029881B8A12A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8EBEA91-7E65-7D8D-4136-029881B8A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E42FF85-F56C-B882-91E7-6444A349FD14}"/>
                  </a:ext>
                </a:extLst>
              </p:cNvPr>
              <p:cNvSpPr txBox="1"/>
              <p:nvPr/>
            </p:nvSpPr>
            <p:spPr>
              <a:xfrm>
                <a:off x="2025879" y="4742625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E42FF85-F56C-B882-91E7-6444A349F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879" y="4742625"/>
                <a:ext cx="343940" cy="5809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E199606-815D-B625-0A11-307B548BFCB2}"/>
                  </a:ext>
                </a:extLst>
              </p:cNvPr>
              <p:cNvSpPr txBox="1"/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E199606-815D-B625-0A11-307B548BF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04FBB04-8E78-642F-BDBB-547E749D4381}"/>
                  </a:ext>
                </a:extLst>
              </p:cNvPr>
              <p:cNvSpPr txBox="1"/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04FBB04-8E78-642F-BDBB-547E749D4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320474D-1AC5-E20D-2184-DBD685E11902}"/>
                  </a:ext>
                </a:extLst>
              </p:cNvPr>
              <p:cNvSpPr txBox="1"/>
              <p:nvPr/>
            </p:nvSpPr>
            <p:spPr>
              <a:xfrm>
                <a:off x="4328851" y="4091308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A320474D-1AC5-E20D-2184-DBD685E11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851" y="4091308"/>
                <a:ext cx="192360" cy="51860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C2B8AA48-663B-2589-EF1D-7BE7329DF65F}"/>
              </a:ext>
            </a:extLst>
          </p:cNvPr>
          <p:cNvCxnSpPr>
            <a:cxnSpLocks/>
            <a:stCxn id="32" idx="2"/>
          </p:cNvCxnSpPr>
          <p:nvPr/>
        </p:nvCxnSpPr>
        <p:spPr>
          <a:xfrm flipV="1">
            <a:off x="8625176" y="2565918"/>
            <a:ext cx="0" cy="353365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63F3825F-7212-8B72-4B97-2C2285D8B4B2}"/>
              </a:ext>
            </a:extLst>
          </p:cNvPr>
          <p:cNvCxnSpPr>
            <a:cxnSpLocks/>
            <a:stCxn id="58" idx="2"/>
          </p:cNvCxnSpPr>
          <p:nvPr/>
        </p:nvCxnSpPr>
        <p:spPr>
          <a:xfrm flipV="1">
            <a:off x="7055688" y="5349044"/>
            <a:ext cx="1559669" cy="74521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025BAB30-6BCD-C659-8B00-61763F1B2D73}"/>
                  </a:ext>
                </a:extLst>
              </p:cNvPr>
              <p:cNvSpPr txBox="1"/>
              <p:nvPr/>
            </p:nvSpPr>
            <p:spPr>
              <a:xfrm>
                <a:off x="8714670" y="5091161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025BAB30-6BCD-C659-8B00-61763F1B2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670" y="5091161"/>
                <a:ext cx="343940" cy="58092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30F09071-B6FB-2C30-8F9C-A4FBC1549305}"/>
              </a:ext>
            </a:extLst>
          </p:cNvPr>
          <p:cNvCxnSpPr>
            <a:cxnSpLocks/>
          </p:cNvCxnSpPr>
          <p:nvPr/>
        </p:nvCxnSpPr>
        <p:spPr>
          <a:xfrm>
            <a:off x="8632734" y="5349044"/>
            <a:ext cx="0" cy="7452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90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E066D-6F3F-73A1-6F03-99E6F07E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68DEE91-4C50-555E-E8CE-B33CE07A66D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08CCC54-231E-323A-2B0B-825611C84200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CBDC266C-909F-05EF-32C0-3FB34BC2C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790BCA0-83DD-1A65-1376-A84B69B9B127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1333217B-056C-8E88-DCF6-2FF11F430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361F85E-8032-B1F6-2C96-FBD2E53BB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26A82B6C-2E67-2403-0D51-BAD274C657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266C16F7-DE92-B64C-8BED-FA5E46C6F6DE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FCE038E4-E1E4-AAE9-FD90-7F000C515838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67970CC-F717-D9B1-CDA8-73CCE9BCE983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1950DCBC-C893-668F-8CFB-830A548E1517}"/>
              </a:ext>
            </a:extLst>
          </p:cNvPr>
          <p:cNvGraphicFramePr>
            <a:graphicFrameLocks noGrp="1"/>
          </p:cNvGraphicFramePr>
          <p:nvPr/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grpSp>
        <p:nvGrpSpPr>
          <p:cNvPr id="26" name="Grupo 25">
            <a:extLst>
              <a:ext uri="{FF2B5EF4-FFF2-40B4-BE49-F238E27FC236}">
                <a16:creationId xmlns:a16="http://schemas.microsoft.com/office/drawing/2014/main" id="{75C49958-FE2C-D5C1-57CC-BB47B58DAC9B}"/>
              </a:ext>
            </a:extLst>
          </p:cNvPr>
          <p:cNvGrpSpPr/>
          <p:nvPr/>
        </p:nvGrpSpPr>
        <p:grpSpPr>
          <a:xfrm>
            <a:off x="5462875" y="4518426"/>
            <a:ext cx="3170504" cy="3162300"/>
            <a:chOff x="6670664" y="3072104"/>
            <a:chExt cx="2682777" cy="2675836"/>
          </a:xfrm>
        </p:grpSpPr>
        <p:sp>
          <p:nvSpPr>
            <p:cNvPr id="46" name="Triángulo isósceles 45">
              <a:extLst>
                <a:ext uri="{FF2B5EF4-FFF2-40B4-BE49-F238E27FC236}">
                  <a16:creationId xmlns:a16="http://schemas.microsoft.com/office/drawing/2014/main" id="{2B557B74-7D4F-42C3-1974-8494548E0440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7719121" y="3523275"/>
              <a:ext cx="1193472" cy="577637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 w="952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D11E81D-557B-45B5-C0FD-878526608C1C}"/>
                </a:ext>
              </a:extLst>
            </p:cNvPr>
            <p:cNvCxnSpPr>
              <a:cxnSpLocks/>
            </p:cNvCxnSpPr>
            <p:nvPr/>
          </p:nvCxnSpPr>
          <p:spPr>
            <a:xfrm>
              <a:off x="7985740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0F77B5F-E027-DF6C-83F0-878514715B78}"/>
                </a:ext>
              </a:extLst>
            </p:cNvPr>
            <p:cNvCxnSpPr>
              <a:cxnSpLocks/>
            </p:cNvCxnSpPr>
            <p:nvPr/>
          </p:nvCxnSpPr>
          <p:spPr>
            <a:xfrm>
              <a:off x="8015523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riángulo isósceles 66">
              <a:extLst>
                <a:ext uri="{FF2B5EF4-FFF2-40B4-BE49-F238E27FC236}">
                  <a16:creationId xmlns:a16="http://schemas.microsoft.com/office/drawing/2014/main" id="{0DB618A7-E6E9-AF70-F3B2-C5BEC6461A67}"/>
                </a:ext>
              </a:extLst>
            </p:cNvPr>
            <p:cNvSpPr>
              <a:spLocks/>
            </p:cNvSpPr>
            <p:nvPr/>
          </p:nvSpPr>
          <p:spPr>
            <a:xfrm>
              <a:off x="8016198" y="3469892"/>
              <a:ext cx="939600" cy="939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C725530A-AF7A-6955-4BD2-B7DC86A9E383}"/>
                </a:ext>
              </a:extLst>
            </p:cNvPr>
            <p:cNvCxnSpPr>
              <a:cxnSpLocks/>
            </p:cNvCxnSpPr>
            <p:nvPr/>
          </p:nvCxnSpPr>
          <p:spPr>
            <a:xfrm>
              <a:off x="7981095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AB8A470-FDF7-8D70-98FD-D20EB4F845D3}"/>
                </a:ext>
              </a:extLst>
            </p:cNvPr>
            <p:cNvCxnSpPr>
              <a:cxnSpLocks/>
            </p:cNvCxnSpPr>
            <p:nvPr/>
          </p:nvCxnSpPr>
          <p:spPr>
            <a:xfrm>
              <a:off x="8010878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riángulo isósceles 57">
              <a:extLst>
                <a:ext uri="{FF2B5EF4-FFF2-40B4-BE49-F238E27FC236}">
                  <a16:creationId xmlns:a16="http://schemas.microsoft.com/office/drawing/2014/main" id="{4BA44134-9DDD-C951-6F6A-CE44FABE04D1}"/>
                </a:ext>
              </a:extLst>
            </p:cNvPr>
            <p:cNvSpPr>
              <a:spLocks/>
            </p:cNvSpPr>
            <p:nvPr/>
          </p:nvSpPr>
          <p:spPr>
            <a:xfrm>
              <a:off x="8018450" y="3827887"/>
              <a:ext cx="1188775" cy="577637"/>
            </a:xfrm>
            <a:prstGeom prst="triangle">
              <a:avLst>
                <a:gd name="adj" fmla="val 100000"/>
              </a:avLst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5865F475-38D0-D36E-C43B-EC51883271D4}"/>
                </a:ext>
              </a:extLst>
            </p:cNvPr>
            <p:cNvSpPr/>
            <p:nvPr/>
          </p:nvSpPr>
          <p:spPr>
            <a:xfrm>
              <a:off x="6670664" y="3072104"/>
              <a:ext cx="2675836" cy="2675836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768F37FF-D7E9-E69B-E5BC-3F3A9EC6D14F}"/>
                </a:ext>
              </a:extLst>
            </p:cNvPr>
            <p:cNvCxnSpPr>
              <a:cxnSpLocks/>
            </p:cNvCxnSpPr>
            <p:nvPr/>
          </p:nvCxnSpPr>
          <p:spPr>
            <a:xfrm>
              <a:off x="8014977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473BAC9F-7BB3-3A24-8CE3-66E688F4F27F}"/>
                </a:ext>
              </a:extLst>
            </p:cNvPr>
            <p:cNvCxnSpPr>
              <a:cxnSpLocks/>
            </p:cNvCxnSpPr>
            <p:nvPr/>
          </p:nvCxnSpPr>
          <p:spPr>
            <a:xfrm>
              <a:off x="7985194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1E3ACC4-761B-4773-2640-B14D4633DCCF}"/>
                  </a:ext>
                </a:extLst>
              </p:cNvPr>
              <p:cNvSpPr txBox="1"/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1E3ACC4-761B-4773-2640-B14D4633D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BCAF7FB-03B4-8576-C26E-15780A2BD693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BCAF7FB-03B4-8576-C26E-15780A2BD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348FB32-E1AC-152B-2B04-6C85E26F51EC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348FB32-E1AC-152B-2B04-6C85E26F5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33AF9BE-2152-B040-3E1B-0E87AD09B148}"/>
                  </a:ext>
                </a:extLst>
              </p:cNvPr>
              <p:cNvSpPr txBox="1"/>
              <p:nvPr/>
            </p:nvSpPr>
            <p:spPr>
              <a:xfrm>
                <a:off x="2025879" y="4742625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33AF9BE-2152-B040-3E1B-0E87AD09B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879" y="4742625"/>
                <a:ext cx="343940" cy="5809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3E4689A-D378-54AA-8195-BD7270D9F2E5}"/>
                  </a:ext>
                </a:extLst>
              </p:cNvPr>
              <p:cNvSpPr txBox="1"/>
              <p:nvPr/>
            </p:nvSpPr>
            <p:spPr>
              <a:xfrm>
                <a:off x="3240540" y="4894589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3E4689A-D378-54AA-8195-BD7270D9F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540" y="4894589"/>
                <a:ext cx="192360" cy="276999"/>
              </a:xfrm>
              <a:prstGeom prst="rect">
                <a:avLst/>
              </a:prstGeom>
              <a:blipFill>
                <a:blip r:embed="rId10"/>
                <a:stretch>
                  <a:fillRect l="-29032" r="-25806" b="-1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DEF3A80-D50C-2DB4-2E0B-C31EEC623E0F}"/>
                  </a:ext>
                </a:extLst>
              </p:cNvPr>
              <p:cNvSpPr txBox="1"/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DEF3A80-D50C-2DB4-2E0B-C31EEC623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5F9C9A6-8DFB-2888-AC0E-928F795A54CC}"/>
                  </a:ext>
                </a:extLst>
              </p:cNvPr>
              <p:cNvSpPr txBox="1"/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5F9C9A6-8DFB-2888-AC0E-928F795A5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9909AD3-C5B1-765D-DB96-20004D59C977}"/>
                  </a:ext>
                </a:extLst>
              </p:cNvPr>
              <p:cNvSpPr txBox="1"/>
              <p:nvPr/>
            </p:nvSpPr>
            <p:spPr>
              <a:xfrm>
                <a:off x="4328851" y="4091308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9909AD3-C5B1-765D-DB96-20004D59C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851" y="4091308"/>
                <a:ext cx="192360" cy="51860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D7506BA0-DF75-5BB3-E537-A4CE57525D8F}"/>
              </a:ext>
            </a:extLst>
          </p:cNvPr>
          <p:cNvCxnSpPr>
            <a:cxnSpLocks/>
            <a:stCxn id="32" idx="2"/>
          </p:cNvCxnSpPr>
          <p:nvPr/>
        </p:nvCxnSpPr>
        <p:spPr>
          <a:xfrm flipV="1">
            <a:off x="8625176" y="2565918"/>
            <a:ext cx="0" cy="353365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5309D5FC-4385-BE1C-7FF7-566B58FA356A}"/>
              </a:ext>
            </a:extLst>
          </p:cNvPr>
          <p:cNvCxnSpPr>
            <a:cxnSpLocks/>
            <a:stCxn id="58" idx="2"/>
          </p:cNvCxnSpPr>
          <p:nvPr/>
        </p:nvCxnSpPr>
        <p:spPr>
          <a:xfrm flipV="1">
            <a:off x="7055688" y="4538663"/>
            <a:ext cx="1560800" cy="155559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1523F537-16A9-DEA6-38D8-DA8A578DE6DE}"/>
              </a:ext>
            </a:extLst>
          </p:cNvPr>
          <p:cNvCxnSpPr>
            <a:cxnSpLocks/>
            <a:stCxn id="58" idx="2"/>
          </p:cNvCxnSpPr>
          <p:nvPr/>
        </p:nvCxnSpPr>
        <p:spPr>
          <a:xfrm flipV="1">
            <a:off x="7055688" y="5349044"/>
            <a:ext cx="1559669" cy="74521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B94E931D-809E-BD97-7879-8C559910D1E1}"/>
                  </a:ext>
                </a:extLst>
              </p:cNvPr>
              <p:cNvSpPr txBox="1"/>
              <p:nvPr/>
            </p:nvSpPr>
            <p:spPr>
              <a:xfrm>
                <a:off x="8714670" y="5091161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B94E931D-809E-BD97-7879-8C559910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670" y="5091161"/>
                <a:ext cx="343940" cy="58092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81BCA1FA-663E-2049-1740-EAEDE4FA0447}"/>
                  </a:ext>
                </a:extLst>
              </p:cNvPr>
              <p:cNvSpPr txBox="1"/>
              <p:nvPr/>
            </p:nvSpPr>
            <p:spPr>
              <a:xfrm>
                <a:off x="8779952" y="4379926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81BCA1FA-663E-2049-1740-EAEDE4FA0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952" y="4379926"/>
                <a:ext cx="192360" cy="276999"/>
              </a:xfrm>
              <a:prstGeom prst="rect">
                <a:avLst/>
              </a:prstGeom>
              <a:blipFill>
                <a:blip r:embed="rId15"/>
                <a:stretch>
                  <a:fillRect l="-25000" r="-25000" b="-1087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9D1715D1-B5E3-C27B-904B-F34215E6039F}"/>
              </a:ext>
            </a:extLst>
          </p:cNvPr>
          <p:cNvCxnSpPr>
            <a:cxnSpLocks/>
          </p:cNvCxnSpPr>
          <p:nvPr/>
        </p:nvCxnSpPr>
        <p:spPr>
          <a:xfrm>
            <a:off x="8632734" y="4538663"/>
            <a:ext cx="0" cy="15555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9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D9A9D-8E9F-A070-D3E8-A294B66A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3E2490B-44B7-A99A-8EB3-88C3DA059F0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E8D6B2B-FBE4-491C-7ECA-719B9A7AC6D7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A539F8FA-0E73-0B46-F7DE-1255AAB16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363FE20-87F5-A055-F9A7-55B0A8D986C4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FEB8CF66-48B8-7134-EDC7-5D1474AD1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6B979897-5AA0-0EF1-F76E-0B793560E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D0A868DD-E83B-E6CA-09A7-6B777427C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485A3000-969B-9B33-F8DB-F3C441BF8E82}"/>
              </a:ext>
            </a:extLst>
          </p:cNvPr>
          <p:cNvSpPr/>
          <p:nvPr/>
        </p:nvSpPr>
        <p:spPr>
          <a:xfrm>
            <a:off x="535084" y="12287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353CDD67-625C-53DE-9CAD-D19C99C1FC03}"/>
              </a:ext>
            </a:extLst>
          </p:cNvPr>
          <p:cNvSpPr txBox="1"/>
          <p:nvPr/>
        </p:nvSpPr>
        <p:spPr>
          <a:xfrm>
            <a:off x="535084" y="12360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triángulos rectángulos cuyos ángulos agudos son 45°, 30° o 60° aparecen con</a:t>
            </a:r>
          </a:p>
          <a:p>
            <a:r>
              <a:rPr lang="es-ES" sz="2000" b="1" dirty="0"/>
              <a:t>mucha frecuencia, por lo que resultan especialmente interesantes en geometría.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67E84DA-3CEF-D40E-E6DC-D08A496D572C}"/>
              </a:ext>
            </a:extLst>
          </p:cNvPr>
          <p:cNvSpPr txBox="1"/>
          <p:nvPr/>
        </p:nvSpPr>
        <p:spPr>
          <a:xfrm>
            <a:off x="535084" y="2274343"/>
            <a:ext cx="4798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TABLA DE RAZONES TRIGONOMÉTRICAS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63FBBDC1-E3E1-408E-CD4C-E9659F189FEB}"/>
              </a:ext>
            </a:extLst>
          </p:cNvPr>
          <p:cNvGraphicFramePr>
            <a:graphicFrameLocks noGrp="1"/>
          </p:cNvGraphicFramePr>
          <p:nvPr/>
        </p:nvGraphicFramePr>
        <p:xfrm>
          <a:off x="717097" y="2922619"/>
          <a:ext cx="4341578" cy="245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153">
                  <a:extLst>
                    <a:ext uri="{9D8B030D-6E8A-4147-A177-3AD203B41FA5}">
                      <a16:colId xmlns:a16="http://schemas.microsoft.com/office/drawing/2014/main" val="3203744273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1845148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49222873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124171462"/>
                    </a:ext>
                  </a:extLst>
                </a:gridCol>
              </a:tblGrid>
              <a:tr h="39070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30º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45º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>
                          <a:solidFill>
                            <a:schemeClr val="tx1"/>
                          </a:solidFill>
                        </a:rPr>
                        <a:t>60º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76715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7737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470656"/>
                  </a:ext>
                </a:extLst>
              </a:tr>
              <a:tr h="68943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94281"/>
                  </a:ext>
                </a:extLst>
              </a:tr>
            </a:tbl>
          </a:graphicData>
        </a:graphic>
      </p:graphicFrame>
      <p:grpSp>
        <p:nvGrpSpPr>
          <p:cNvPr id="26" name="Grupo 25">
            <a:extLst>
              <a:ext uri="{FF2B5EF4-FFF2-40B4-BE49-F238E27FC236}">
                <a16:creationId xmlns:a16="http://schemas.microsoft.com/office/drawing/2014/main" id="{5D77B8A8-23A0-A975-53F5-8647FE212098}"/>
              </a:ext>
            </a:extLst>
          </p:cNvPr>
          <p:cNvGrpSpPr/>
          <p:nvPr/>
        </p:nvGrpSpPr>
        <p:grpSpPr>
          <a:xfrm>
            <a:off x="5462875" y="4518426"/>
            <a:ext cx="3170504" cy="3162300"/>
            <a:chOff x="6670664" y="3072104"/>
            <a:chExt cx="2682777" cy="2675836"/>
          </a:xfrm>
        </p:grpSpPr>
        <p:sp>
          <p:nvSpPr>
            <p:cNvPr id="46" name="Triángulo isósceles 45">
              <a:extLst>
                <a:ext uri="{FF2B5EF4-FFF2-40B4-BE49-F238E27FC236}">
                  <a16:creationId xmlns:a16="http://schemas.microsoft.com/office/drawing/2014/main" id="{583C43DA-8B5B-584E-D1D4-946268593033}"/>
                </a:ext>
              </a:extLst>
            </p:cNvPr>
            <p:cNvSpPr>
              <a:spLocks/>
            </p:cNvSpPr>
            <p:nvPr/>
          </p:nvSpPr>
          <p:spPr>
            <a:xfrm rot="5400000" flipV="1">
              <a:off x="7719121" y="3523275"/>
              <a:ext cx="1193472" cy="577637"/>
            </a:xfrm>
            <a:prstGeom prst="triangle">
              <a:avLst>
                <a:gd name="adj" fmla="val 100000"/>
              </a:avLst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 w="952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4D4B8D99-1FF1-4137-47B9-8B8AA294EC88}"/>
                </a:ext>
              </a:extLst>
            </p:cNvPr>
            <p:cNvCxnSpPr>
              <a:cxnSpLocks/>
            </p:cNvCxnSpPr>
            <p:nvPr/>
          </p:nvCxnSpPr>
          <p:spPr>
            <a:xfrm>
              <a:off x="7985740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A7B3EF69-91C2-7CF0-EF13-E5C5F743BFDC}"/>
                </a:ext>
              </a:extLst>
            </p:cNvPr>
            <p:cNvCxnSpPr>
              <a:cxnSpLocks/>
            </p:cNvCxnSpPr>
            <p:nvPr/>
          </p:nvCxnSpPr>
          <p:spPr>
            <a:xfrm>
              <a:off x="8015523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riángulo isósceles 66">
              <a:extLst>
                <a:ext uri="{FF2B5EF4-FFF2-40B4-BE49-F238E27FC236}">
                  <a16:creationId xmlns:a16="http://schemas.microsoft.com/office/drawing/2014/main" id="{E93C5D32-A8F4-6C04-EEC5-514FF39E7961}"/>
                </a:ext>
              </a:extLst>
            </p:cNvPr>
            <p:cNvSpPr>
              <a:spLocks/>
            </p:cNvSpPr>
            <p:nvPr/>
          </p:nvSpPr>
          <p:spPr>
            <a:xfrm>
              <a:off x="8016198" y="3469892"/>
              <a:ext cx="939600" cy="939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7A0E8638-A7D7-4E65-2F1B-92EFAA664F40}"/>
                </a:ext>
              </a:extLst>
            </p:cNvPr>
            <p:cNvCxnSpPr>
              <a:cxnSpLocks/>
            </p:cNvCxnSpPr>
            <p:nvPr/>
          </p:nvCxnSpPr>
          <p:spPr>
            <a:xfrm>
              <a:off x="7981095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84983C3C-39DB-291B-8262-B1B2017D879E}"/>
                </a:ext>
              </a:extLst>
            </p:cNvPr>
            <p:cNvCxnSpPr>
              <a:cxnSpLocks/>
            </p:cNvCxnSpPr>
            <p:nvPr/>
          </p:nvCxnSpPr>
          <p:spPr>
            <a:xfrm>
              <a:off x="8010878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riángulo isósceles 57">
              <a:extLst>
                <a:ext uri="{FF2B5EF4-FFF2-40B4-BE49-F238E27FC236}">
                  <a16:creationId xmlns:a16="http://schemas.microsoft.com/office/drawing/2014/main" id="{72B940B7-8359-15D2-0972-4E8384F56F2F}"/>
                </a:ext>
              </a:extLst>
            </p:cNvPr>
            <p:cNvSpPr>
              <a:spLocks/>
            </p:cNvSpPr>
            <p:nvPr/>
          </p:nvSpPr>
          <p:spPr>
            <a:xfrm>
              <a:off x="8018450" y="3827887"/>
              <a:ext cx="1188775" cy="577637"/>
            </a:xfrm>
            <a:prstGeom prst="triangle">
              <a:avLst>
                <a:gd name="adj" fmla="val 100000"/>
              </a:avLst>
            </a:prstGeom>
            <a:solidFill>
              <a:schemeClr val="accent5">
                <a:lumMod val="20000"/>
                <a:lumOff val="80000"/>
                <a:alpha val="40000"/>
              </a:schemeClr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57D51676-66D8-5C36-8B99-09DC187322FD}"/>
                </a:ext>
              </a:extLst>
            </p:cNvPr>
            <p:cNvSpPr/>
            <p:nvPr/>
          </p:nvSpPr>
          <p:spPr>
            <a:xfrm>
              <a:off x="6670664" y="3072104"/>
              <a:ext cx="2675836" cy="2675836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2946C39B-E318-3AD7-875B-3FEABB1A5FD6}"/>
                </a:ext>
              </a:extLst>
            </p:cNvPr>
            <p:cNvCxnSpPr>
              <a:cxnSpLocks/>
            </p:cNvCxnSpPr>
            <p:nvPr/>
          </p:nvCxnSpPr>
          <p:spPr>
            <a:xfrm>
              <a:off x="8014977" y="3072104"/>
              <a:ext cx="0" cy="1371588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F3E180D1-184E-56FF-77C3-E0B944841A87}"/>
                </a:ext>
              </a:extLst>
            </p:cNvPr>
            <p:cNvCxnSpPr>
              <a:cxnSpLocks/>
            </p:cNvCxnSpPr>
            <p:nvPr/>
          </p:nvCxnSpPr>
          <p:spPr>
            <a:xfrm>
              <a:off x="7985194" y="4410022"/>
              <a:ext cx="1367701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CAF9400-FF0C-EC14-B0D6-70B0BA0D6914}"/>
                  </a:ext>
                </a:extLst>
              </p:cNvPr>
              <p:cNvSpPr txBox="1"/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4CAF9400-FF0C-EC14-B0D6-70B0BA0D6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436" y="3399065"/>
                <a:ext cx="192360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B96DFE9-A050-CAFD-2252-EB419342344C}"/>
                  </a:ext>
                </a:extLst>
              </p:cNvPr>
              <p:cNvSpPr txBox="1"/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B96DFE9-A050-CAFD-2252-EB4193423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3367454"/>
                <a:ext cx="343940" cy="5818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45B6E6D-BE4A-247D-15C2-AF02320266DF}"/>
                  </a:ext>
                </a:extLst>
              </p:cNvPr>
              <p:cNvSpPr txBox="1"/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45B6E6D-BE4A-247D-15C2-AF0232026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07" y="3367903"/>
                <a:ext cx="343940" cy="5809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A98C477-279B-16E8-ADFC-C1B530D91813}"/>
                  </a:ext>
                </a:extLst>
              </p:cNvPr>
              <p:cNvSpPr txBox="1"/>
              <p:nvPr/>
            </p:nvSpPr>
            <p:spPr>
              <a:xfrm>
                <a:off x="2025879" y="4742625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A98C477-279B-16E8-ADFC-C1B530D91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879" y="4742625"/>
                <a:ext cx="343940" cy="5809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D0AEDBE-ACCD-875D-9ABC-D95BA8790B89}"/>
                  </a:ext>
                </a:extLst>
              </p:cNvPr>
              <p:cNvSpPr txBox="1"/>
              <p:nvPr/>
            </p:nvSpPr>
            <p:spPr>
              <a:xfrm>
                <a:off x="3240540" y="4894589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D0AEDBE-ACCD-875D-9ABC-D95BA8790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540" y="4894589"/>
                <a:ext cx="192360" cy="276999"/>
              </a:xfrm>
              <a:prstGeom prst="rect">
                <a:avLst/>
              </a:prstGeom>
              <a:blipFill>
                <a:blip r:embed="rId10"/>
                <a:stretch>
                  <a:fillRect l="-29032" r="-25806" b="-111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4D627A0-905F-41B3-308D-EEEDDACC0F5B}"/>
                  </a:ext>
                </a:extLst>
              </p:cNvPr>
              <p:cNvSpPr txBox="1"/>
              <p:nvPr/>
            </p:nvSpPr>
            <p:spPr>
              <a:xfrm>
                <a:off x="4253061" y="4869166"/>
                <a:ext cx="343940" cy="309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4D627A0-905F-41B3-308D-EEEDDACC0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061" y="4869166"/>
                <a:ext cx="343940" cy="309637"/>
              </a:xfrm>
              <a:prstGeom prst="rect">
                <a:avLst/>
              </a:prstGeom>
              <a:blipFill>
                <a:blip r:embed="rId11"/>
                <a:stretch>
                  <a:fillRect r="-14286" b="-78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89B1DC5-70B1-D94F-EB08-A788C198BC8B}"/>
                  </a:ext>
                </a:extLst>
              </p:cNvPr>
              <p:cNvSpPr txBox="1"/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89B1DC5-70B1-D94F-EB08-A788C198B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646" y="4062779"/>
                <a:ext cx="343940" cy="58092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9FE6796-B4FE-D5A3-C0DC-1886975426AC}"/>
                  </a:ext>
                </a:extLst>
              </p:cNvPr>
              <p:cNvSpPr txBox="1"/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9FE6796-B4FE-D5A3-C0DC-188697542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677" y="4062779"/>
                <a:ext cx="343940" cy="5818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DB9D1FB-947E-C79A-7491-11241FD53703}"/>
                  </a:ext>
                </a:extLst>
              </p:cNvPr>
              <p:cNvSpPr txBox="1"/>
              <p:nvPr/>
            </p:nvSpPr>
            <p:spPr>
              <a:xfrm>
                <a:off x="4328851" y="4091308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DB9D1FB-947E-C79A-7491-11241FD53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851" y="4091308"/>
                <a:ext cx="192360" cy="5186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60AEF10-FE84-4DA5-896D-0D4D9ACA1A03}"/>
              </a:ext>
            </a:extLst>
          </p:cNvPr>
          <p:cNvCxnSpPr>
            <a:cxnSpLocks/>
            <a:stCxn id="58" idx="2"/>
          </p:cNvCxnSpPr>
          <p:nvPr/>
        </p:nvCxnSpPr>
        <p:spPr>
          <a:xfrm flipV="1">
            <a:off x="7055688" y="2862377"/>
            <a:ext cx="1559669" cy="3231884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B96D0B3D-F111-362E-3B84-3FF801F8F2DE}"/>
              </a:ext>
            </a:extLst>
          </p:cNvPr>
          <p:cNvCxnSpPr>
            <a:cxnSpLocks/>
            <a:stCxn id="32" idx="2"/>
          </p:cNvCxnSpPr>
          <p:nvPr/>
        </p:nvCxnSpPr>
        <p:spPr>
          <a:xfrm flipV="1">
            <a:off x="8625176" y="2565918"/>
            <a:ext cx="0" cy="353365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D27376CA-C9E8-2A42-A767-FA76F4AF69D4}"/>
              </a:ext>
            </a:extLst>
          </p:cNvPr>
          <p:cNvCxnSpPr>
            <a:cxnSpLocks/>
            <a:stCxn id="58" idx="2"/>
          </p:cNvCxnSpPr>
          <p:nvPr/>
        </p:nvCxnSpPr>
        <p:spPr>
          <a:xfrm flipV="1">
            <a:off x="7055688" y="4538663"/>
            <a:ext cx="1560800" cy="155559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E8946226-64C4-C9E5-6925-F0AB3BCAE070}"/>
              </a:ext>
            </a:extLst>
          </p:cNvPr>
          <p:cNvCxnSpPr>
            <a:cxnSpLocks/>
            <a:stCxn id="58" idx="2"/>
          </p:cNvCxnSpPr>
          <p:nvPr/>
        </p:nvCxnSpPr>
        <p:spPr>
          <a:xfrm flipV="1">
            <a:off x="7055688" y="5349044"/>
            <a:ext cx="1559669" cy="74521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75085F46-B0AE-FB7F-1F04-CD5762D81B7E}"/>
                  </a:ext>
                </a:extLst>
              </p:cNvPr>
              <p:cNvSpPr txBox="1"/>
              <p:nvPr/>
            </p:nvSpPr>
            <p:spPr>
              <a:xfrm>
                <a:off x="8714670" y="5091161"/>
                <a:ext cx="343940" cy="58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75085F46-B0AE-FB7F-1F04-CD5762D81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670" y="5091161"/>
                <a:ext cx="343940" cy="58092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9B164FDE-21C9-F8E3-1719-0E3304A85C2B}"/>
                  </a:ext>
                </a:extLst>
              </p:cNvPr>
              <p:cNvSpPr txBox="1"/>
              <p:nvPr/>
            </p:nvSpPr>
            <p:spPr>
              <a:xfrm>
                <a:off x="8779952" y="4379926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9B164FDE-21C9-F8E3-1719-0E3304A85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952" y="4379926"/>
                <a:ext cx="192360" cy="276999"/>
              </a:xfrm>
              <a:prstGeom prst="rect">
                <a:avLst/>
              </a:prstGeom>
              <a:blipFill>
                <a:blip r:embed="rId16"/>
                <a:stretch>
                  <a:fillRect l="-25000" r="-25000" b="-1087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BC04653-63D2-7A6F-3178-777935FB1DBB}"/>
                  </a:ext>
                </a:extLst>
              </p:cNvPr>
              <p:cNvSpPr txBox="1"/>
              <p:nvPr/>
            </p:nvSpPr>
            <p:spPr>
              <a:xfrm>
                <a:off x="8742857" y="2766739"/>
                <a:ext cx="343940" cy="309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BC04653-63D2-7A6F-3178-777935FB1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857" y="2766739"/>
                <a:ext cx="343940" cy="309637"/>
              </a:xfrm>
              <a:prstGeom prst="rect">
                <a:avLst/>
              </a:prstGeom>
              <a:blipFill>
                <a:blip r:embed="rId17"/>
                <a:stretch>
                  <a:fillRect r="-14035" b="-78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5DE5688B-37F0-3D25-E168-6D852E7BDA39}"/>
              </a:ext>
            </a:extLst>
          </p:cNvPr>
          <p:cNvCxnSpPr>
            <a:cxnSpLocks/>
          </p:cNvCxnSpPr>
          <p:nvPr/>
        </p:nvCxnSpPr>
        <p:spPr>
          <a:xfrm>
            <a:off x="8632734" y="2862377"/>
            <a:ext cx="0" cy="32318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7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866</Words>
  <Application>Microsoft Office PowerPoint</Application>
  <PresentationFormat>Panorámica</PresentationFormat>
  <Paragraphs>313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99</cp:revision>
  <dcterms:created xsi:type="dcterms:W3CDTF">2024-08-18T18:48:07Z</dcterms:created>
  <dcterms:modified xsi:type="dcterms:W3CDTF">2024-11-05T15:28:55Z</dcterms:modified>
</cp:coreProperties>
</file>
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4246"/>
    <a:srgbClr val="4E95D9"/>
    <a:srgbClr val="960119"/>
    <a:srgbClr val="FE8A9D"/>
    <a:srgbClr val="156082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86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22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28/10/2024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28/10/2024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28/10/2024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28/10/2024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28/10/2024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28/10/2024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28/10/2024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28/10/2024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28/10/2024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28/10/2024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28/10/2024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28/10/2024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17/06/relationships/model3d" Target="../media/model3d1.glb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microsoft.com/office/2017/06/relationships/model3d" Target="../media/model3d2.glb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26" Type="http://schemas.openxmlformats.org/officeDocument/2006/relationships/image" Target="../media/image28.png"/><Relationship Id="rId3" Type="http://schemas.openxmlformats.org/officeDocument/2006/relationships/image" Target="../media/image4.png"/><Relationship Id="rId21" Type="http://schemas.openxmlformats.org/officeDocument/2006/relationships/image" Target="../media/image2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2" Type="http://schemas.openxmlformats.org/officeDocument/2006/relationships/image" Target="../media/image3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5" Type="http://schemas.openxmlformats.org/officeDocument/2006/relationships/image" Target="../media/image6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5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Relationship Id="rId27" Type="http://schemas.openxmlformats.org/officeDocument/2006/relationships/image" Target="../media/image2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26" Type="http://schemas.openxmlformats.org/officeDocument/2006/relationships/image" Target="../media/image28.png"/><Relationship Id="rId3" Type="http://schemas.openxmlformats.org/officeDocument/2006/relationships/image" Target="../media/image4.png"/><Relationship Id="rId21" Type="http://schemas.openxmlformats.org/officeDocument/2006/relationships/image" Target="../media/image2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2" Type="http://schemas.openxmlformats.org/officeDocument/2006/relationships/image" Target="../media/image3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5" Type="http://schemas.openxmlformats.org/officeDocument/2006/relationships/image" Target="../media/image6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30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5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Relationship Id="rId27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875D95A-20E1-D947-93B2-0432119331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01" y="0"/>
            <a:ext cx="12184798" cy="6858000"/>
            <a:chOff x="3601" y="0"/>
            <a:chExt cx="12184798" cy="6858000"/>
          </a:xfrm>
        </p:grpSpPr>
        <p:pic>
          <p:nvPicPr>
            <p:cNvPr id="113" name="Imagen 112">
              <a:extLst>
                <a:ext uri="{FF2B5EF4-FFF2-40B4-BE49-F238E27FC236}">
                  <a16:creationId xmlns:a16="http://schemas.microsoft.com/office/drawing/2014/main" id="{3A8A379F-D036-778F-3C84-2E90E578B92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01" y="0"/>
              <a:ext cx="7970217" cy="6858000"/>
            </a:xfrm>
            <a:prstGeom prst="rect">
              <a:avLst/>
            </a:prstGeom>
          </p:spPr>
        </p:pic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1DC43CFD-784F-B694-E8A0-D05C052D07E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2"/>
            <a:srcRect l="35501" r="5319"/>
            <a:stretch/>
          </p:blipFill>
          <p:spPr>
            <a:xfrm>
              <a:off x="7471606" y="0"/>
              <a:ext cx="4716793" cy="6858000"/>
            </a:xfrm>
            <a:prstGeom prst="rect">
              <a:avLst/>
            </a:prstGeom>
          </p:spPr>
        </p:pic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32063" y="574828"/>
            <a:ext cx="9116737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2:</a:t>
            </a:r>
          </a:p>
          <a:p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Polinomios y Fracciones Algebraicas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709516569"/>
                  </p:ext>
                </p:extLst>
              </p:nvPr>
            </p:nvGraphicFramePr>
            <p:xfrm>
              <a:off x="544238" y="3691941"/>
              <a:ext cx="342000" cy="432000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342000" cy="432000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781" ay="-304177" az="-53636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8102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4238" y="3691941"/>
                <a:ext cx="342000" cy="432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!!1">
            <a:extLst>
              <a:ext uri="{FF2B5EF4-FFF2-40B4-BE49-F238E27FC236}">
                <a16:creationId xmlns:a16="http://schemas.microsoft.com/office/drawing/2014/main" id="{7BC3C1B2-47DF-D395-2549-C1865E2D90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77F6EEA-3D47-CF72-DBFF-353B69A645FB}"/>
              </a:ext>
            </a:extLst>
          </p:cNvPr>
          <p:cNvSpPr/>
          <p:nvPr/>
        </p:nvSpPr>
        <p:spPr>
          <a:xfrm>
            <a:off x="9772650" y="3196371"/>
            <a:ext cx="438150" cy="8219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!!2">
            <a:extLst>
              <a:ext uri="{FF2B5EF4-FFF2-40B4-BE49-F238E27FC236}">
                <a16:creationId xmlns:a16="http://schemas.microsoft.com/office/drawing/2014/main" id="{CB3732CC-67F9-3321-B21A-AEBB61ADAB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0" name="!!3">
            <a:extLst>
              <a:ext uri="{FF2B5EF4-FFF2-40B4-BE49-F238E27FC236}">
                <a16:creationId xmlns:a16="http://schemas.microsoft.com/office/drawing/2014/main" id="{F3EF4A45-382F-1D99-BF65-152A2BA65C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1" name="!!4">
            <a:extLst>
              <a:ext uri="{FF2B5EF4-FFF2-40B4-BE49-F238E27FC236}">
                <a16:creationId xmlns:a16="http://schemas.microsoft.com/office/drawing/2014/main" id="{D2F4685D-E9D0-B992-D69A-6AD53D90B79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3" y="466806"/>
            <a:ext cx="3029373" cy="6287377"/>
          </a:xfrm>
          <a:prstGeom prst="rect">
            <a:avLst/>
          </a:prstGeom>
        </p:spPr>
      </p:pic>
      <p:sp>
        <p:nvSpPr>
          <p:cNvPr id="12" name="Elipse 11">
            <a:extLst>
              <a:ext uri="{FF2B5EF4-FFF2-40B4-BE49-F238E27FC236}">
                <a16:creationId xmlns:a16="http://schemas.microsoft.com/office/drawing/2014/main" id="{3D873195-389B-F3F1-3D78-7C9F39F2EAAE}"/>
              </a:ext>
            </a:extLst>
          </p:cNvPr>
          <p:cNvSpPr/>
          <p:nvPr/>
        </p:nvSpPr>
        <p:spPr>
          <a:xfrm>
            <a:off x="7361499" y="2037144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3A48F03A-9935-7607-08EC-E68B03447160}"/>
              </a:ext>
            </a:extLst>
          </p:cNvPr>
          <p:cNvSpPr/>
          <p:nvPr/>
        </p:nvSpPr>
        <p:spPr>
          <a:xfrm>
            <a:off x="7336286" y="4016375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40687732"/>
                  </p:ext>
                </p:extLst>
              </p:nvPr>
            </p:nvGraphicFramePr>
            <p:xfrm>
              <a:off x="543440" y="4317784"/>
              <a:ext cx="342798" cy="431838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3440" y="4317784"/>
                <a:ext cx="342798" cy="431838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CuadroTexto 15">
            <a:extLst>
              <a:ext uri="{FF2B5EF4-FFF2-40B4-BE49-F238E27FC236}">
                <a16:creationId xmlns:a16="http://schemas.microsoft.com/office/drawing/2014/main" id="{014081C4-D3ED-A383-D535-E7AFCA285ACC}"/>
              </a:ext>
            </a:extLst>
          </p:cNvPr>
          <p:cNvSpPr txBox="1"/>
          <p:nvPr/>
        </p:nvSpPr>
        <p:spPr>
          <a:xfrm>
            <a:off x="858596" y="3020569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OPERACIONES CON POLINOMIOS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06771BA-0FC2-03A4-AA75-21D94F9EBDF5}"/>
              </a:ext>
            </a:extLst>
          </p:cNvPr>
          <p:cNvSpPr txBox="1"/>
          <p:nvPr/>
        </p:nvSpPr>
        <p:spPr>
          <a:xfrm>
            <a:off x="861140" y="3646331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REGLA DE RUFFINI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0" name="Modelo 3D 19" descr="Pirámide gris tetragonal">
                <a:extLst>
                  <a:ext uri="{FF2B5EF4-FFF2-40B4-BE49-F238E27FC236}">
                    <a16:creationId xmlns:a16="http://schemas.microsoft.com/office/drawing/2014/main" id="{E72D875E-9D0C-539D-4BD4-65C07E2CE34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72419477"/>
                  </p:ext>
                </p:extLst>
              </p:nvPr>
            </p:nvGraphicFramePr>
            <p:xfrm>
              <a:off x="545068" y="3062965"/>
              <a:ext cx="342798" cy="431838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0" name="Modelo 3D 19" descr="Pirámide gris tetragonal">
                <a:extLst>
                  <a:ext uri="{FF2B5EF4-FFF2-40B4-BE49-F238E27FC236}">
                    <a16:creationId xmlns:a16="http://schemas.microsoft.com/office/drawing/2014/main" id="{E72D875E-9D0C-539D-4BD4-65C07E2CE34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5068" y="3062965"/>
                <a:ext cx="342798" cy="431838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CuadroTexto 20">
            <a:extLst>
              <a:ext uri="{FF2B5EF4-FFF2-40B4-BE49-F238E27FC236}">
                <a16:creationId xmlns:a16="http://schemas.microsoft.com/office/drawing/2014/main" id="{ADD50B0B-3468-DE46-1306-14DE7B9B2D53}"/>
              </a:ext>
            </a:extLst>
          </p:cNvPr>
          <p:cNvSpPr txBox="1"/>
          <p:nvPr/>
        </p:nvSpPr>
        <p:spPr>
          <a:xfrm>
            <a:off x="858596" y="4272093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FACTORIZACIÓN DE POLINOMIOS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AA97E52-B3A1-17D3-CF9C-A347A6C03AD3}"/>
              </a:ext>
            </a:extLst>
          </p:cNvPr>
          <p:cNvSpPr txBox="1"/>
          <p:nvPr/>
        </p:nvSpPr>
        <p:spPr>
          <a:xfrm>
            <a:off x="861140" y="4898601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FRACCIONES ALGEBRAICAS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Modelo 3D 4" descr="Pirámide gris tetragonal">
                <a:extLst>
                  <a:ext uri="{FF2B5EF4-FFF2-40B4-BE49-F238E27FC236}">
                    <a16:creationId xmlns:a16="http://schemas.microsoft.com/office/drawing/2014/main" id="{4299310D-7CC3-F6E0-09BE-DA229D86931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02763673"/>
                  </p:ext>
                </p:extLst>
              </p:nvPr>
            </p:nvGraphicFramePr>
            <p:xfrm>
              <a:off x="545068" y="4943586"/>
              <a:ext cx="342798" cy="431838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Modelo 3D 4" descr="Pirámide gris tetragonal">
                <a:extLst>
                  <a:ext uri="{FF2B5EF4-FFF2-40B4-BE49-F238E27FC236}">
                    <a16:creationId xmlns:a16="http://schemas.microsoft.com/office/drawing/2014/main" id="{4299310D-7CC3-F6E0-09BE-DA229D86931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5068" y="4943586"/>
                <a:ext cx="342798" cy="43183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83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250"/>
                            </p:stCondLst>
                            <p:childTnLst>
                              <p:par>
                                <p:cTn id="50" presetID="39" presetClass="emph" presetSubtype="5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5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12"/>
                                          </p:val>
                                        </p:tav>
                                        <p:tav tm="2250">
                                          <p:val>
                                            <p:fltVal val="0.0098"/>
                                          </p:val>
                                        </p:tav>
                                        <p:tav tm="3370">
                                          <p:val>
                                            <p:fltVal val="0.033"/>
                                          </p:val>
                                        </p:tav>
                                        <p:tav tm="4490">
                                          <p:val>
                                            <p:fltVal val="0.0789"/>
                                          </p:val>
                                        </p:tav>
                                        <p:tav tm="5620">
                                          <p:val>
                                            <p:fltVal val="0.1548"/>
                                          </p:val>
                                        </p:tav>
                                        <p:tav tm="6740">
                                          <p:val>
                                            <p:fltVal val="0.267"/>
                                          </p:val>
                                        </p:tav>
                                        <p:tav tm="7870">
                                          <p:val>
                                            <p:fltVal val="0.4235"/>
                                          </p:val>
                                        </p:tav>
                                        <p:tav tm="8990">
                                          <p:val>
                                            <p:fltVal val="0.6337"/>
                                          </p:val>
                                        </p:tav>
                                        <p:tav tm="10110">
                                          <p:val>
                                            <p:fltVal val="0.9013"/>
                                          </p:val>
                                        </p:tav>
                                        <p:tav tm="11240">
                                          <p:val>
                                            <p:fltVal val="1.2353"/>
                                          </p:val>
                                        </p:tav>
                                        <p:tav tm="12360">
                                          <p:val>
                                            <p:fltVal val="1.647"/>
                                          </p:val>
                                        </p:tav>
                                        <p:tav tm="13480">
                                          <p:val>
                                            <p:fltVal val="2.0869"/>
                                          </p:val>
                                        </p:tav>
                                        <p:tav tm="14610">
                                          <p:val>
                                            <p:fltVal val="2.4538"/>
                                          </p:val>
                                        </p:tav>
                                        <p:tav tm="15730">
                                          <p:val>
                                            <p:fltVal val="2.7534"/>
                                          </p:val>
                                        </p:tav>
                                        <p:tav tm="16850">
                                          <p:val>
                                            <p:fltVal val="2.9876"/>
                                          </p:val>
                                        </p:tav>
                                        <p:tav tm="17980">
                                          <p:val>
                                            <p:fltVal val="3.1669"/>
                                          </p:val>
                                        </p:tav>
                                        <p:tav tm="19100">
                                          <p:val>
                                            <p:fltVal val="3.2996"/>
                                          </p:val>
                                        </p:tav>
                                        <p:tav tm="20220">
                                          <p:val>
                                            <p:fltVal val="3.3906"/>
                                          </p:val>
                                        </p:tav>
                                        <p:tav tm="21350">
                                          <p:val>
                                            <p:fltVal val="3.4488"/>
                                          </p:val>
                                        </p:tav>
                                        <p:tav tm="22470">
                                          <p:val>
                                            <p:fltVal val="3.4815"/>
                                          </p:val>
                                        </p:tav>
                                        <p:tav tm="23600">
                                          <p:val>
                                            <p:fltVal val="3.4961"/>
                                          </p:val>
                                        </p:tav>
                                        <p:tav tm="24720">
                                          <p:val>
                                            <p:fltVal val="3.4998"/>
                                          </p:val>
                                        </p:tav>
                                        <p:tav tm="25840">
                                          <p:val>
                                            <p:fltVal val="3.0301"/>
                                          </p:val>
                                        </p:tav>
                                        <p:tav tm="26970">
                                          <p:val>
                                            <p:fltVal val="0.9661"/>
                                          </p:val>
                                        </p:tav>
                                        <p:tav tm="28090">
                                          <p:val>
                                            <p:fltVal val="-2.1525"/>
                                          </p:val>
                                        </p:tav>
                                        <p:tav tm="29210">
                                          <p:val>
                                            <p:fltVal val="-6.1215"/>
                                          </p:val>
                                        </p:tav>
                                        <p:tav tm="30340">
                                          <p:val>
                                            <p:fltVal val="-10.8322"/>
                                          </p:val>
                                        </p:tav>
                                        <p:tav tm="31460">
                                          <p:val>
                                            <p:fltVal val="-16.2132"/>
                                          </p:val>
                                        </p:tav>
                                        <p:tav tm="32580">
                                          <p:val>
                                            <p:fltVal val="-22.2128"/>
                                          </p:val>
                                        </p:tav>
                                        <p:tav tm="33710">
                                          <p:val>
                                            <p:fltVal val="-28.7297"/>
                                          </p:val>
                                        </p:tav>
                                        <p:tav tm="34830">
                                          <p:val>
                                            <p:fltVal val="-35.8493"/>
                                          </p:val>
                                        </p:tav>
                                        <p:tav tm="35960">
                                          <p:val>
                                            <p:fltVal val="-43.4888"/>
                                          </p:val>
                                        </p:tav>
                                        <p:tav tm="37080">
                                          <p:val>
                                            <p:fltVal val="-51.6257"/>
                                          </p:val>
                                        </p:tav>
                                        <p:tav tm="38200">
                                          <p:val>
                                            <p:fltVal val="-60.2402"/>
                                          </p:val>
                                        </p:tav>
                                        <p:tav tm="39330">
                                          <p:val>
                                            <p:fltVal val="-69.3155"/>
                                          </p:val>
                                        </p:tav>
                                        <p:tav tm="40450">
                                          <p:val>
                                            <p:fltVal val="-78.8364"/>
                                          </p:val>
                                        </p:tav>
                                        <p:tav tm="41570">
                                          <p:val>
                                            <p:fltVal val="-88.6987"/>
                                          </p:val>
                                        </p:tav>
                                        <p:tav tm="42700">
                                          <p:val>
                                            <p:fltVal val="-99.0679"/>
                                          </p:val>
                                        </p:tav>
                                        <p:tav tm="43820">
                                          <p:val>
                                            <p:fltVal val="-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-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-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-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-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-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-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-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-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-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-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-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-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-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-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-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-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-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-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-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-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-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-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-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-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-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-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-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-363.345"/>
                                          </p:val>
                                        </p:tav>
                                        <p:tav tm="76400">
                                          <p:val>
                                            <p:fltVal val="-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-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-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-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-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-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-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-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-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-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-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-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-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5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7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8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9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7" grpId="0" animBg="1"/>
      <p:bldP spid="16" grpId="0"/>
      <p:bldP spid="17" grpId="0"/>
      <p:bldP spid="17" grpId="1"/>
      <p:bldP spid="21" grpId="0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3223EB-0CF2-14FE-DAC9-4CDE26800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CE7AD5D-1225-9D32-4116-6734860FAE56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52F6D413-B4EC-9E88-E67F-0D0AC471E358}"/>
              </a:ext>
            </a:extLst>
          </p:cNvPr>
          <p:cNvSpPr txBox="1"/>
          <p:nvPr/>
        </p:nvSpPr>
        <p:spPr>
          <a:xfrm>
            <a:off x="3601" y="33951"/>
            <a:ext cx="1218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2: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Polinomios y Fracciones Algebraicas</a:t>
            </a: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F15641F0-AF95-CAE0-80E8-BC832291AF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05C6B9E4-660A-6226-B53B-E9303BD96F08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0DDB3DE6-623C-8E77-D702-D76C3559C4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A1D4A9B3-0DA2-2FB6-6583-DA6986530C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E6F76D59-B9ED-A221-50BC-8491CCDE4E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57" name="CuadroTexto 56">
            <a:extLst>
              <a:ext uri="{FF2B5EF4-FFF2-40B4-BE49-F238E27FC236}">
                <a16:creationId xmlns:a16="http://schemas.microsoft.com/office/drawing/2014/main" id="{75D65971-1AEB-A63B-2744-36B17A9529E4}"/>
              </a:ext>
            </a:extLst>
          </p:cNvPr>
          <p:cNvSpPr txBox="1"/>
          <p:nvPr/>
        </p:nvSpPr>
        <p:spPr>
          <a:xfrm>
            <a:off x="535084" y="2645549"/>
            <a:ext cx="2597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MÉTODO DE RUFFINI</a:t>
            </a:r>
          </a:p>
        </p:txBody>
      </p: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7838BF00-D014-186F-94A4-374A0502AD64}"/>
              </a:ext>
            </a:extLst>
          </p:cNvPr>
          <p:cNvCxnSpPr>
            <a:cxnSpLocks/>
          </p:cNvCxnSpPr>
          <p:nvPr/>
        </p:nvCxnSpPr>
        <p:spPr>
          <a:xfrm>
            <a:off x="3065929" y="4737824"/>
            <a:ext cx="58449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2CCE5843-445E-94C3-9E31-579EDADF9667}"/>
              </a:ext>
            </a:extLst>
          </p:cNvPr>
          <p:cNvCxnSpPr>
            <a:cxnSpLocks/>
          </p:cNvCxnSpPr>
          <p:nvPr/>
        </p:nvCxnSpPr>
        <p:spPr>
          <a:xfrm>
            <a:off x="3415553" y="3437954"/>
            <a:ext cx="0" cy="18825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!Marco 10">
            <a:extLst>
              <a:ext uri="{FF2B5EF4-FFF2-40B4-BE49-F238E27FC236}">
                <a16:creationId xmlns:a16="http://schemas.microsoft.com/office/drawing/2014/main" id="{341EAFE4-A8E6-8082-39E1-CF402F77B721}"/>
              </a:ext>
            </a:extLst>
          </p:cNvPr>
          <p:cNvSpPr/>
          <p:nvPr/>
        </p:nvSpPr>
        <p:spPr>
          <a:xfrm>
            <a:off x="535084" y="1076390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6" name="!CuadroTexto 1">
            <a:extLst>
              <a:ext uri="{FF2B5EF4-FFF2-40B4-BE49-F238E27FC236}">
                <a16:creationId xmlns:a16="http://schemas.microsoft.com/office/drawing/2014/main" id="{96AEAE22-6430-E549-E88F-8B69E34BF2C4}"/>
              </a:ext>
            </a:extLst>
          </p:cNvPr>
          <p:cNvSpPr txBox="1"/>
          <p:nvPr/>
        </p:nvSpPr>
        <p:spPr>
          <a:xfrm>
            <a:off x="535084" y="1083677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El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método de Ruffini </a:t>
            </a:r>
            <a:r>
              <a:rPr lang="es-ES" sz="2000" b="1" dirty="0"/>
              <a:t>permite dividir polinomios por una expresión del tipo x-a de forma rápida y cómoda.</a:t>
            </a:r>
            <a:endParaRPr lang="es-E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CuadroTexto 66">
                <a:extLst>
                  <a:ext uri="{FF2B5EF4-FFF2-40B4-BE49-F238E27FC236}">
                    <a16:creationId xmlns:a16="http://schemas.microsoft.com/office/drawing/2014/main" id="{C920FC63-B312-CA86-C762-0B61D7DD4627}"/>
                  </a:ext>
                </a:extLst>
              </p:cNvPr>
              <p:cNvSpPr txBox="1"/>
              <p:nvPr/>
            </p:nvSpPr>
            <p:spPr>
              <a:xfrm>
                <a:off x="1503273" y="1976597"/>
                <a:ext cx="3549919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𝟏𝟏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𝟗𝟒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67" name="CuadroTexto 66">
                <a:extLst>
                  <a:ext uri="{FF2B5EF4-FFF2-40B4-BE49-F238E27FC236}">
                    <a16:creationId xmlns:a16="http://schemas.microsoft.com/office/drawing/2014/main" id="{C920FC63-B312-CA86-C762-0B61D7DD46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3273" y="1976597"/>
                <a:ext cx="3549919" cy="4070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CuadroTexto 67">
                <a:extLst>
                  <a:ext uri="{FF2B5EF4-FFF2-40B4-BE49-F238E27FC236}">
                    <a16:creationId xmlns:a16="http://schemas.microsoft.com/office/drawing/2014/main" id="{5FD08825-14FF-07E5-9677-BA504981773D}"/>
                  </a:ext>
                </a:extLst>
              </p:cNvPr>
              <p:cNvSpPr txBox="1"/>
              <p:nvPr/>
            </p:nvSpPr>
            <p:spPr>
              <a:xfrm>
                <a:off x="5465789" y="1976597"/>
                <a:ext cx="2034936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𝐐</m:t>
                      </m:r>
                      <m:d>
                        <m:d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68" name="CuadroTexto 67">
                <a:extLst>
                  <a:ext uri="{FF2B5EF4-FFF2-40B4-BE49-F238E27FC236}">
                    <a16:creationId xmlns:a16="http://schemas.microsoft.com/office/drawing/2014/main" id="{5FD08825-14FF-07E5-9677-BA50498177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5789" y="1976597"/>
                <a:ext cx="2034936" cy="407099"/>
              </a:xfrm>
              <a:prstGeom prst="rect">
                <a:avLst/>
              </a:prstGeom>
              <a:blipFill>
                <a:blip r:embed="rId7"/>
                <a:stretch>
                  <a:fillRect b="-1194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D79063DC-A5CB-0E7D-0162-5DF9F366091B}"/>
                  </a:ext>
                </a:extLst>
              </p:cNvPr>
              <p:cNvSpPr txBox="1"/>
              <p:nvPr/>
            </p:nvSpPr>
            <p:spPr>
              <a:xfrm>
                <a:off x="7715930" y="1980091"/>
                <a:ext cx="203493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𝐐</m:t>
                      </m:r>
                      <m:d>
                        <m:d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D79063DC-A5CB-0E7D-0162-5DF9F3660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5930" y="1980091"/>
                <a:ext cx="2034936" cy="400110"/>
              </a:xfrm>
              <a:prstGeom prst="rect">
                <a:avLst/>
              </a:prstGeom>
              <a:blipFill>
                <a:blip r:embed="rId8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CuadroTexto 69">
                <a:extLst>
                  <a:ext uri="{FF2B5EF4-FFF2-40B4-BE49-F238E27FC236}">
                    <a16:creationId xmlns:a16="http://schemas.microsoft.com/office/drawing/2014/main" id="{8473CF47-282A-065D-28E3-F6C90400556F}"/>
                  </a:ext>
                </a:extLst>
              </p:cNvPr>
              <p:cNvSpPr txBox="1"/>
              <p:nvPr/>
            </p:nvSpPr>
            <p:spPr>
              <a:xfrm>
                <a:off x="3017082" y="4339690"/>
                <a:ext cx="479152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70" name="CuadroTexto 69">
                <a:extLst>
                  <a:ext uri="{FF2B5EF4-FFF2-40B4-BE49-F238E27FC236}">
                    <a16:creationId xmlns:a16="http://schemas.microsoft.com/office/drawing/2014/main" id="{8473CF47-282A-065D-28E3-F6C9040055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082" y="4339690"/>
                <a:ext cx="479152" cy="4070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CuadroTexto 70">
                <a:extLst>
                  <a:ext uri="{FF2B5EF4-FFF2-40B4-BE49-F238E27FC236}">
                    <a16:creationId xmlns:a16="http://schemas.microsoft.com/office/drawing/2014/main" id="{4160ADE2-DCD5-42B0-6263-B888527A3FB3}"/>
                  </a:ext>
                </a:extLst>
              </p:cNvPr>
              <p:cNvSpPr txBox="1"/>
              <p:nvPr/>
            </p:nvSpPr>
            <p:spPr>
              <a:xfrm>
                <a:off x="3621436" y="3437954"/>
                <a:ext cx="479152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71" name="CuadroTexto 70">
                <a:extLst>
                  <a:ext uri="{FF2B5EF4-FFF2-40B4-BE49-F238E27FC236}">
                    <a16:creationId xmlns:a16="http://schemas.microsoft.com/office/drawing/2014/main" id="{4160ADE2-DCD5-42B0-6263-B888527A3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1436" y="3437954"/>
                <a:ext cx="479152" cy="4070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6A42AAF6-BB34-A267-AF3A-A6CBAEB9F7E2}"/>
                  </a:ext>
                </a:extLst>
              </p:cNvPr>
              <p:cNvSpPr txBox="1"/>
              <p:nvPr/>
            </p:nvSpPr>
            <p:spPr>
              <a:xfrm>
                <a:off x="4588863" y="3437953"/>
                <a:ext cx="68503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𝟏𝟏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6A42AAF6-BB34-A267-AF3A-A6CBAEB9F7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8863" y="3437953"/>
                <a:ext cx="685033" cy="4070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AEC531F9-8693-CEAB-D1C8-6C01242718A0}"/>
                  </a:ext>
                </a:extLst>
              </p:cNvPr>
              <p:cNvSpPr txBox="1"/>
              <p:nvPr/>
            </p:nvSpPr>
            <p:spPr>
              <a:xfrm>
                <a:off x="5762171" y="3437952"/>
                <a:ext cx="68503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AEC531F9-8693-CEAB-D1C8-6C0124271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2171" y="3437952"/>
                <a:ext cx="685033" cy="4070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CuadroTexto 73">
                <a:extLst>
                  <a:ext uri="{FF2B5EF4-FFF2-40B4-BE49-F238E27FC236}">
                    <a16:creationId xmlns:a16="http://schemas.microsoft.com/office/drawing/2014/main" id="{ABFB9ED6-F3B2-0C46-DEAF-00238D3D4838}"/>
                  </a:ext>
                </a:extLst>
              </p:cNvPr>
              <p:cNvSpPr txBox="1"/>
              <p:nvPr/>
            </p:nvSpPr>
            <p:spPr>
              <a:xfrm>
                <a:off x="6935479" y="3437951"/>
                <a:ext cx="68503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𝟗𝟒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74" name="CuadroTexto 73">
                <a:extLst>
                  <a:ext uri="{FF2B5EF4-FFF2-40B4-BE49-F238E27FC236}">
                    <a16:creationId xmlns:a16="http://schemas.microsoft.com/office/drawing/2014/main" id="{ABFB9ED6-F3B2-0C46-DEAF-00238D3D48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5479" y="3437951"/>
                <a:ext cx="685033" cy="4070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CuadroTexto 74">
                <a:extLst>
                  <a:ext uri="{FF2B5EF4-FFF2-40B4-BE49-F238E27FC236}">
                    <a16:creationId xmlns:a16="http://schemas.microsoft.com/office/drawing/2014/main" id="{973BF3D9-FE10-E378-F3A5-7825864CA0BB}"/>
                  </a:ext>
                </a:extLst>
              </p:cNvPr>
              <p:cNvSpPr txBox="1"/>
              <p:nvPr/>
            </p:nvSpPr>
            <p:spPr>
              <a:xfrm>
                <a:off x="8108788" y="3437951"/>
                <a:ext cx="68503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75" name="CuadroTexto 74">
                <a:extLst>
                  <a:ext uri="{FF2B5EF4-FFF2-40B4-BE49-F238E27FC236}">
                    <a16:creationId xmlns:a16="http://schemas.microsoft.com/office/drawing/2014/main" id="{973BF3D9-FE10-E378-F3A5-7825864CA0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8788" y="3437951"/>
                <a:ext cx="685033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CuadroTexto 76">
                <a:extLst>
                  <a:ext uri="{FF2B5EF4-FFF2-40B4-BE49-F238E27FC236}">
                    <a16:creationId xmlns:a16="http://schemas.microsoft.com/office/drawing/2014/main" id="{06C3CFFA-8DB3-4C1D-3706-ECCBC302B1D9}"/>
                  </a:ext>
                </a:extLst>
              </p:cNvPr>
              <p:cNvSpPr txBox="1"/>
              <p:nvPr/>
            </p:nvSpPr>
            <p:spPr>
              <a:xfrm>
                <a:off x="3621436" y="4964038"/>
                <a:ext cx="479152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77" name="CuadroTexto 76">
                <a:extLst>
                  <a:ext uri="{FF2B5EF4-FFF2-40B4-BE49-F238E27FC236}">
                    <a16:creationId xmlns:a16="http://schemas.microsoft.com/office/drawing/2014/main" id="{06C3CFFA-8DB3-4C1D-3706-ECCBC302B1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1436" y="4964038"/>
                <a:ext cx="479152" cy="4070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CuadroTexto 77">
                <a:extLst>
                  <a:ext uri="{FF2B5EF4-FFF2-40B4-BE49-F238E27FC236}">
                    <a16:creationId xmlns:a16="http://schemas.microsoft.com/office/drawing/2014/main" id="{3A596721-9368-334E-7BA1-CF9A1A37B9E9}"/>
                  </a:ext>
                </a:extLst>
              </p:cNvPr>
              <p:cNvSpPr txBox="1"/>
              <p:nvPr/>
            </p:nvSpPr>
            <p:spPr>
              <a:xfrm>
                <a:off x="4588863" y="4964037"/>
                <a:ext cx="68503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78" name="CuadroTexto 77">
                <a:extLst>
                  <a:ext uri="{FF2B5EF4-FFF2-40B4-BE49-F238E27FC236}">
                    <a16:creationId xmlns:a16="http://schemas.microsoft.com/office/drawing/2014/main" id="{3A596721-9368-334E-7BA1-CF9A1A37B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8863" y="4964037"/>
                <a:ext cx="685033" cy="4070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CuadroTexto 78">
                <a:extLst>
                  <a:ext uri="{FF2B5EF4-FFF2-40B4-BE49-F238E27FC236}">
                    <a16:creationId xmlns:a16="http://schemas.microsoft.com/office/drawing/2014/main" id="{455D55AC-543F-C674-EEF6-1E32F36761F9}"/>
                  </a:ext>
                </a:extLst>
              </p:cNvPr>
              <p:cNvSpPr txBox="1"/>
              <p:nvPr/>
            </p:nvSpPr>
            <p:spPr>
              <a:xfrm>
                <a:off x="5762171" y="4964036"/>
                <a:ext cx="68503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𝟑𝟎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79" name="CuadroTexto 78">
                <a:extLst>
                  <a:ext uri="{FF2B5EF4-FFF2-40B4-BE49-F238E27FC236}">
                    <a16:creationId xmlns:a16="http://schemas.microsoft.com/office/drawing/2014/main" id="{455D55AC-543F-C674-EEF6-1E32F36761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2171" y="4964036"/>
                <a:ext cx="685033" cy="4070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CuadroTexto 79">
                <a:extLst>
                  <a:ext uri="{FF2B5EF4-FFF2-40B4-BE49-F238E27FC236}">
                    <a16:creationId xmlns:a16="http://schemas.microsoft.com/office/drawing/2014/main" id="{EE8B011A-8D96-74D8-8E1F-712FECCA28B5}"/>
                  </a:ext>
                </a:extLst>
              </p:cNvPr>
              <p:cNvSpPr txBox="1"/>
              <p:nvPr/>
            </p:nvSpPr>
            <p:spPr>
              <a:xfrm>
                <a:off x="6935479" y="4964035"/>
                <a:ext cx="68503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80" name="CuadroTexto 79">
                <a:extLst>
                  <a:ext uri="{FF2B5EF4-FFF2-40B4-BE49-F238E27FC236}">
                    <a16:creationId xmlns:a16="http://schemas.microsoft.com/office/drawing/2014/main" id="{EE8B011A-8D96-74D8-8E1F-712FECCA2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5479" y="4964035"/>
                <a:ext cx="685033" cy="4070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CuadroTexto 80">
                <a:extLst>
                  <a:ext uri="{FF2B5EF4-FFF2-40B4-BE49-F238E27FC236}">
                    <a16:creationId xmlns:a16="http://schemas.microsoft.com/office/drawing/2014/main" id="{7718B3EB-F90A-47E3-B4AD-6CC55F4EDB60}"/>
                  </a:ext>
                </a:extLst>
              </p:cNvPr>
              <p:cNvSpPr txBox="1"/>
              <p:nvPr/>
            </p:nvSpPr>
            <p:spPr>
              <a:xfrm>
                <a:off x="8108788" y="4964035"/>
                <a:ext cx="68503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81" name="CuadroTexto 80">
                <a:extLst>
                  <a:ext uri="{FF2B5EF4-FFF2-40B4-BE49-F238E27FC236}">
                    <a16:creationId xmlns:a16="http://schemas.microsoft.com/office/drawing/2014/main" id="{7718B3EB-F90A-47E3-B4AD-6CC55F4ED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8788" y="4964035"/>
                <a:ext cx="685033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CuadroTexto 81">
                <a:extLst>
                  <a:ext uri="{FF2B5EF4-FFF2-40B4-BE49-F238E27FC236}">
                    <a16:creationId xmlns:a16="http://schemas.microsoft.com/office/drawing/2014/main" id="{6F4F8F76-4094-9775-343C-9BA217E096DC}"/>
                  </a:ext>
                </a:extLst>
              </p:cNvPr>
              <p:cNvSpPr txBox="1"/>
              <p:nvPr/>
            </p:nvSpPr>
            <p:spPr>
              <a:xfrm>
                <a:off x="4588863" y="4282302"/>
                <a:ext cx="68503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𝟐𝟏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82" name="CuadroTexto 81">
                <a:extLst>
                  <a:ext uri="{FF2B5EF4-FFF2-40B4-BE49-F238E27FC236}">
                    <a16:creationId xmlns:a16="http://schemas.microsoft.com/office/drawing/2014/main" id="{6F4F8F76-4094-9775-343C-9BA217E096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8863" y="4282302"/>
                <a:ext cx="685033" cy="40709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CuadroTexto 82">
                <a:extLst>
                  <a:ext uri="{FF2B5EF4-FFF2-40B4-BE49-F238E27FC236}">
                    <a16:creationId xmlns:a16="http://schemas.microsoft.com/office/drawing/2014/main" id="{5A66CB7A-AFA7-2B52-5F7F-C66D07B260A0}"/>
                  </a:ext>
                </a:extLst>
              </p:cNvPr>
              <p:cNvSpPr txBox="1"/>
              <p:nvPr/>
            </p:nvSpPr>
            <p:spPr>
              <a:xfrm>
                <a:off x="5762171" y="4282301"/>
                <a:ext cx="68503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𝟑𝟎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83" name="CuadroTexto 82">
                <a:extLst>
                  <a:ext uri="{FF2B5EF4-FFF2-40B4-BE49-F238E27FC236}">
                    <a16:creationId xmlns:a16="http://schemas.microsoft.com/office/drawing/2014/main" id="{5A66CB7A-AFA7-2B52-5F7F-C66D07B260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2171" y="4282301"/>
                <a:ext cx="685033" cy="407099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CuadroTexto 83">
                <a:extLst>
                  <a:ext uri="{FF2B5EF4-FFF2-40B4-BE49-F238E27FC236}">
                    <a16:creationId xmlns:a16="http://schemas.microsoft.com/office/drawing/2014/main" id="{D41CF001-C015-5EE0-6968-96C8DCA3D9BF}"/>
                  </a:ext>
                </a:extLst>
              </p:cNvPr>
              <p:cNvSpPr txBox="1"/>
              <p:nvPr/>
            </p:nvSpPr>
            <p:spPr>
              <a:xfrm>
                <a:off x="6935479" y="4282300"/>
                <a:ext cx="68503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𝟗𝟎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84" name="CuadroTexto 83">
                <a:extLst>
                  <a:ext uri="{FF2B5EF4-FFF2-40B4-BE49-F238E27FC236}">
                    <a16:creationId xmlns:a16="http://schemas.microsoft.com/office/drawing/2014/main" id="{D41CF001-C015-5EE0-6968-96C8DCA3D9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5479" y="4282300"/>
                <a:ext cx="685033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CuadroTexto 84">
                <a:extLst>
                  <a:ext uri="{FF2B5EF4-FFF2-40B4-BE49-F238E27FC236}">
                    <a16:creationId xmlns:a16="http://schemas.microsoft.com/office/drawing/2014/main" id="{CA8E9568-40A0-FB26-AF07-1841C485F2AB}"/>
                  </a:ext>
                </a:extLst>
              </p:cNvPr>
              <p:cNvSpPr txBox="1"/>
              <p:nvPr/>
            </p:nvSpPr>
            <p:spPr>
              <a:xfrm>
                <a:off x="8108788" y="4282300"/>
                <a:ext cx="68503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𝟏𝟐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85" name="CuadroTexto 84">
                <a:extLst>
                  <a:ext uri="{FF2B5EF4-FFF2-40B4-BE49-F238E27FC236}">
                    <a16:creationId xmlns:a16="http://schemas.microsoft.com/office/drawing/2014/main" id="{CA8E9568-40A0-FB26-AF07-1841C485F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8788" y="4282300"/>
                <a:ext cx="685033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7" name="Conector recto de flecha 86">
            <a:extLst>
              <a:ext uri="{FF2B5EF4-FFF2-40B4-BE49-F238E27FC236}">
                <a16:creationId xmlns:a16="http://schemas.microsoft.com/office/drawing/2014/main" id="{CCB2FC47-B8A0-B5F0-196D-28AC196F892A}"/>
              </a:ext>
            </a:extLst>
          </p:cNvPr>
          <p:cNvCxnSpPr>
            <a:stCxn id="71" idx="2"/>
            <a:endCxn id="77" idx="0"/>
          </p:cNvCxnSpPr>
          <p:nvPr/>
        </p:nvCxnSpPr>
        <p:spPr>
          <a:xfrm>
            <a:off x="3861012" y="3845053"/>
            <a:ext cx="0" cy="1118985"/>
          </a:xfrm>
          <a:prstGeom prst="straightConnector1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F8AEA27A-FCB1-4E23-5BE0-377F32FDDF63}"/>
              </a:ext>
            </a:extLst>
          </p:cNvPr>
          <p:cNvGrpSpPr/>
          <p:nvPr/>
        </p:nvGrpSpPr>
        <p:grpSpPr>
          <a:xfrm>
            <a:off x="4931379" y="3845052"/>
            <a:ext cx="1" cy="1118983"/>
            <a:chOff x="4931379" y="3845052"/>
            <a:chExt cx="1" cy="1118983"/>
          </a:xfrm>
        </p:grpSpPr>
        <p:cxnSp>
          <p:nvCxnSpPr>
            <p:cNvPr id="88" name="Conector recto de flecha 87">
              <a:extLst>
                <a:ext uri="{FF2B5EF4-FFF2-40B4-BE49-F238E27FC236}">
                  <a16:creationId xmlns:a16="http://schemas.microsoft.com/office/drawing/2014/main" id="{BF0129BE-F858-57A9-C19D-C6020B212A4D}"/>
                </a:ext>
              </a:extLst>
            </p:cNvPr>
            <p:cNvCxnSpPr>
              <a:cxnSpLocks/>
            </p:cNvCxnSpPr>
            <p:nvPr/>
          </p:nvCxnSpPr>
          <p:spPr>
            <a:xfrm>
              <a:off x="4931379" y="4610100"/>
              <a:ext cx="0" cy="353935"/>
            </a:xfrm>
            <a:prstGeom prst="straightConnector1">
              <a:avLst/>
            </a:prstGeom>
            <a:ln>
              <a:solidFill>
                <a:schemeClr val="accent4">
                  <a:lumMod val="60000"/>
                  <a:lumOff val="40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ector recto de flecha 91">
              <a:extLst>
                <a:ext uri="{FF2B5EF4-FFF2-40B4-BE49-F238E27FC236}">
                  <a16:creationId xmlns:a16="http://schemas.microsoft.com/office/drawing/2014/main" id="{5628F9F4-B746-9799-7135-640F128DAAA3}"/>
                </a:ext>
              </a:extLst>
            </p:cNvPr>
            <p:cNvCxnSpPr>
              <a:cxnSpLocks/>
              <a:stCxn id="72" idx="2"/>
            </p:cNvCxnSpPr>
            <p:nvPr/>
          </p:nvCxnSpPr>
          <p:spPr>
            <a:xfrm flipH="1">
              <a:off x="4931379" y="3845052"/>
              <a:ext cx="1" cy="494638"/>
            </a:xfrm>
            <a:prstGeom prst="straightConnector1">
              <a:avLst/>
            </a:prstGeom>
            <a:ln>
              <a:solidFill>
                <a:schemeClr val="accent4">
                  <a:lumMod val="60000"/>
                  <a:lumOff val="40000"/>
                </a:schemeClr>
              </a:solidFill>
              <a:prstDash val="dash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7" name="Grupo 126">
            <a:extLst>
              <a:ext uri="{FF2B5EF4-FFF2-40B4-BE49-F238E27FC236}">
                <a16:creationId xmlns:a16="http://schemas.microsoft.com/office/drawing/2014/main" id="{6FB92A86-5AF0-36D5-8889-33EC93C222DE}"/>
              </a:ext>
            </a:extLst>
          </p:cNvPr>
          <p:cNvGrpSpPr/>
          <p:nvPr/>
        </p:nvGrpSpPr>
        <p:grpSpPr>
          <a:xfrm>
            <a:off x="6104687" y="3850153"/>
            <a:ext cx="1" cy="1118983"/>
            <a:chOff x="6104687" y="3850153"/>
            <a:chExt cx="1" cy="1118983"/>
          </a:xfrm>
        </p:grpSpPr>
        <p:cxnSp>
          <p:nvCxnSpPr>
            <p:cNvPr id="95" name="Conector recto de flecha 94">
              <a:extLst>
                <a:ext uri="{FF2B5EF4-FFF2-40B4-BE49-F238E27FC236}">
                  <a16:creationId xmlns:a16="http://schemas.microsoft.com/office/drawing/2014/main" id="{8CE40700-7D15-36AE-43B6-CA38ADF4CDF4}"/>
                </a:ext>
              </a:extLst>
            </p:cNvPr>
            <p:cNvCxnSpPr>
              <a:cxnSpLocks/>
            </p:cNvCxnSpPr>
            <p:nvPr/>
          </p:nvCxnSpPr>
          <p:spPr>
            <a:xfrm>
              <a:off x="6104687" y="4615201"/>
              <a:ext cx="0" cy="353935"/>
            </a:xfrm>
            <a:prstGeom prst="straightConnector1">
              <a:avLst/>
            </a:prstGeom>
            <a:ln>
              <a:solidFill>
                <a:schemeClr val="accent4">
                  <a:lumMod val="60000"/>
                  <a:lumOff val="40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ector recto de flecha 95">
              <a:extLst>
                <a:ext uri="{FF2B5EF4-FFF2-40B4-BE49-F238E27FC236}">
                  <a16:creationId xmlns:a16="http://schemas.microsoft.com/office/drawing/2014/main" id="{D70DE39F-A61A-D9CE-A79F-F98587731D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4687" y="3850153"/>
              <a:ext cx="1" cy="494638"/>
            </a:xfrm>
            <a:prstGeom prst="straightConnector1">
              <a:avLst/>
            </a:prstGeom>
            <a:ln>
              <a:solidFill>
                <a:schemeClr val="accent4">
                  <a:lumMod val="60000"/>
                  <a:lumOff val="40000"/>
                </a:schemeClr>
              </a:solidFill>
              <a:prstDash val="dash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" name="Grupo 127">
            <a:extLst>
              <a:ext uri="{FF2B5EF4-FFF2-40B4-BE49-F238E27FC236}">
                <a16:creationId xmlns:a16="http://schemas.microsoft.com/office/drawing/2014/main" id="{BF395EFA-509A-808B-6D2C-74AF1A3409D8}"/>
              </a:ext>
            </a:extLst>
          </p:cNvPr>
          <p:cNvGrpSpPr/>
          <p:nvPr/>
        </p:nvGrpSpPr>
        <p:grpSpPr>
          <a:xfrm>
            <a:off x="7277994" y="3851827"/>
            <a:ext cx="1" cy="1118983"/>
            <a:chOff x="7277994" y="3851827"/>
            <a:chExt cx="1" cy="1118983"/>
          </a:xfrm>
        </p:grpSpPr>
        <p:cxnSp>
          <p:nvCxnSpPr>
            <p:cNvPr id="97" name="Conector recto de flecha 96">
              <a:extLst>
                <a:ext uri="{FF2B5EF4-FFF2-40B4-BE49-F238E27FC236}">
                  <a16:creationId xmlns:a16="http://schemas.microsoft.com/office/drawing/2014/main" id="{28696CC2-2C79-6680-4367-77818BBCA99B}"/>
                </a:ext>
              </a:extLst>
            </p:cNvPr>
            <p:cNvCxnSpPr>
              <a:cxnSpLocks/>
            </p:cNvCxnSpPr>
            <p:nvPr/>
          </p:nvCxnSpPr>
          <p:spPr>
            <a:xfrm>
              <a:off x="7277994" y="4616875"/>
              <a:ext cx="0" cy="353935"/>
            </a:xfrm>
            <a:prstGeom prst="straightConnector1">
              <a:avLst/>
            </a:prstGeom>
            <a:ln>
              <a:solidFill>
                <a:schemeClr val="accent4">
                  <a:lumMod val="60000"/>
                  <a:lumOff val="40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ector recto de flecha 97">
              <a:extLst>
                <a:ext uri="{FF2B5EF4-FFF2-40B4-BE49-F238E27FC236}">
                  <a16:creationId xmlns:a16="http://schemas.microsoft.com/office/drawing/2014/main" id="{B44CE4D2-5E35-1C37-8C23-7C1278FFAD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77994" y="3851827"/>
              <a:ext cx="1" cy="494638"/>
            </a:xfrm>
            <a:prstGeom prst="straightConnector1">
              <a:avLst/>
            </a:prstGeom>
            <a:ln>
              <a:solidFill>
                <a:schemeClr val="accent4">
                  <a:lumMod val="60000"/>
                  <a:lumOff val="40000"/>
                </a:schemeClr>
              </a:solidFill>
              <a:prstDash val="dash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9" name="Grupo 128">
            <a:extLst>
              <a:ext uri="{FF2B5EF4-FFF2-40B4-BE49-F238E27FC236}">
                <a16:creationId xmlns:a16="http://schemas.microsoft.com/office/drawing/2014/main" id="{EEC7739A-2AB7-4B1F-8D5B-427400A21D44}"/>
              </a:ext>
            </a:extLst>
          </p:cNvPr>
          <p:cNvGrpSpPr/>
          <p:nvPr/>
        </p:nvGrpSpPr>
        <p:grpSpPr>
          <a:xfrm>
            <a:off x="8451301" y="3851827"/>
            <a:ext cx="1" cy="1118983"/>
            <a:chOff x="8451301" y="3851827"/>
            <a:chExt cx="1" cy="1118983"/>
          </a:xfrm>
        </p:grpSpPr>
        <p:cxnSp>
          <p:nvCxnSpPr>
            <p:cNvPr id="101" name="Conector recto de flecha 100">
              <a:extLst>
                <a:ext uri="{FF2B5EF4-FFF2-40B4-BE49-F238E27FC236}">
                  <a16:creationId xmlns:a16="http://schemas.microsoft.com/office/drawing/2014/main" id="{54F092EC-2EC7-1611-F3D8-819E0CE5117C}"/>
                </a:ext>
              </a:extLst>
            </p:cNvPr>
            <p:cNvCxnSpPr>
              <a:cxnSpLocks/>
            </p:cNvCxnSpPr>
            <p:nvPr/>
          </p:nvCxnSpPr>
          <p:spPr>
            <a:xfrm>
              <a:off x="8451301" y="4616875"/>
              <a:ext cx="0" cy="353935"/>
            </a:xfrm>
            <a:prstGeom prst="straightConnector1">
              <a:avLst/>
            </a:prstGeom>
            <a:ln>
              <a:solidFill>
                <a:schemeClr val="accent4">
                  <a:lumMod val="60000"/>
                  <a:lumOff val="40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ector recto de flecha 101">
              <a:extLst>
                <a:ext uri="{FF2B5EF4-FFF2-40B4-BE49-F238E27FC236}">
                  <a16:creationId xmlns:a16="http://schemas.microsoft.com/office/drawing/2014/main" id="{A9C1B999-F3BB-EEFC-FEA6-ACDB1616A6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51301" y="3851827"/>
              <a:ext cx="1" cy="494638"/>
            </a:xfrm>
            <a:prstGeom prst="straightConnector1">
              <a:avLst/>
            </a:prstGeom>
            <a:ln>
              <a:solidFill>
                <a:schemeClr val="accent4">
                  <a:lumMod val="60000"/>
                  <a:lumOff val="40000"/>
                </a:schemeClr>
              </a:solidFill>
              <a:prstDash val="dash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4" name="Conector recto de flecha 103">
            <a:extLst>
              <a:ext uri="{FF2B5EF4-FFF2-40B4-BE49-F238E27FC236}">
                <a16:creationId xmlns:a16="http://schemas.microsoft.com/office/drawing/2014/main" id="{BE0D6C06-85A8-B3B8-A42B-C6A821374220}"/>
              </a:ext>
            </a:extLst>
          </p:cNvPr>
          <p:cNvCxnSpPr>
            <a:cxnSpLocks/>
          </p:cNvCxnSpPr>
          <p:nvPr/>
        </p:nvCxnSpPr>
        <p:spPr>
          <a:xfrm>
            <a:off x="3323999" y="4682410"/>
            <a:ext cx="397959" cy="407099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cto de flecha 111">
            <a:extLst>
              <a:ext uri="{FF2B5EF4-FFF2-40B4-BE49-F238E27FC236}">
                <a16:creationId xmlns:a16="http://schemas.microsoft.com/office/drawing/2014/main" id="{9726F8CF-1C83-D082-3D1C-0685F27CBEB9}"/>
              </a:ext>
            </a:extLst>
          </p:cNvPr>
          <p:cNvCxnSpPr>
            <a:cxnSpLocks/>
          </p:cNvCxnSpPr>
          <p:nvPr/>
        </p:nvCxnSpPr>
        <p:spPr>
          <a:xfrm flipV="1">
            <a:off x="4060269" y="4610100"/>
            <a:ext cx="631533" cy="479409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ector recto de flecha 115">
            <a:extLst>
              <a:ext uri="{FF2B5EF4-FFF2-40B4-BE49-F238E27FC236}">
                <a16:creationId xmlns:a16="http://schemas.microsoft.com/office/drawing/2014/main" id="{2A93A4E6-D196-851C-3B8E-314FE2F84A1B}"/>
              </a:ext>
            </a:extLst>
          </p:cNvPr>
          <p:cNvCxnSpPr>
            <a:cxnSpLocks/>
          </p:cNvCxnSpPr>
          <p:nvPr/>
        </p:nvCxnSpPr>
        <p:spPr>
          <a:xfrm flipV="1">
            <a:off x="5276566" y="4604463"/>
            <a:ext cx="631533" cy="479409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ector recto de flecha 116">
            <a:extLst>
              <a:ext uri="{FF2B5EF4-FFF2-40B4-BE49-F238E27FC236}">
                <a16:creationId xmlns:a16="http://schemas.microsoft.com/office/drawing/2014/main" id="{C3FF000D-8777-2A4D-B8B1-A31FE0ABB7A7}"/>
              </a:ext>
            </a:extLst>
          </p:cNvPr>
          <p:cNvCxnSpPr>
            <a:cxnSpLocks/>
          </p:cNvCxnSpPr>
          <p:nvPr/>
        </p:nvCxnSpPr>
        <p:spPr>
          <a:xfrm flipV="1">
            <a:off x="6451990" y="4604462"/>
            <a:ext cx="631533" cy="479409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ector recto de flecha 117">
            <a:extLst>
              <a:ext uri="{FF2B5EF4-FFF2-40B4-BE49-F238E27FC236}">
                <a16:creationId xmlns:a16="http://schemas.microsoft.com/office/drawing/2014/main" id="{7D25F1D6-C649-37DF-CA65-550764CAA1D7}"/>
              </a:ext>
            </a:extLst>
          </p:cNvPr>
          <p:cNvCxnSpPr>
            <a:cxnSpLocks/>
          </p:cNvCxnSpPr>
          <p:nvPr/>
        </p:nvCxnSpPr>
        <p:spPr>
          <a:xfrm flipV="1">
            <a:off x="7636358" y="4604462"/>
            <a:ext cx="631533" cy="479409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CuadroTexto 119">
                <a:extLst>
                  <a:ext uri="{FF2B5EF4-FFF2-40B4-BE49-F238E27FC236}">
                    <a16:creationId xmlns:a16="http://schemas.microsoft.com/office/drawing/2014/main" id="{99118050-2D92-538D-0A5C-7DAF7D428A04}"/>
                  </a:ext>
                </a:extLst>
              </p:cNvPr>
              <p:cNvSpPr txBox="1"/>
              <p:nvPr/>
            </p:nvSpPr>
            <p:spPr>
              <a:xfrm>
                <a:off x="3621436" y="2898973"/>
                <a:ext cx="479152" cy="4062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0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es-ES" sz="2000" b="1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0" name="CuadroTexto 119">
                <a:extLst>
                  <a:ext uri="{FF2B5EF4-FFF2-40B4-BE49-F238E27FC236}">
                    <a16:creationId xmlns:a16="http://schemas.microsoft.com/office/drawing/2014/main" id="{99118050-2D92-538D-0A5C-7DAF7D428A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1436" y="2898973"/>
                <a:ext cx="479152" cy="40626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CuadroTexto 120">
                <a:extLst>
                  <a:ext uri="{FF2B5EF4-FFF2-40B4-BE49-F238E27FC236}">
                    <a16:creationId xmlns:a16="http://schemas.microsoft.com/office/drawing/2014/main" id="{39F2D4E6-5CEC-09BB-0A0E-B547CA7F8CA9}"/>
                  </a:ext>
                </a:extLst>
              </p:cNvPr>
              <p:cNvSpPr txBox="1"/>
              <p:nvPr/>
            </p:nvSpPr>
            <p:spPr>
              <a:xfrm>
                <a:off x="4769008" y="2898973"/>
                <a:ext cx="479152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0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s-ES" sz="2000" b="1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1" name="CuadroTexto 120">
                <a:extLst>
                  <a:ext uri="{FF2B5EF4-FFF2-40B4-BE49-F238E27FC236}">
                    <a16:creationId xmlns:a16="http://schemas.microsoft.com/office/drawing/2014/main" id="{39F2D4E6-5CEC-09BB-0A0E-B547CA7F8C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9008" y="2898973"/>
                <a:ext cx="479152" cy="407099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CuadroTexto 121">
                <a:extLst>
                  <a:ext uri="{FF2B5EF4-FFF2-40B4-BE49-F238E27FC236}">
                    <a16:creationId xmlns:a16="http://schemas.microsoft.com/office/drawing/2014/main" id="{3E84962E-923D-32F7-647F-B6572BCF1345}"/>
                  </a:ext>
                </a:extLst>
              </p:cNvPr>
              <p:cNvSpPr txBox="1"/>
              <p:nvPr/>
            </p:nvSpPr>
            <p:spPr>
              <a:xfrm>
                <a:off x="5916580" y="2898973"/>
                <a:ext cx="479152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0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s-ES" sz="2000" b="1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2" name="CuadroTexto 121">
                <a:extLst>
                  <a:ext uri="{FF2B5EF4-FFF2-40B4-BE49-F238E27FC236}">
                    <a16:creationId xmlns:a16="http://schemas.microsoft.com/office/drawing/2014/main" id="{3E84962E-923D-32F7-647F-B6572BCF13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6580" y="2898973"/>
                <a:ext cx="479152" cy="407099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CuadroTexto 123">
                <a:extLst>
                  <a:ext uri="{FF2B5EF4-FFF2-40B4-BE49-F238E27FC236}">
                    <a16:creationId xmlns:a16="http://schemas.microsoft.com/office/drawing/2014/main" id="{E2725723-9486-C972-72CB-72991F2C4B2B}"/>
                  </a:ext>
                </a:extLst>
              </p:cNvPr>
              <p:cNvSpPr txBox="1"/>
              <p:nvPr/>
            </p:nvSpPr>
            <p:spPr>
              <a:xfrm>
                <a:off x="7064152" y="2898973"/>
                <a:ext cx="47915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s-ES" sz="2000" b="1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4" name="CuadroTexto 123">
                <a:extLst>
                  <a:ext uri="{FF2B5EF4-FFF2-40B4-BE49-F238E27FC236}">
                    <a16:creationId xmlns:a16="http://schemas.microsoft.com/office/drawing/2014/main" id="{E2725723-9486-C972-72CB-72991F2C4B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152" y="2898973"/>
                <a:ext cx="479152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0" name="Arco 129">
            <a:extLst>
              <a:ext uri="{FF2B5EF4-FFF2-40B4-BE49-F238E27FC236}">
                <a16:creationId xmlns:a16="http://schemas.microsoft.com/office/drawing/2014/main" id="{AF2C9386-9D8F-B6AE-8421-D428B8E05FA9}"/>
              </a:ext>
            </a:extLst>
          </p:cNvPr>
          <p:cNvSpPr/>
          <p:nvPr/>
        </p:nvSpPr>
        <p:spPr>
          <a:xfrm>
            <a:off x="2911118" y="4364961"/>
            <a:ext cx="1988218" cy="1126481"/>
          </a:xfrm>
          <a:prstGeom prst="arc">
            <a:avLst>
              <a:gd name="adj1" fmla="val 1279818"/>
              <a:gd name="adj2" fmla="val 11983857"/>
            </a:avLst>
          </a:prstGeom>
          <a:noFill/>
          <a:ln w="25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1" name="Arco 130">
            <a:extLst>
              <a:ext uri="{FF2B5EF4-FFF2-40B4-BE49-F238E27FC236}">
                <a16:creationId xmlns:a16="http://schemas.microsoft.com/office/drawing/2014/main" id="{F84CAE9C-9CE7-48FF-E5C4-E3610DA90F7A}"/>
              </a:ext>
            </a:extLst>
          </p:cNvPr>
          <p:cNvSpPr/>
          <p:nvPr/>
        </p:nvSpPr>
        <p:spPr>
          <a:xfrm>
            <a:off x="2905121" y="4346465"/>
            <a:ext cx="3095362" cy="1316397"/>
          </a:xfrm>
          <a:prstGeom prst="arc">
            <a:avLst>
              <a:gd name="adj1" fmla="val 645934"/>
              <a:gd name="adj2" fmla="val 10992021"/>
            </a:avLst>
          </a:prstGeom>
          <a:noFill/>
          <a:ln w="25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2" name="Arco 131">
            <a:extLst>
              <a:ext uri="{FF2B5EF4-FFF2-40B4-BE49-F238E27FC236}">
                <a16:creationId xmlns:a16="http://schemas.microsoft.com/office/drawing/2014/main" id="{A5C8EE79-1206-AE45-F48D-EDA5C9C2FC3E}"/>
              </a:ext>
            </a:extLst>
          </p:cNvPr>
          <p:cNvSpPr/>
          <p:nvPr/>
        </p:nvSpPr>
        <p:spPr>
          <a:xfrm>
            <a:off x="2901936" y="4099146"/>
            <a:ext cx="4551012" cy="1818339"/>
          </a:xfrm>
          <a:prstGeom prst="arc">
            <a:avLst>
              <a:gd name="adj1" fmla="val 563762"/>
              <a:gd name="adj2" fmla="val 10723776"/>
            </a:avLst>
          </a:prstGeom>
          <a:noFill/>
          <a:ln w="25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07146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4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9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4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9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9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4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9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4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9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4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79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840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0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00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00"/>
                            </p:stCondLst>
                            <p:childTnLst>
                              <p:par>
                                <p:cTn id="1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000"/>
                            </p:stCondLst>
                            <p:childTnLst>
                              <p:par>
                                <p:cTn id="1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500"/>
                            </p:stCondLst>
                            <p:childTnLst>
                              <p:par>
                                <p:cTn id="1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500"/>
                            </p:stCondLst>
                            <p:childTnLst>
                              <p:par>
                                <p:cTn id="1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000"/>
                            </p:stCondLst>
                            <p:childTnLst>
                              <p:par>
                                <p:cTn id="1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1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500"/>
                            </p:stCondLst>
                            <p:childTnLst>
                              <p:par>
                                <p:cTn id="1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65" grpId="0" animBg="1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7" grpId="0"/>
      <p:bldP spid="78" grpId="0"/>
      <p:bldP spid="79" grpId="0"/>
      <p:bldP spid="80" grpId="0"/>
      <p:bldP spid="81" grpId="0"/>
      <p:bldP spid="82" grpId="0"/>
      <p:bldP spid="83" grpId="0"/>
      <p:bldP spid="84" grpId="0"/>
      <p:bldP spid="85" grpId="0"/>
      <p:bldP spid="120" grpId="0"/>
      <p:bldP spid="121" grpId="0"/>
      <p:bldP spid="122" grpId="0"/>
      <p:bldP spid="124" grpId="0"/>
      <p:bldP spid="130" grpId="0" animBg="1"/>
      <p:bldP spid="131" grpId="0" animBg="1"/>
      <p:bldP spid="13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2EC1B7-7F96-6488-59EB-CA26B5C9E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A4ED6936-423D-DAB9-867E-A454E8BE7886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2DD86431-84E2-70CE-D6BB-5DF8B69DBADF}"/>
              </a:ext>
            </a:extLst>
          </p:cNvPr>
          <p:cNvSpPr txBox="1"/>
          <p:nvPr/>
        </p:nvSpPr>
        <p:spPr>
          <a:xfrm>
            <a:off x="3601" y="33951"/>
            <a:ext cx="1218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2: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Polinomios y Fracciones Algebraicas</a:t>
            </a: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E083452B-AAE2-D1C5-8061-AF37ED4806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DF74C65-06A7-0312-49E5-A3E2AA2D1817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F72C86B6-D01B-E9E4-F3DD-CBD9289ADF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DECDCA4A-6C47-D296-DBC0-F297CE46C4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0BEC55F0-092A-1488-116A-BA8AFCD1D0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57" name="CuadroTexto 56">
            <a:extLst>
              <a:ext uri="{FF2B5EF4-FFF2-40B4-BE49-F238E27FC236}">
                <a16:creationId xmlns:a16="http://schemas.microsoft.com/office/drawing/2014/main" id="{F981EEC1-882C-533F-87B5-CB9F0FE8BB35}"/>
              </a:ext>
            </a:extLst>
          </p:cNvPr>
          <p:cNvSpPr txBox="1"/>
          <p:nvPr/>
        </p:nvSpPr>
        <p:spPr>
          <a:xfrm>
            <a:off x="535084" y="2645549"/>
            <a:ext cx="2597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MÉTODO DE RUFFINI</a:t>
            </a:r>
          </a:p>
        </p:txBody>
      </p: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448FD777-F96D-75EA-BCBC-FC9D7A076333}"/>
              </a:ext>
            </a:extLst>
          </p:cNvPr>
          <p:cNvCxnSpPr>
            <a:cxnSpLocks/>
          </p:cNvCxnSpPr>
          <p:nvPr/>
        </p:nvCxnSpPr>
        <p:spPr>
          <a:xfrm>
            <a:off x="3065929" y="4737824"/>
            <a:ext cx="58449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F1C40A6F-4E2D-C010-1AE7-233A990030E5}"/>
              </a:ext>
            </a:extLst>
          </p:cNvPr>
          <p:cNvCxnSpPr>
            <a:cxnSpLocks/>
          </p:cNvCxnSpPr>
          <p:nvPr/>
        </p:nvCxnSpPr>
        <p:spPr>
          <a:xfrm>
            <a:off x="3415553" y="3437954"/>
            <a:ext cx="0" cy="18825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!Marco 10">
            <a:extLst>
              <a:ext uri="{FF2B5EF4-FFF2-40B4-BE49-F238E27FC236}">
                <a16:creationId xmlns:a16="http://schemas.microsoft.com/office/drawing/2014/main" id="{913DAD97-DDE9-448C-AE9E-02A0CADF6260}"/>
              </a:ext>
            </a:extLst>
          </p:cNvPr>
          <p:cNvSpPr/>
          <p:nvPr/>
        </p:nvSpPr>
        <p:spPr>
          <a:xfrm>
            <a:off x="535084" y="1076390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6" name="!CuadroTexto 1">
            <a:extLst>
              <a:ext uri="{FF2B5EF4-FFF2-40B4-BE49-F238E27FC236}">
                <a16:creationId xmlns:a16="http://schemas.microsoft.com/office/drawing/2014/main" id="{A95DEA7A-C621-9FD1-A903-75B61805870B}"/>
              </a:ext>
            </a:extLst>
          </p:cNvPr>
          <p:cNvSpPr txBox="1"/>
          <p:nvPr/>
        </p:nvSpPr>
        <p:spPr>
          <a:xfrm>
            <a:off x="535084" y="1083677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El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método de Ruffini </a:t>
            </a:r>
            <a:r>
              <a:rPr lang="es-ES" sz="2000" b="1" dirty="0"/>
              <a:t>permite dividir polinomios por una expresión del tipo x-a de forma rápida y cómoda.</a:t>
            </a:r>
            <a:endParaRPr lang="es-E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CuadroTexto 66">
                <a:extLst>
                  <a:ext uri="{FF2B5EF4-FFF2-40B4-BE49-F238E27FC236}">
                    <a16:creationId xmlns:a16="http://schemas.microsoft.com/office/drawing/2014/main" id="{1BC026A1-EBBC-801D-A325-7BCB078DF842}"/>
                  </a:ext>
                </a:extLst>
              </p:cNvPr>
              <p:cNvSpPr txBox="1"/>
              <p:nvPr/>
            </p:nvSpPr>
            <p:spPr>
              <a:xfrm>
                <a:off x="1503273" y="1976597"/>
                <a:ext cx="3549919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𝟏𝟏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𝟗𝟒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67" name="CuadroTexto 66">
                <a:extLst>
                  <a:ext uri="{FF2B5EF4-FFF2-40B4-BE49-F238E27FC236}">
                    <a16:creationId xmlns:a16="http://schemas.microsoft.com/office/drawing/2014/main" id="{1BC026A1-EBBC-801D-A325-7BCB078DF8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3273" y="1976597"/>
                <a:ext cx="3549919" cy="4070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CuadroTexto 67">
                <a:extLst>
                  <a:ext uri="{FF2B5EF4-FFF2-40B4-BE49-F238E27FC236}">
                    <a16:creationId xmlns:a16="http://schemas.microsoft.com/office/drawing/2014/main" id="{F5C0EF5D-A41C-5120-58A6-2F38C7A3B5A7}"/>
                  </a:ext>
                </a:extLst>
              </p:cNvPr>
              <p:cNvSpPr txBox="1"/>
              <p:nvPr/>
            </p:nvSpPr>
            <p:spPr>
              <a:xfrm>
                <a:off x="5465789" y="1976597"/>
                <a:ext cx="2034936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𝐐</m:t>
                      </m:r>
                      <m:d>
                        <m:d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68" name="CuadroTexto 67">
                <a:extLst>
                  <a:ext uri="{FF2B5EF4-FFF2-40B4-BE49-F238E27FC236}">
                    <a16:creationId xmlns:a16="http://schemas.microsoft.com/office/drawing/2014/main" id="{F5C0EF5D-A41C-5120-58A6-2F38C7A3B5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5789" y="1976597"/>
                <a:ext cx="2034936" cy="407099"/>
              </a:xfrm>
              <a:prstGeom prst="rect">
                <a:avLst/>
              </a:prstGeom>
              <a:blipFill>
                <a:blip r:embed="rId7"/>
                <a:stretch>
                  <a:fillRect b="-1194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4D3B2E59-9852-DEB0-745E-AFC92CB53B56}"/>
                  </a:ext>
                </a:extLst>
              </p:cNvPr>
              <p:cNvSpPr txBox="1"/>
              <p:nvPr/>
            </p:nvSpPr>
            <p:spPr>
              <a:xfrm>
                <a:off x="7715930" y="1980091"/>
                <a:ext cx="203493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𝐐</m:t>
                      </m:r>
                      <m:d>
                        <m:d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4D3B2E59-9852-DEB0-745E-AFC92CB53B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5930" y="1980091"/>
                <a:ext cx="2034936" cy="400110"/>
              </a:xfrm>
              <a:prstGeom prst="rect">
                <a:avLst/>
              </a:prstGeom>
              <a:blipFill>
                <a:blip r:embed="rId8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CuadroTexto 69">
                <a:extLst>
                  <a:ext uri="{FF2B5EF4-FFF2-40B4-BE49-F238E27FC236}">
                    <a16:creationId xmlns:a16="http://schemas.microsoft.com/office/drawing/2014/main" id="{F0D73DFD-5395-C631-97C3-6B2957CEBBE0}"/>
                  </a:ext>
                </a:extLst>
              </p:cNvPr>
              <p:cNvSpPr txBox="1"/>
              <p:nvPr/>
            </p:nvSpPr>
            <p:spPr>
              <a:xfrm>
                <a:off x="3017082" y="4339690"/>
                <a:ext cx="479152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70" name="CuadroTexto 69">
                <a:extLst>
                  <a:ext uri="{FF2B5EF4-FFF2-40B4-BE49-F238E27FC236}">
                    <a16:creationId xmlns:a16="http://schemas.microsoft.com/office/drawing/2014/main" id="{F0D73DFD-5395-C631-97C3-6B2957CEBB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082" y="4339690"/>
                <a:ext cx="479152" cy="4070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CuadroTexto 70">
                <a:extLst>
                  <a:ext uri="{FF2B5EF4-FFF2-40B4-BE49-F238E27FC236}">
                    <a16:creationId xmlns:a16="http://schemas.microsoft.com/office/drawing/2014/main" id="{4DE41C2C-17EF-54FE-CC8B-4E6079BC498D}"/>
                  </a:ext>
                </a:extLst>
              </p:cNvPr>
              <p:cNvSpPr txBox="1"/>
              <p:nvPr/>
            </p:nvSpPr>
            <p:spPr>
              <a:xfrm>
                <a:off x="3621436" y="3437954"/>
                <a:ext cx="479152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71" name="CuadroTexto 70">
                <a:extLst>
                  <a:ext uri="{FF2B5EF4-FFF2-40B4-BE49-F238E27FC236}">
                    <a16:creationId xmlns:a16="http://schemas.microsoft.com/office/drawing/2014/main" id="{4DE41C2C-17EF-54FE-CC8B-4E6079BC49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1436" y="3437954"/>
                <a:ext cx="479152" cy="4070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D8F4323A-1A89-D19E-FC55-C86F4C8489EA}"/>
                  </a:ext>
                </a:extLst>
              </p:cNvPr>
              <p:cNvSpPr txBox="1"/>
              <p:nvPr/>
            </p:nvSpPr>
            <p:spPr>
              <a:xfrm>
                <a:off x="4588863" y="3437953"/>
                <a:ext cx="68503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𝟏𝟏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D8F4323A-1A89-D19E-FC55-C86F4C848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8863" y="3437953"/>
                <a:ext cx="685033" cy="4070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AC76F8E5-34B5-E3E8-E815-429B347A1CC2}"/>
                  </a:ext>
                </a:extLst>
              </p:cNvPr>
              <p:cNvSpPr txBox="1"/>
              <p:nvPr/>
            </p:nvSpPr>
            <p:spPr>
              <a:xfrm>
                <a:off x="5762171" y="3437952"/>
                <a:ext cx="68503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AC76F8E5-34B5-E3E8-E815-429B347A1C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2171" y="3437952"/>
                <a:ext cx="685033" cy="4070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CuadroTexto 73">
                <a:extLst>
                  <a:ext uri="{FF2B5EF4-FFF2-40B4-BE49-F238E27FC236}">
                    <a16:creationId xmlns:a16="http://schemas.microsoft.com/office/drawing/2014/main" id="{37375BA8-010F-3AB9-0A94-4C40961A21D5}"/>
                  </a:ext>
                </a:extLst>
              </p:cNvPr>
              <p:cNvSpPr txBox="1"/>
              <p:nvPr/>
            </p:nvSpPr>
            <p:spPr>
              <a:xfrm>
                <a:off x="6935479" y="3437951"/>
                <a:ext cx="68503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𝟗𝟒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74" name="CuadroTexto 73">
                <a:extLst>
                  <a:ext uri="{FF2B5EF4-FFF2-40B4-BE49-F238E27FC236}">
                    <a16:creationId xmlns:a16="http://schemas.microsoft.com/office/drawing/2014/main" id="{37375BA8-010F-3AB9-0A94-4C40961A21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5479" y="3437951"/>
                <a:ext cx="685033" cy="4070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CuadroTexto 74">
                <a:extLst>
                  <a:ext uri="{FF2B5EF4-FFF2-40B4-BE49-F238E27FC236}">
                    <a16:creationId xmlns:a16="http://schemas.microsoft.com/office/drawing/2014/main" id="{99B8C6DA-2A66-CB8C-282D-5A805350E5AE}"/>
                  </a:ext>
                </a:extLst>
              </p:cNvPr>
              <p:cNvSpPr txBox="1"/>
              <p:nvPr/>
            </p:nvSpPr>
            <p:spPr>
              <a:xfrm>
                <a:off x="8108788" y="3437951"/>
                <a:ext cx="68503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75" name="CuadroTexto 74">
                <a:extLst>
                  <a:ext uri="{FF2B5EF4-FFF2-40B4-BE49-F238E27FC236}">
                    <a16:creationId xmlns:a16="http://schemas.microsoft.com/office/drawing/2014/main" id="{99B8C6DA-2A66-CB8C-282D-5A805350E5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8788" y="3437951"/>
                <a:ext cx="685033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CuadroTexto 76">
                <a:extLst>
                  <a:ext uri="{FF2B5EF4-FFF2-40B4-BE49-F238E27FC236}">
                    <a16:creationId xmlns:a16="http://schemas.microsoft.com/office/drawing/2014/main" id="{EF9550FD-9208-4BB7-CAF2-46B4A6A12188}"/>
                  </a:ext>
                </a:extLst>
              </p:cNvPr>
              <p:cNvSpPr txBox="1"/>
              <p:nvPr/>
            </p:nvSpPr>
            <p:spPr>
              <a:xfrm>
                <a:off x="3621436" y="4964038"/>
                <a:ext cx="479152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77" name="CuadroTexto 76">
                <a:extLst>
                  <a:ext uri="{FF2B5EF4-FFF2-40B4-BE49-F238E27FC236}">
                    <a16:creationId xmlns:a16="http://schemas.microsoft.com/office/drawing/2014/main" id="{EF9550FD-9208-4BB7-CAF2-46B4A6A121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1436" y="4964038"/>
                <a:ext cx="479152" cy="4070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CuadroTexto 77">
                <a:extLst>
                  <a:ext uri="{FF2B5EF4-FFF2-40B4-BE49-F238E27FC236}">
                    <a16:creationId xmlns:a16="http://schemas.microsoft.com/office/drawing/2014/main" id="{2A1F9494-57D0-FA13-C07A-D0A056648B08}"/>
                  </a:ext>
                </a:extLst>
              </p:cNvPr>
              <p:cNvSpPr txBox="1"/>
              <p:nvPr/>
            </p:nvSpPr>
            <p:spPr>
              <a:xfrm>
                <a:off x="4588863" y="4964037"/>
                <a:ext cx="68503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78" name="CuadroTexto 77">
                <a:extLst>
                  <a:ext uri="{FF2B5EF4-FFF2-40B4-BE49-F238E27FC236}">
                    <a16:creationId xmlns:a16="http://schemas.microsoft.com/office/drawing/2014/main" id="{2A1F9494-57D0-FA13-C07A-D0A056648B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8863" y="4964037"/>
                <a:ext cx="685033" cy="4070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CuadroTexto 78">
                <a:extLst>
                  <a:ext uri="{FF2B5EF4-FFF2-40B4-BE49-F238E27FC236}">
                    <a16:creationId xmlns:a16="http://schemas.microsoft.com/office/drawing/2014/main" id="{0ABBCB3E-98C9-563A-193D-0BF0603BABC4}"/>
                  </a:ext>
                </a:extLst>
              </p:cNvPr>
              <p:cNvSpPr txBox="1"/>
              <p:nvPr/>
            </p:nvSpPr>
            <p:spPr>
              <a:xfrm>
                <a:off x="5762171" y="4964036"/>
                <a:ext cx="68503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𝟑𝟎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79" name="CuadroTexto 78">
                <a:extLst>
                  <a:ext uri="{FF2B5EF4-FFF2-40B4-BE49-F238E27FC236}">
                    <a16:creationId xmlns:a16="http://schemas.microsoft.com/office/drawing/2014/main" id="{0ABBCB3E-98C9-563A-193D-0BF0603BAB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2171" y="4964036"/>
                <a:ext cx="685033" cy="4070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CuadroTexto 79">
                <a:extLst>
                  <a:ext uri="{FF2B5EF4-FFF2-40B4-BE49-F238E27FC236}">
                    <a16:creationId xmlns:a16="http://schemas.microsoft.com/office/drawing/2014/main" id="{CFBD9A1A-8877-5247-3F5B-E3549F7E101A}"/>
                  </a:ext>
                </a:extLst>
              </p:cNvPr>
              <p:cNvSpPr txBox="1"/>
              <p:nvPr/>
            </p:nvSpPr>
            <p:spPr>
              <a:xfrm>
                <a:off x="6935479" y="4964035"/>
                <a:ext cx="68503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80" name="CuadroTexto 79">
                <a:extLst>
                  <a:ext uri="{FF2B5EF4-FFF2-40B4-BE49-F238E27FC236}">
                    <a16:creationId xmlns:a16="http://schemas.microsoft.com/office/drawing/2014/main" id="{CFBD9A1A-8877-5247-3F5B-E3549F7E1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5479" y="4964035"/>
                <a:ext cx="685033" cy="4070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CuadroTexto 80">
                <a:extLst>
                  <a:ext uri="{FF2B5EF4-FFF2-40B4-BE49-F238E27FC236}">
                    <a16:creationId xmlns:a16="http://schemas.microsoft.com/office/drawing/2014/main" id="{B595AEED-7431-2DD1-8C82-03768A75F4F6}"/>
                  </a:ext>
                </a:extLst>
              </p:cNvPr>
              <p:cNvSpPr txBox="1"/>
              <p:nvPr/>
            </p:nvSpPr>
            <p:spPr>
              <a:xfrm>
                <a:off x="8108788" y="4964035"/>
                <a:ext cx="68503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81" name="CuadroTexto 80">
                <a:extLst>
                  <a:ext uri="{FF2B5EF4-FFF2-40B4-BE49-F238E27FC236}">
                    <a16:creationId xmlns:a16="http://schemas.microsoft.com/office/drawing/2014/main" id="{B595AEED-7431-2DD1-8C82-03768A75F4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8788" y="4964035"/>
                <a:ext cx="685033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CuadroTexto 81">
                <a:extLst>
                  <a:ext uri="{FF2B5EF4-FFF2-40B4-BE49-F238E27FC236}">
                    <a16:creationId xmlns:a16="http://schemas.microsoft.com/office/drawing/2014/main" id="{6699AF3B-1F81-ABBD-FEE2-429B27A063C1}"/>
                  </a:ext>
                </a:extLst>
              </p:cNvPr>
              <p:cNvSpPr txBox="1"/>
              <p:nvPr/>
            </p:nvSpPr>
            <p:spPr>
              <a:xfrm>
                <a:off x="4588863" y="4282302"/>
                <a:ext cx="68503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𝟐𝟏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82" name="CuadroTexto 81">
                <a:extLst>
                  <a:ext uri="{FF2B5EF4-FFF2-40B4-BE49-F238E27FC236}">
                    <a16:creationId xmlns:a16="http://schemas.microsoft.com/office/drawing/2014/main" id="{6699AF3B-1F81-ABBD-FEE2-429B27A06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8863" y="4282302"/>
                <a:ext cx="685033" cy="40709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CuadroTexto 82">
                <a:extLst>
                  <a:ext uri="{FF2B5EF4-FFF2-40B4-BE49-F238E27FC236}">
                    <a16:creationId xmlns:a16="http://schemas.microsoft.com/office/drawing/2014/main" id="{1A4937B4-2C33-8048-9C5B-36D3C86710E9}"/>
                  </a:ext>
                </a:extLst>
              </p:cNvPr>
              <p:cNvSpPr txBox="1"/>
              <p:nvPr/>
            </p:nvSpPr>
            <p:spPr>
              <a:xfrm>
                <a:off x="5762171" y="4282301"/>
                <a:ext cx="68503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𝟑𝟎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83" name="CuadroTexto 82">
                <a:extLst>
                  <a:ext uri="{FF2B5EF4-FFF2-40B4-BE49-F238E27FC236}">
                    <a16:creationId xmlns:a16="http://schemas.microsoft.com/office/drawing/2014/main" id="{1A4937B4-2C33-8048-9C5B-36D3C8671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2171" y="4282301"/>
                <a:ext cx="685033" cy="407099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CuadroTexto 83">
                <a:extLst>
                  <a:ext uri="{FF2B5EF4-FFF2-40B4-BE49-F238E27FC236}">
                    <a16:creationId xmlns:a16="http://schemas.microsoft.com/office/drawing/2014/main" id="{3C1B862F-4D75-5B4C-1F5D-C367A6B672DC}"/>
                  </a:ext>
                </a:extLst>
              </p:cNvPr>
              <p:cNvSpPr txBox="1"/>
              <p:nvPr/>
            </p:nvSpPr>
            <p:spPr>
              <a:xfrm>
                <a:off x="6935479" y="4282300"/>
                <a:ext cx="68503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𝟗𝟎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84" name="CuadroTexto 83">
                <a:extLst>
                  <a:ext uri="{FF2B5EF4-FFF2-40B4-BE49-F238E27FC236}">
                    <a16:creationId xmlns:a16="http://schemas.microsoft.com/office/drawing/2014/main" id="{3C1B862F-4D75-5B4C-1F5D-C367A6B67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5479" y="4282300"/>
                <a:ext cx="685033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CuadroTexto 84">
                <a:extLst>
                  <a:ext uri="{FF2B5EF4-FFF2-40B4-BE49-F238E27FC236}">
                    <a16:creationId xmlns:a16="http://schemas.microsoft.com/office/drawing/2014/main" id="{DA8C091B-3D4B-94EC-0389-287CCD945749}"/>
                  </a:ext>
                </a:extLst>
              </p:cNvPr>
              <p:cNvSpPr txBox="1"/>
              <p:nvPr/>
            </p:nvSpPr>
            <p:spPr>
              <a:xfrm>
                <a:off x="8108788" y="4282300"/>
                <a:ext cx="68503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𝟏𝟐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85" name="CuadroTexto 84">
                <a:extLst>
                  <a:ext uri="{FF2B5EF4-FFF2-40B4-BE49-F238E27FC236}">
                    <a16:creationId xmlns:a16="http://schemas.microsoft.com/office/drawing/2014/main" id="{DA8C091B-3D4B-94EC-0389-287CCD945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8788" y="4282300"/>
                <a:ext cx="685033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7" name="Conector recto de flecha 86">
            <a:extLst>
              <a:ext uri="{FF2B5EF4-FFF2-40B4-BE49-F238E27FC236}">
                <a16:creationId xmlns:a16="http://schemas.microsoft.com/office/drawing/2014/main" id="{C525A07C-D725-72EE-89CF-20BD6F42F43F}"/>
              </a:ext>
            </a:extLst>
          </p:cNvPr>
          <p:cNvCxnSpPr>
            <a:stCxn id="71" idx="2"/>
            <a:endCxn id="77" idx="0"/>
          </p:cNvCxnSpPr>
          <p:nvPr/>
        </p:nvCxnSpPr>
        <p:spPr>
          <a:xfrm>
            <a:off x="3861012" y="3845053"/>
            <a:ext cx="0" cy="1118985"/>
          </a:xfrm>
          <a:prstGeom prst="straightConnector1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4D2C9CF4-DB32-E9A3-C456-F154E01B4395}"/>
              </a:ext>
            </a:extLst>
          </p:cNvPr>
          <p:cNvGrpSpPr/>
          <p:nvPr/>
        </p:nvGrpSpPr>
        <p:grpSpPr>
          <a:xfrm>
            <a:off x="4931379" y="3845052"/>
            <a:ext cx="1" cy="1118983"/>
            <a:chOff x="4931379" y="3845052"/>
            <a:chExt cx="1" cy="1118983"/>
          </a:xfrm>
        </p:grpSpPr>
        <p:cxnSp>
          <p:nvCxnSpPr>
            <p:cNvPr id="88" name="Conector recto de flecha 87">
              <a:extLst>
                <a:ext uri="{FF2B5EF4-FFF2-40B4-BE49-F238E27FC236}">
                  <a16:creationId xmlns:a16="http://schemas.microsoft.com/office/drawing/2014/main" id="{755E7DB2-AE77-7513-009E-2A5D02B2E91C}"/>
                </a:ext>
              </a:extLst>
            </p:cNvPr>
            <p:cNvCxnSpPr>
              <a:cxnSpLocks/>
            </p:cNvCxnSpPr>
            <p:nvPr/>
          </p:nvCxnSpPr>
          <p:spPr>
            <a:xfrm>
              <a:off x="4931379" y="4610100"/>
              <a:ext cx="0" cy="353935"/>
            </a:xfrm>
            <a:prstGeom prst="straightConnector1">
              <a:avLst/>
            </a:prstGeom>
            <a:ln>
              <a:solidFill>
                <a:schemeClr val="accent4">
                  <a:lumMod val="60000"/>
                  <a:lumOff val="40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ector recto de flecha 91">
              <a:extLst>
                <a:ext uri="{FF2B5EF4-FFF2-40B4-BE49-F238E27FC236}">
                  <a16:creationId xmlns:a16="http://schemas.microsoft.com/office/drawing/2014/main" id="{04FC5C78-BE02-66A6-B264-B1E2DB4A65E7}"/>
                </a:ext>
              </a:extLst>
            </p:cNvPr>
            <p:cNvCxnSpPr>
              <a:cxnSpLocks/>
              <a:stCxn id="72" idx="2"/>
            </p:cNvCxnSpPr>
            <p:nvPr/>
          </p:nvCxnSpPr>
          <p:spPr>
            <a:xfrm flipH="1">
              <a:off x="4931379" y="3845052"/>
              <a:ext cx="1" cy="494638"/>
            </a:xfrm>
            <a:prstGeom prst="straightConnector1">
              <a:avLst/>
            </a:prstGeom>
            <a:ln>
              <a:solidFill>
                <a:schemeClr val="accent4">
                  <a:lumMod val="60000"/>
                  <a:lumOff val="40000"/>
                </a:schemeClr>
              </a:solidFill>
              <a:prstDash val="dash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7" name="Grupo 126">
            <a:extLst>
              <a:ext uri="{FF2B5EF4-FFF2-40B4-BE49-F238E27FC236}">
                <a16:creationId xmlns:a16="http://schemas.microsoft.com/office/drawing/2014/main" id="{4FB32504-9B24-A106-223C-22C5715AB780}"/>
              </a:ext>
            </a:extLst>
          </p:cNvPr>
          <p:cNvGrpSpPr/>
          <p:nvPr/>
        </p:nvGrpSpPr>
        <p:grpSpPr>
          <a:xfrm>
            <a:off x="6104687" y="3850153"/>
            <a:ext cx="1" cy="1118983"/>
            <a:chOff x="6104687" y="3850153"/>
            <a:chExt cx="1" cy="1118983"/>
          </a:xfrm>
        </p:grpSpPr>
        <p:cxnSp>
          <p:nvCxnSpPr>
            <p:cNvPr id="95" name="Conector recto de flecha 94">
              <a:extLst>
                <a:ext uri="{FF2B5EF4-FFF2-40B4-BE49-F238E27FC236}">
                  <a16:creationId xmlns:a16="http://schemas.microsoft.com/office/drawing/2014/main" id="{06D173D5-2F02-7D00-081D-598060AF4FAC}"/>
                </a:ext>
              </a:extLst>
            </p:cNvPr>
            <p:cNvCxnSpPr>
              <a:cxnSpLocks/>
            </p:cNvCxnSpPr>
            <p:nvPr/>
          </p:nvCxnSpPr>
          <p:spPr>
            <a:xfrm>
              <a:off x="6104687" y="4615201"/>
              <a:ext cx="0" cy="353935"/>
            </a:xfrm>
            <a:prstGeom prst="straightConnector1">
              <a:avLst/>
            </a:prstGeom>
            <a:ln>
              <a:solidFill>
                <a:schemeClr val="accent4">
                  <a:lumMod val="60000"/>
                  <a:lumOff val="40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ector recto de flecha 95">
              <a:extLst>
                <a:ext uri="{FF2B5EF4-FFF2-40B4-BE49-F238E27FC236}">
                  <a16:creationId xmlns:a16="http://schemas.microsoft.com/office/drawing/2014/main" id="{D963F26A-652A-1A42-7AAF-B3326C02D2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4687" y="3850153"/>
              <a:ext cx="1" cy="494638"/>
            </a:xfrm>
            <a:prstGeom prst="straightConnector1">
              <a:avLst/>
            </a:prstGeom>
            <a:ln>
              <a:solidFill>
                <a:schemeClr val="accent4">
                  <a:lumMod val="60000"/>
                  <a:lumOff val="40000"/>
                </a:schemeClr>
              </a:solidFill>
              <a:prstDash val="dash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" name="Grupo 127">
            <a:extLst>
              <a:ext uri="{FF2B5EF4-FFF2-40B4-BE49-F238E27FC236}">
                <a16:creationId xmlns:a16="http://schemas.microsoft.com/office/drawing/2014/main" id="{5A721E36-A061-3221-4594-147513936C82}"/>
              </a:ext>
            </a:extLst>
          </p:cNvPr>
          <p:cNvGrpSpPr/>
          <p:nvPr/>
        </p:nvGrpSpPr>
        <p:grpSpPr>
          <a:xfrm>
            <a:off x="7277994" y="3851827"/>
            <a:ext cx="1" cy="1118983"/>
            <a:chOff x="7277994" y="3851827"/>
            <a:chExt cx="1" cy="1118983"/>
          </a:xfrm>
        </p:grpSpPr>
        <p:cxnSp>
          <p:nvCxnSpPr>
            <p:cNvPr id="97" name="Conector recto de flecha 96">
              <a:extLst>
                <a:ext uri="{FF2B5EF4-FFF2-40B4-BE49-F238E27FC236}">
                  <a16:creationId xmlns:a16="http://schemas.microsoft.com/office/drawing/2014/main" id="{3342D13C-D997-EAF8-A434-9CFB8E19E795}"/>
                </a:ext>
              </a:extLst>
            </p:cNvPr>
            <p:cNvCxnSpPr>
              <a:cxnSpLocks/>
            </p:cNvCxnSpPr>
            <p:nvPr/>
          </p:nvCxnSpPr>
          <p:spPr>
            <a:xfrm>
              <a:off x="7277994" y="4616875"/>
              <a:ext cx="0" cy="353935"/>
            </a:xfrm>
            <a:prstGeom prst="straightConnector1">
              <a:avLst/>
            </a:prstGeom>
            <a:ln>
              <a:solidFill>
                <a:schemeClr val="accent4">
                  <a:lumMod val="60000"/>
                  <a:lumOff val="40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ector recto de flecha 97">
              <a:extLst>
                <a:ext uri="{FF2B5EF4-FFF2-40B4-BE49-F238E27FC236}">
                  <a16:creationId xmlns:a16="http://schemas.microsoft.com/office/drawing/2014/main" id="{BA6E76A1-A41F-8690-7BE3-99D16887A1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77994" y="3851827"/>
              <a:ext cx="1" cy="494638"/>
            </a:xfrm>
            <a:prstGeom prst="straightConnector1">
              <a:avLst/>
            </a:prstGeom>
            <a:ln>
              <a:solidFill>
                <a:schemeClr val="accent4">
                  <a:lumMod val="60000"/>
                  <a:lumOff val="40000"/>
                </a:schemeClr>
              </a:solidFill>
              <a:prstDash val="dash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9" name="Grupo 128">
            <a:extLst>
              <a:ext uri="{FF2B5EF4-FFF2-40B4-BE49-F238E27FC236}">
                <a16:creationId xmlns:a16="http://schemas.microsoft.com/office/drawing/2014/main" id="{B8F48315-3F7E-325E-62FE-3035AAE476DD}"/>
              </a:ext>
            </a:extLst>
          </p:cNvPr>
          <p:cNvGrpSpPr/>
          <p:nvPr/>
        </p:nvGrpSpPr>
        <p:grpSpPr>
          <a:xfrm>
            <a:off x="8451301" y="3851827"/>
            <a:ext cx="1" cy="1118983"/>
            <a:chOff x="8451301" y="3851827"/>
            <a:chExt cx="1" cy="1118983"/>
          </a:xfrm>
        </p:grpSpPr>
        <p:cxnSp>
          <p:nvCxnSpPr>
            <p:cNvPr id="101" name="Conector recto de flecha 100">
              <a:extLst>
                <a:ext uri="{FF2B5EF4-FFF2-40B4-BE49-F238E27FC236}">
                  <a16:creationId xmlns:a16="http://schemas.microsoft.com/office/drawing/2014/main" id="{C40A6B64-8324-690E-7106-3848D5534BFD}"/>
                </a:ext>
              </a:extLst>
            </p:cNvPr>
            <p:cNvCxnSpPr>
              <a:cxnSpLocks/>
            </p:cNvCxnSpPr>
            <p:nvPr/>
          </p:nvCxnSpPr>
          <p:spPr>
            <a:xfrm>
              <a:off x="8451301" y="4616875"/>
              <a:ext cx="0" cy="353935"/>
            </a:xfrm>
            <a:prstGeom prst="straightConnector1">
              <a:avLst/>
            </a:prstGeom>
            <a:ln>
              <a:solidFill>
                <a:schemeClr val="accent4">
                  <a:lumMod val="60000"/>
                  <a:lumOff val="40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ector recto de flecha 101">
              <a:extLst>
                <a:ext uri="{FF2B5EF4-FFF2-40B4-BE49-F238E27FC236}">
                  <a16:creationId xmlns:a16="http://schemas.microsoft.com/office/drawing/2014/main" id="{763CB0B6-0216-153E-8AFB-7695F048E3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51301" y="3851827"/>
              <a:ext cx="1" cy="494638"/>
            </a:xfrm>
            <a:prstGeom prst="straightConnector1">
              <a:avLst/>
            </a:prstGeom>
            <a:ln>
              <a:solidFill>
                <a:schemeClr val="accent4">
                  <a:lumMod val="60000"/>
                  <a:lumOff val="40000"/>
                </a:schemeClr>
              </a:solidFill>
              <a:prstDash val="dash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4" name="Conector recto de flecha 103">
            <a:extLst>
              <a:ext uri="{FF2B5EF4-FFF2-40B4-BE49-F238E27FC236}">
                <a16:creationId xmlns:a16="http://schemas.microsoft.com/office/drawing/2014/main" id="{0593053A-6E79-881C-1F10-6D30EFA1EFA8}"/>
              </a:ext>
            </a:extLst>
          </p:cNvPr>
          <p:cNvCxnSpPr>
            <a:cxnSpLocks/>
          </p:cNvCxnSpPr>
          <p:nvPr/>
        </p:nvCxnSpPr>
        <p:spPr>
          <a:xfrm>
            <a:off x="3323999" y="4682410"/>
            <a:ext cx="397959" cy="407099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cto de flecha 111">
            <a:extLst>
              <a:ext uri="{FF2B5EF4-FFF2-40B4-BE49-F238E27FC236}">
                <a16:creationId xmlns:a16="http://schemas.microsoft.com/office/drawing/2014/main" id="{C94E9725-BC3A-59C6-E392-03C90C9F3DC9}"/>
              </a:ext>
            </a:extLst>
          </p:cNvPr>
          <p:cNvCxnSpPr>
            <a:cxnSpLocks/>
          </p:cNvCxnSpPr>
          <p:nvPr/>
        </p:nvCxnSpPr>
        <p:spPr>
          <a:xfrm flipV="1">
            <a:off x="4060269" y="4610100"/>
            <a:ext cx="631533" cy="479409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ector recto de flecha 115">
            <a:extLst>
              <a:ext uri="{FF2B5EF4-FFF2-40B4-BE49-F238E27FC236}">
                <a16:creationId xmlns:a16="http://schemas.microsoft.com/office/drawing/2014/main" id="{3CCE6BE2-CCBA-1EB7-92CF-96DFE24FD7D7}"/>
              </a:ext>
            </a:extLst>
          </p:cNvPr>
          <p:cNvCxnSpPr>
            <a:cxnSpLocks/>
          </p:cNvCxnSpPr>
          <p:nvPr/>
        </p:nvCxnSpPr>
        <p:spPr>
          <a:xfrm flipV="1">
            <a:off x="5276566" y="4604463"/>
            <a:ext cx="631533" cy="479409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ector recto de flecha 116">
            <a:extLst>
              <a:ext uri="{FF2B5EF4-FFF2-40B4-BE49-F238E27FC236}">
                <a16:creationId xmlns:a16="http://schemas.microsoft.com/office/drawing/2014/main" id="{44BA6262-32F5-3C99-3C5B-4CE5AA15B80E}"/>
              </a:ext>
            </a:extLst>
          </p:cNvPr>
          <p:cNvCxnSpPr>
            <a:cxnSpLocks/>
          </p:cNvCxnSpPr>
          <p:nvPr/>
        </p:nvCxnSpPr>
        <p:spPr>
          <a:xfrm flipV="1">
            <a:off x="6451990" y="4604462"/>
            <a:ext cx="631533" cy="479409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ector recto de flecha 117">
            <a:extLst>
              <a:ext uri="{FF2B5EF4-FFF2-40B4-BE49-F238E27FC236}">
                <a16:creationId xmlns:a16="http://schemas.microsoft.com/office/drawing/2014/main" id="{921B1A15-406F-20BD-C007-65C926D4B015}"/>
              </a:ext>
            </a:extLst>
          </p:cNvPr>
          <p:cNvCxnSpPr>
            <a:cxnSpLocks/>
          </p:cNvCxnSpPr>
          <p:nvPr/>
        </p:nvCxnSpPr>
        <p:spPr>
          <a:xfrm flipV="1">
            <a:off x="7636358" y="4604462"/>
            <a:ext cx="631533" cy="479409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CuadroTexto 119">
                <a:extLst>
                  <a:ext uri="{FF2B5EF4-FFF2-40B4-BE49-F238E27FC236}">
                    <a16:creationId xmlns:a16="http://schemas.microsoft.com/office/drawing/2014/main" id="{B85928F3-C368-743C-0CB9-53B8CEC59F44}"/>
                  </a:ext>
                </a:extLst>
              </p:cNvPr>
              <p:cNvSpPr txBox="1"/>
              <p:nvPr/>
            </p:nvSpPr>
            <p:spPr>
              <a:xfrm>
                <a:off x="3621436" y="2898973"/>
                <a:ext cx="479152" cy="4062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0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es-ES" sz="2000" b="1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0" name="CuadroTexto 119">
                <a:extLst>
                  <a:ext uri="{FF2B5EF4-FFF2-40B4-BE49-F238E27FC236}">
                    <a16:creationId xmlns:a16="http://schemas.microsoft.com/office/drawing/2014/main" id="{B85928F3-C368-743C-0CB9-53B8CEC59F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1436" y="2898973"/>
                <a:ext cx="479152" cy="40626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CuadroTexto 120">
                <a:extLst>
                  <a:ext uri="{FF2B5EF4-FFF2-40B4-BE49-F238E27FC236}">
                    <a16:creationId xmlns:a16="http://schemas.microsoft.com/office/drawing/2014/main" id="{F5C8C3D5-4E43-4809-8176-E2A44924784D}"/>
                  </a:ext>
                </a:extLst>
              </p:cNvPr>
              <p:cNvSpPr txBox="1"/>
              <p:nvPr/>
            </p:nvSpPr>
            <p:spPr>
              <a:xfrm>
                <a:off x="4769008" y="2898973"/>
                <a:ext cx="479152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0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s-ES" sz="2000" b="1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1" name="CuadroTexto 120">
                <a:extLst>
                  <a:ext uri="{FF2B5EF4-FFF2-40B4-BE49-F238E27FC236}">
                    <a16:creationId xmlns:a16="http://schemas.microsoft.com/office/drawing/2014/main" id="{F5C8C3D5-4E43-4809-8176-E2A449247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9008" y="2898973"/>
                <a:ext cx="479152" cy="407099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CuadroTexto 121">
                <a:extLst>
                  <a:ext uri="{FF2B5EF4-FFF2-40B4-BE49-F238E27FC236}">
                    <a16:creationId xmlns:a16="http://schemas.microsoft.com/office/drawing/2014/main" id="{AA2E6BF5-8633-087C-2B4D-DD18D57DCA92}"/>
                  </a:ext>
                </a:extLst>
              </p:cNvPr>
              <p:cNvSpPr txBox="1"/>
              <p:nvPr/>
            </p:nvSpPr>
            <p:spPr>
              <a:xfrm>
                <a:off x="5916580" y="2898973"/>
                <a:ext cx="479152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0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s-ES" sz="2000" b="1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2" name="CuadroTexto 121">
                <a:extLst>
                  <a:ext uri="{FF2B5EF4-FFF2-40B4-BE49-F238E27FC236}">
                    <a16:creationId xmlns:a16="http://schemas.microsoft.com/office/drawing/2014/main" id="{AA2E6BF5-8633-087C-2B4D-DD18D57DCA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6580" y="2898973"/>
                <a:ext cx="479152" cy="407099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CuadroTexto 123">
                <a:extLst>
                  <a:ext uri="{FF2B5EF4-FFF2-40B4-BE49-F238E27FC236}">
                    <a16:creationId xmlns:a16="http://schemas.microsoft.com/office/drawing/2014/main" id="{300159D3-8A09-B88F-8BF6-68CEF8BAE5BA}"/>
                  </a:ext>
                </a:extLst>
              </p:cNvPr>
              <p:cNvSpPr txBox="1"/>
              <p:nvPr/>
            </p:nvSpPr>
            <p:spPr>
              <a:xfrm>
                <a:off x="7064152" y="2898973"/>
                <a:ext cx="47915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s-ES" sz="2000" b="1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4" name="CuadroTexto 123">
                <a:extLst>
                  <a:ext uri="{FF2B5EF4-FFF2-40B4-BE49-F238E27FC236}">
                    <a16:creationId xmlns:a16="http://schemas.microsoft.com/office/drawing/2014/main" id="{300159D3-8A09-B88F-8BF6-68CEF8BAE5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152" y="2898973"/>
                <a:ext cx="479152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0" name="Arco 129">
            <a:extLst>
              <a:ext uri="{FF2B5EF4-FFF2-40B4-BE49-F238E27FC236}">
                <a16:creationId xmlns:a16="http://schemas.microsoft.com/office/drawing/2014/main" id="{E40230AC-E8DC-AAD6-D670-D894F37F4C03}"/>
              </a:ext>
            </a:extLst>
          </p:cNvPr>
          <p:cNvSpPr/>
          <p:nvPr/>
        </p:nvSpPr>
        <p:spPr>
          <a:xfrm>
            <a:off x="2911118" y="4364961"/>
            <a:ext cx="1988218" cy="1126481"/>
          </a:xfrm>
          <a:prstGeom prst="arc">
            <a:avLst>
              <a:gd name="adj1" fmla="val 1279818"/>
              <a:gd name="adj2" fmla="val 11983857"/>
            </a:avLst>
          </a:prstGeom>
          <a:noFill/>
          <a:ln w="25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1" name="Arco 130">
            <a:extLst>
              <a:ext uri="{FF2B5EF4-FFF2-40B4-BE49-F238E27FC236}">
                <a16:creationId xmlns:a16="http://schemas.microsoft.com/office/drawing/2014/main" id="{A37B3219-3160-F7F5-223C-FDB95E8F94C8}"/>
              </a:ext>
            </a:extLst>
          </p:cNvPr>
          <p:cNvSpPr/>
          <p:nvPr/>
        </p:nvSpPr>
        <p:spPr>
          <a:xfrm>
            <a:off x="2905121" y="4346465"/>
            <a:ext cx="3095362" cy="1316397"/>
          </a:xfrm>
          <a:prstGeom prst="arc">
            <a:avLst>
              <a:gd name="adj1" fmla="val 645934"/>
              <a:gd name="adj2" fmla="val 10992021"/>
            </a:avLst>
          </a:prstGeom>
          <a:noFill/>
          <a:ln w="25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2" name="Arco 131">
            <a:extLst>
              <a:ext uri="{FF2B5EF4-FFF2-40B4-BE49-F238E27FC236}">
                <a16:creationId xmlns:a16="http://schemas.microsoft.com/office/drawing/2014/main" id="{1BEA8CEA-C3F3-EB4E-9754-E1D5F26F8F94}"/>
              </a:ext>
            </a:extLst>
          </p:cNvPr>
          <p:cNvSpPr/>
          <p:nvPr/>
        </p:nvSpPr>
        <p:spPr>
          <a:xfrm>
            <a:off x="2901936" y="4099146"/>
            <a:ext cx="4551012" cy="1818339"/>
          </a:xfrm>
          <a:prstGeom prst="arc">
            <a:avLst>
              <a:gd name="adj1" fmla="val 563762"/>
              <a:gd name="adj2" fmla="val 10723776"/>
            </a:avLst>
          </a:prstGeom>
          <a:noFill/>
          <a:ln w="25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EC186C4D-D4BF-CED7-464C-322917E46195}"/>
              </a:ext>
            </a:extLst>
          </p:cNvPr>
          <p:cNvCxnSpPr/>
          <p:nvPr/>
        </p:nvCxnSpPr>
        <p:spPr>
          <a:xfrm>
            <a:off x="8108788" y="5364145"/>
            <a:ext cx="802129" cy="0"/>
          </a:xfrm>
          <a:prstGeom prst="line">
            <a:avLst/>
          </a:prstGeom>
          <a:ln>
            <a:solidFill>
              <a:srgbClr val="EF4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9DEF72D5-2290-094C-93FA-BFEEAB4A6FE2}"/>
              </a:ext>
            </a:extLst>
          </p:cNvPr>
          <p:cNvSpPr txBox="1"/>
          <p:nvPr/>
        </p:nvSpPr>
        <p:spPr>
          <a:xfrm>
            <a:off x="8032466" y="5319964"/>
            <a:ext cx="930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EF4246"/>
                </a:solidFill>
              </a:rPr>
              <a:t>RESTO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64C47996-9E07-0091-D01A-95650C609906}"/>
                  </a:ext>
                </a:extLst>
              </p:cNvPr>
              <p:cNvSpPr txBox="1"/>
              <p:nvPr/>
            </p:nvSpPr>
            <p:spPr>
              <a:xfrm>
                <a:off x="592234" y="6114447"/>
                <a:ext cx="411578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𝑪𝒐𝒄𝒊𝒆𝒏𝒕𝒆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𝟑𝟎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64C47996-9E07-0091-D01A-95650C6099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234" y="6114447"/>
                <a:ext cx="4115783" cy="407099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39CD1586-AB27-8730-4219-B6438C4349B6}"/>
                  </a:ext>
                </a:extLst>
              </p:cNvPr>
              <p:cNvSpPr txBox="1"/>
              <p:nvPr/>
            </p:nvSpPr>
            <p:spPr>
              <a:xfrm>
                <a:off x="5110342" y="6114447"/>
                <a:ext cx="1747658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𝑹𝒆𝒔𝒕𝒐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39CD1586-AB27-8730-4219-B6438C434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0342" y="6114447"/>
                <a:ext cx="1747658" cy="407099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46403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860</TotalTime>
  <Words>180</Words>
  <Application>Microsoft Office PowerPoint</Application>
  <PresentationFormat>Panorámica</PresentationFormat>
  <Paragraphs>59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Illán Linos Souto</dc:creator>
  <cp:lastModifiedBy>Illán Linos Souto</cp:lastModifiedBy>
  <cp:revision>79</cp:revision>
  <dcterms:created xsi:type="dcterms:W3CDTF">2024-08-18T18:48:07Z</dcterms:created>
  <dcterms:modified xsi:type="dcterms:W3CDTF">2024-10-28T14:11:39Z</dcterms:modified>
</cp:coreProperties>
</file>
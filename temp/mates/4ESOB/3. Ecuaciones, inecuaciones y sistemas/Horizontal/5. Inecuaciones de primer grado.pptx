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4E95D9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5" d="100"/>
          <a:sy n="105" d="100"/>
        </p:scale>
        <p:origin x="450" y="-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Ecuaciones, Inecuaciones y Sistemas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09516569"/>
                  </p:ext>
                </p:extLst>
              </p:nvPr>
            </p:nvGraphicFramePr>
            <p:xfrm>
              <a:off x="544238" y="3691941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238" y="3691941"/>
                <a:ext cx="3420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0687732"/>
                  </p:ext>
                </p:extLst>
              </p:nvPr>
            </p:nvGraphicFramePr>
            <p:xfrm>
              <a:off x="543440" y="4317784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3440" y="4317784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302056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ECUACIONES DE SEGUNDO GRADO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364633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OTROS TIPOS DE ECUACIONES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2419477"/>
                  </p:ext>
                </p:extLst>
              </p:nvPr>
            </p:nvGraphicFramePr>
            <p:xfrm>
              <a:off x="545068" y="3062965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062965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4272093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SISTEMAS DE ECUACIONES LINEALES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AA97E52-B3A1-17D3-CF9C-A347A6C03AD3}"/>
              </a:ext>
            </a:extLst>
          </p:cNvPr>
          <p:cNvSpPr txBox="1"/>
          <p:nvPr/>
        </p:nvSpPr>
        <p:spPr>
          <a:xfrm>
            <a:off x="861140" y="489860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SISTEMAS DE ECUACIONES NO LINEALES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4299310D-7CC3-F6E0-09BE-DA229D86931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3828104"/>
                  </p:ext>
                </p:extLst>
              </p:nvPr>
            </p:nvGraphicFramePr>
            <p:xfrm>
              <a:off x="545068" y="494358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4299310D-7CC3-F6E0-09BE-DA229D8693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4943586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221B8F0F-C152-B624-272E-D36B389DCBB6}"/>
              </a:ext>
            </a:extLst>
          </p:cNvPr>
          <p:cNvSpPr txBox="1"/>
          <p:nvPr/>
        </p:nvSpPr>
        <p:spPr>
          <a:xfrm>
            <a:off x="858596" y="552369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INECUACIONES DE PRIMER GRADO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00C9799C-9BAC-B79A-77CA-3EED2AC30A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3828104"/>
                  </p:ext>
                </p:extLst>
              </p:nvPr>
            </p:nvGraphicFramePr>
            <p:xfrm>
              <a:off x="542524" y="556868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00C9799C-9BAC-B79A-77CA-3EED2AC30A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2524" y="5568682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50"/>
                            </p:stCondLst>
                            <p:childTnLst>
                              <p:par>
                                <p:cTn id="56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" grpId="0" animBg="1"/>
      <p:bldP spid="16" grpId="0"/>
      <p:bldP spid="17" grpId="0"/>
      <p:bldP spid="17" grpId="1"/>
      <p:bldP spid="21" grpId="0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23EB-0CF2-14FE-DAC9-4CDE2680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E7AD5D-1225-9D32-4116-6734860FAE5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2F6D413-B4EC-9E88-E67F-0D0AC471E35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Ecuaciones, Inecuaciones y Sistemas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15641F0-AF95-CAE0-80E8-BC832291A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5C6B9E4-660A-6226-B53B-E9303BD96F0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DDB3DE6-623C-8E77-D702-D76C3559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1D4A9B3-0DA2-2FB6-6583-DA6986530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6F76D59-B9ED-A221-50BC-8491CCDE4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341EAFE4-A8E6-8082-39E1-CF402F77B721}"/>
              </a:ext>
            </a:extLst>
          </p:cNvPr>
          <p:cNvSpPr/>
          <p:nvPr/>
        </p:nvSpPr>
        <p:spPr>
          <a:xfrm>
            <a:off x="535084" y="1166038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!CuadroTexto 1">
                <a:extLst>
                  <a:ext uri="{FF2B5EF4-FFF2-40B4-BE49-F238E27FC236}">
                    <a16:creationId xmlns:a16="http://schemas.microsoft.com/office/drawing/2014/main" id="{96AEAE22-6430-E549-E88F-8B69E34BF2C4}"/>
                  </a:ext>
                </a:extLst>
              </p:cNvPr>
              <p:cNvSpPr txBox="1"/>
              <p:nvPr/>
            </p:nvSpPr>
            <p:spPr>
              <a:xfrm>
                <a:off x="535084" y="1173325"/>
                <a:ext cx="111218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Una </a:t>
                </a:r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inecuación</a:t>
                </a:r>
                <a:r>
                  <a:rPr lang="es-ES" sz="2000" b="1" dirty="0"/>
                  <a:t> es una desigualdad algebraica. Tiene dos miembros entre los cuales aparece uno de estos signos: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&lt;, ≤, &gt;, ≥</m:t>
                    </m:r>
                  </m:oMath>
                </a14:m>
                <a:r>
                  <a:rPr lang="es-ES" sz="2000" b="1" dirty="0"/>
                  <a:t>.</a:t>
                </a:r>
                <a:endParaRPr lang="es-ES" sz="3200" b="1" dirty="0"/>
              </a:p>
            </p:txBody>
          </p:sp>
        </mc:Choice>
        <mc:Fallback xmlns="">
          <p:sp>
            <p:nvSpPr>
              <p:cNvPr id="66" name="!CuadroTexto 1">
                <a:extLst>
                  <a:ext uri="{FF2B5EF4-FFF2-40B4-BE49-F238E27FC236}">
                    <a16:creationId xmlns:a16="http://schemas.microsoft.com/office/drawing/2014/main" id="{96AEAE22-6430-E549-E88F-8B69E34BF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173325"/>
                <a:ext cx="11121832" cy="707886"/>
              </a:xfrm>
              <a:prstGeom prst="rect">
                <a:avLst/>
              </a:prstGeom>
              <a:blipFill>
                <a:blip r:embed="rId6"/>
                <a:stretch>
                  <a:fillRect l="-603" t="-4274" b="-1367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Marco 10">
            <a:extLst>
              <a:ext uri="{FF2B5EF4-FFF2-40B4-BE49-F238E27FC236}">
                <a16:creationId xmlns:a16="http://schemas.microsoft.com/office/drawing/2014/main" id="{1488EC45-26E8-D72B-C40C-46E360A680DA}"/>
              </a:ext>
            </a:extLst>
          </p:cNvPr>
          <p:cNvSpPr/>
          <p:nvPr/>
        </p:nvSpPr>
        <p:spPr>
          <a:xfrm>
            <a:off x="535084" y="200864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!CuadroTexto 1">
            <a:extLst>
              <a:ext uri="{FF2B5EF4-FFF2-40B4-BE49-F238E27FC236}">
                <a16:creationId xmlns:a16="http://schemas.microsoft.com/office/drawing/2014/main" id="{C1EE0A32-92DD-C76E-4DE2-11909A216030}"/>
              </a:ext>
            </a:extLst>
          </p:cNvPr>
          <p:cNvSpPr txBox="1"/>
          <p:nvPr/>
        </p:nvSpPr>
        <p:spPr>
          <a:xfrm>
            <a:off x="535084" y="201592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solución</a:t>
            </a:r>
            <a:r>
              <a:rPr lang="es-ES" sz="2000" b="1" dirty="0"/>
              <a:t> de una inecuación a cualquier valor de la incógnita que hace cierta la desigualdad.</a:t>
            </a:r>
            <a:endParaRPr lang="es-ES" sz="3200" b="1" dirty="0"/>
          </a:p>
        </p:txBody>
      </p:sp>
      <p:sp>
        <p:nvSpPr>
          <p:cNvPr id="21" name="!Marco 10">
            <a:extLst>
              <a:ext uri="{FF2B5EF4-FFF2-40B4-BE49-F238E27FC236}">
                <a16:creationId xmlns:a16="http://schemas.microsoft.com/office/drawing/2014/main" id="{D5E14EB2-2241-F379-F60E-D16B668BACF2}"/>
              </a:ext>
            </a:extLst>
          </p:cNvPr>
          <p:cNvSpPr/>
          <p:nvPr/>
        </p:nvSpPr>
        <p:spPr>
          <a:xfrm>
            <a:off x="535084" y="2851244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!CuadroTexto 1">
            <a:extLst>
              <a:ext uri="{FF2B5EF4-FFF2-40B4-BE49-F238E27FC236}">
                <a16:creationId xmlns:a16="http://schemas.microsoft.com/office/drawing/2014/main" id="{EC2B28B9-EE55-FC71-7CD6-A3588D353DC2}"/>
              </a:ext>
            </a:extLst>
          </p:cNvPr>
          <p:cNvSpPr txBox="1"/>
          <p:nvPr/>
        </p:nvSpPr>
        <p:spPr>
          <a:xfrm>
            <a:off x="535084" y="285853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se multiplican o se dividen los dos miembros de una inecuación por un</a:t>
            </a:r>
          </a:p>
          <a:p>
            <a:r>
              <a:rPr lang="es-ES" sz="2000" b="1" dirty="0"/>
              <a:t>número negativo, la desigualdad cambia de sentido.</a:t>
            </a:r>
            <a:endParaRPr lang="es-E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CA9B11A2-0EC2-FA96-FC50-9EAD3EB30D79}"/>
                  </a:ext>
                </a:extLst>
              </p:cNvPr>
              <p:cNvSpPr txBox="1"/>
              <p:nvPr/>
            </p:nvSpPr>
            <p:spPr>
              <a:xfrm>
                <a:off x="5069565" y="3803722"/>
                <a:ext cx="205287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2&lt;5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→−2&gt;−5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CA9B11A2-0EC2-FA96-FC50-9EAD3EB30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565" y="3803722"/>
                <a:ext cx="2052870" cy="307777"/>
              </a:xfrm>
              <a:prstGeom prst="rect">
                <a:avLst/>
              </a:prstGeom>
              <a:blipFill>
                <a:blip r:embed="rId7"/>
                <a:stretch>
                  <a:fillRect l="-2381" r="-2381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8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19" grpId="0" animBg="1"/>
      <p:bldP spid="20" grpId="0"/>
      <p:bldP spid="21" grpId="0" animBg="1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2F2FD-33BB-09A4-BDAE-E564C4CD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2429156-A759-1833-50C8-F743432B9ED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16264F2-CB55-B51A-11EC-AFA5787E1CA1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Ecuaciones, Inecuaciones y Sistemas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492DCA06-0772-8C65-BE21-34F71708D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A24CA03-0D0C-BC6F-C545-036AB55EC28C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6AF250FD-A366-1055-FB33-4CF858E47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0E00CB51-0824-0539-0ABC-D129E437F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A99E6E19-5121-7C6E-F006-317510DB11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F4D85086-857F-35D2-3E6F-B8E8342BC83B}"/>
              </a:ext>
            </a:extLst>
          </p:cNvPr>
          <p:cNvSpPr/>
          <p:nvPr/>
        </p:nvSpPr>
        <p:spPr>
          <a:xfrm>
            <a:off x="535084" y="1166038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25210FC5-3BB5-E27D-48BD-9CCA71E558B2}"/>
              </a:ext>
            </a:extLst>
          </p:cNvPr>
          <p:cNvSpPr txBox="1"/>
          <p:nvPr/>
        </p:nvSpPr>
        <p:spPr>
          <a:xfrm>
            <a:off x="535084" y="117332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deseamos encontrar las soluciones comunes a varias inecuaciones, decimos que</a:t>
            </a:r>
          </a:p>
          <a:p>
            <a:r>
              <a:rPr lang="es-ES" sz="2000" b="1" dirty="0"/>
              <a:t>estas forman un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sistema de inecuaciones</a:t>
            </a:r>
            <a:r>
              <a:rPr lang="es-ES" sz="2000" b="1" dirty="0"/>
              <a:t>.</a:t>
            </a:r>
            <a:endParaRPr lang="es-E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FE318B8-CC6A-B2A3-4327-50EE6A2D659E}"/>
                  </a:ext>
                </a:extLst>
              </p:cNvPr>
              <p:cNvSpPr txBox="1"/>
              <p:nvPr/>
            </p:nvSpPr>
            <p:spPr>
              <a:xfrm>
                <a:off x="636494" y="2035376"/>
                <a:ext cx="30490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+1&lt;7→2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&lt;6→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FE318B8-CC6A-B2A3-4327-50EE6A2D6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94" y="2035376"/>
                <a:ext cx="3049040" cy="276999"/>
              </a:xfrm>
              <a:prstGeom prst="rect">
                <a:avLst/>
              </a:prstGeom>
              <a:blipFill>
                <a:blip r:embed="rId6"/>
                <a:stretch>
                  <a:fillRect l="-998" r="-1198" b="-1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upo 45">
            <a:extLst>
              <a:ext uri="{FF2B5EF4-FFF2-40B4-BE49-F238E27FC236}">
                <a16:creationId xmlns:a16="http://schemas.microsoft.com/office/drawing/2014/main" id="{3EFBFBFF-B3A7-B361-939A-47AA638D0D22}"/>
              </a:ext>
            </a:extLst>
          </p:cNvPr>
          <p:cNvGrpSpPr/>
          <p:nvPr/>
        </p:nvGrpSpPr>
        <p:grpSpPr>
          <a:xfrm>
            <a:off x="2662518" y="2844465"/>
            <a:ext cx="6920753" cy="493059"/>
            <a:chOff x="2662518" y="3415965"/>
            <a:chExt cx="6920753" cy="493059"/>
          </a:xfrm>
        </p:grpSpPr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D2C46942-A3CD-6A52-263F-322E454320ED}"/>
                </a:ext>
              </a:extLst>
            </p:cNvPr>
            <p:cNvCxnSpPr/>
            <p:nvPr/>
          </p:nvCxnSpPr>
          <p:spPr>
            <a:xfrm>
              <a:off x="2662518" y="3499821"/>
              <a:ext cx="69207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6A8DD97F-2719-E908-0D8E-30463849B924}"/>
                </a:ext>
              </a:extLst>
            </p:cNvPr>
            <p:cNvCxnSpPr>
              <a:cxnSpLocks/>
            </p:cNvCxnSpPr>
            <p:nvPr/>
          </p:nvCxnSpPr>
          <p:spPr>
            <a:xfrm>
              <a:off x="3485029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B2A8C5D-9060-8321-A226-A93C152838AB}"/>
                </a:ext>
              </a:extLst>
            </p:cNvPr>
            <p:cNvCxnSpPr>
              <a:cxnSpLocks/>
            </p:cNvCxnSpPr>
            <p:nvPr/>
          </p:nvCxnSpPr>
          <p:spPr>
            <a:xfrm>
              <a:off x="4016636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D226AFCB-A63E-D9EF-8589-27566501998F}"/>
                </a:ext>
              </a:extLst>
            </p:cNvPr>
            <p:cNvCxnSpPr>
              <a:cxnSpLocks/>
            </p:cNvCxnSpPr>
            <p:nvPr/>
          </p:nvCxnSpPr>
          <p:spPr>
            <a:xfrm>
              <a:off x="4548243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855E5B3F-4B00-ECD7-8832-B71E316A4482}"/>
                </a:ext>
              </a:extLst>
            </p:cNvPr>
            <p:cNvCxnSpPr>
              <a:cxnSpLocks/>
            </p:cNvCxnSpPr>
            <p:nvPr/>
          </p:nvCxnSpPr>
          <p:spPr>
            <a:xfrm>
              <a:off x="5079850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2F8B8BF-0A35-582A-D743-E1F7D56F4F62}"/>
                </a:ext>
              </a:extLst>
            </p:cNvPr>
            <p:cNvCxnSpPr>
              <a:cxnSpLocks/>
            </p:cNvCxnSpPr>
            <p:nvPr/>
          </p:nvCxnSpPr>
          <p:spPr>
            <a:xfrm>
              <a:off x="5611457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7BA2223D-653B-2120-75DC-4A46CDD6AD70}"/>
                </a:ext>
              </a:extLst>
            </p:cNvPr>
            <p:cNvCxnSpPr>
              <a:cxnSpLocks/>
            </p:cNvCxnSpPr>
            <p:nvPr/>
          </p:nvCxnSpPr>
          <p:spPr>
            <a:xfrm>
              <a:off x="6143064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F96E5774-D391-2634-9661-6A3620FB18AD}"/>
                </a:ext>
              </a:extLst>
            </p:cNvPr>
            <p:cNvCxnSpPr>
              <a:cxnSpLocks/>
            </p:cNvCxnSpPr>
            <p:nvPr/>
          </p:nvCxnSpPr>
          <p:spPr>
            <a:xfrm>
              <a:off x="6674671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CAEB4655-4028-1ED1-08A8-6000071656E2}"/>
                </a:ext>
              </a:extLst>
            </p:cNvPr>
            <p:cNvCxnSpPr>
              <a:cxnSpLocks/>
            </p:cNvCxnSpPr>
            <p:nvPr/>
          </p:nvCxnSpPr>
          <p:spPr>
            <a:xfrm>
              <a:off x="7206278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E3F260E5-892E-74C3-0AB2-1EE4780F4672}"/>
                </a:ext>
              </a:extLst>
            </p:cNvPr>
            <p:cNvCxnSpPr>
              <a:cxnSpLocks/>
            </p:cNvCxnSpPr>
            <p:nvPr/>
          </p:nvCxnSpPr>
          <p:spPr>
            <a:xfrm>
              <a:off x="7737885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AFDCBD1E-6046-AE9B-57FA-E76D63FC0D8F}"/>
                </a:ext>
              </a:extLst>
            </p:cNvPr>
            <p:cNvCxnSpPr>
              <a:cxnSpLocks/>
            </p:cNvCxnSpPr>
            <p:nvPr/>
          </p:nvCxnSpPr>
          <p:spPr>
            <a:xfrm>
              <a:off x="8269492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8D0A87AC-CEBF-EA0E-708D-88EA03D01556}"/>
                </a:ext>
              </a:extLst>
            </p:cNvPr>
            <p:cNvCxnSpPr>
              <a:cxnSpLocks/>
            </p:cNvCxnSpPr>
            <p:nvPr/>
          </p:nvCxnSpPr>
          <p:spPr>
            <a:xfrm>
              <a:off x="8801099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60F6AB53-AED1-5A55-CBC7-DFE22F532384}"/>
                </a:ext>
              </a:extLst>
            </p:cNvPr>
            <p:cNvSpPr txBox="1"/>
            <p:nvPr/>
          </p:nvSpPr>
          <p:spPr>
            <a:xfrm>
              <a:off x="3247017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-5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4F3EBEE8-DADC-AFC6-ECD1-1AC492FC2B9B}"/>
                </a:ext>
              </a:extLst>
            </p:cNvPr>
            <p:cNvSpPr txBox="1"/>
            <p:nvPr/>
          </p:nvSpPr>
          <p:spPr>
            <a:xfrm>
              <a:off x="3778624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-4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BDEE21C0-8052-9C23-0240-7D802AD02899}"/>
                </a:ext>
              </a:extLst>
            </p:cNvPr>
            <p:cNvSpPr txBox="1"/>
            <p:nvPr/>
          </p:nvSpPr>
          <p:spPr>
            <a:xfrm>
              <a:off x="4310231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-3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0B89F6F1-5781-CD21-1B51-DAAEA7B6EE70}"/>
                </a:ext>
              </a:extLst>
            </p:cNvPr>
            <p:cNvSpPr txBox="1"/>
            <p:nvPr/>
          </p:nvSpPr>
          <p:spPr>
            <a:xfrm>
              <a:off x="4841838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-2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E784AA15-3416-0739-BE33-58F93704A0EA}"/>
                </a:ext>
              </a:extLst>
            </p:cNvPr>
            <p:cNvSpPr txBox="1"/>
            <p:nvPr/>
          </p:nvSpPr>
          <p:spPr>
            <a:xfrm>
              <a:off x="5373445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-1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A119C18E-2C09-1CB6-8C44-63E1BBB61510}"/>
                </a:ext>
              </a:extLst>
            </p:cNvPr>
            <p:cNvSpPr txBox="1"/>
            <p:nvPr/>
          </p:nvSpPr>
          <p:spPr>
            <a:xfrm>
              <a:off x="5905052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0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92B85B86-832D-43BB-F333-F20DA1D98C24}"/>
                </a:ext>
              </a:extLst>
            </p:cNvPr>
            <p:cNvSpPr txBox="1"/>
            <p:nvPr/>
          </p:nvSpPr>
          <p:spPr>
            <a:xfrm>
              <a:off x="6436659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FCB33E0F-3B4A-2C49-C734-99B311CCC105}"/>
                </a:ext>
              </a:extLst>
            </p:cNvPr>
            <p:cNvSpPr txBox="1"/>
            <p:nvPr/>
          </p:nvSpPr>
          <p:spPr>
            <a:xfrm>
              <a:off x="6968266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F4AEEE59-27CA-9735-912F-FC0E329CB2C4}"/>
                </a:ext>
              </a:extLst>
            </p:cNvPr>
            <p:cNvSpPr txBox="1"/>
            <p:nvPr/>
          </p:nvSpPr>
          <p:spPr>
            <a:xfrm>
              <a:off x="7499873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3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CE832D80-60B4-4D1B-D391-236FF6FA23EF}"/>
                </a:ext>
              </a:extLst>
            </p:cNvPr>
            <p:cNvSpPr txBox="1"/>
            <p:nvPr/>
          </p:nvSpPr>
          <p:spPr>
            <a:xfrm>
              <a:off x="8031480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4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40CFDEB6-5FB0-AA93-E55B-030C09EFAFAA}"/>
                </a:ext>
              </a:extLst>
            </p:cNvPr>
            <p:cNvSpPr txBox="1"/>
            <p:nvPr/>
          </p:nvSpPr>
          <p:spPr>
            <a:xfrm>
              <a:off x="8563087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5</a:t>
              </a:r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DC808B49-40B8-9217-F070-641A85C1AF47}"/>
              </a:ext>
            </a:extLst>
          </p:cNvPr>
          <p:cNvGrpSpPr/>
          <p:nvPr/>
        </p:nvGrpSpPr>
        <p:grpSpPr>
          <a:xfrm>
            <a:off x="3187700" y="2583180"/>
            <a:ext cx="4595008" cy="89646"/>
            <a:chOff x="3187700" y="3154680"/>
            <a:chExt cx="4595008" cy="89646"/>
          </a:xfrm>
        </p:grpSpPr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B928A264-5831-9BFC-B161-4F3C08B0B884}"/>
                </a:ext>
              </a:extLst>
            </p:cNvPr>
            <p:cNvSpPr/>
            <p:nvPr/>
          </p:nvSpPr>
          <p:spPr>
            <a:xfrm>
              <a:off x="7693062" y="3154680"/>
              <a:ext cx="89646" cy="8964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10D0C6EE-3EF6-3958-C1BB-9692D79165D7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 flipH="1">
              <a:off x="3187700" y="3199503"/>
              <a:ext cx="4505362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F04DE89-B0F7-8819-92E4-B68A1E653F33}"/>
                  </a:ext>
                </a:extLst>
              </p:cNvPr>
              <p:cNvSpPr txBox="1"/>
              <p:nvPr/>
            </p:nvSpPr>
            <p:spPr>
              <a:xfrm>
                <a:off x="636494" y="3497950"/>
                <a:ext cx="3523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7−5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≤12→−5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≤5→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≥−1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F04DE89-B0F7-8819-92E4-B68A1E653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94" y="3497950"/>
                <a:ext cx="3523529" cy="276999"/>
              </a:xfrm>
              <a:prstGeom prst="rect">
                <a:avLst/>
              </a:prstGeom>
              <a:blipFill>
                <a:blip r:embed="rId7"/>
                <a:stretch>
                  <a:fillRect l="-865" r="-1038" b="-155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Grupo 110">
            <a:extLst>
              <a:ext uri="{FF2B5EF4-FFF2-40B4-BE49-F238E27FC236}">
                <a16:creationId xmlns:a16="http://schemas.microsoft.com/office/drawing/2014/main" id="{52656A33-844B-4BB4-6A86-ECD19481FD0D}"/>
              </a:ext>
            </a:extLst>
          </p:cNvPr>
          <p:cNvGrpSpPr/>
          <p:nvPr/>
        </p:nvGrpSpPr>
        <p:grpSpPr>
          <a:xfrm>
            <a:off x="2662518" y="4307039"/>
            <a:ext cx="6920753" cy="493059"/>
            <a:chOff x="2662518" y="4307039"/>
            <a:chExt cx="6920753" cy="493059"/>
          </a:xfrm>
        </p:grpSpPr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13B6B664-08C2-AD1B-D4EA-6309F1DBEFD4}"/>
                </a:ext>
              </a:extLst>
            </p:cNvPr>
            <p:cNvCxnSpPr/>
            <p:nvPr/>
          </p:nvCxnSpPr>
          <p:spPr>
            <a:xfrm>
              <a:off x="2662518" y="4390895"/>
              <a:ext cx="69207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3F5C4737-4DF6-A7BC-FCCB-B6D314C9A5C3}"/>
                </a:ext>
              </a:extLst>
            </p:cNvPr>
            <p:cNvCxnSpPr>
              <a:cxnSpLocks/>
            </p:cNvCxnSpPr>
            <p:nvPr/>
          </p:nvCxnSpPr>
          <p:spPr>
            <a:xfrm>
              <a:off x="3485029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CF6F971E-F042-63DB-8B60-54E98F3998E5}"/>
                </a:ext>
              </a:extLst>
            </p:cNvPr>
            <p:cNvCxnSpPr>
              <a:cxnSpLocks/>
            </p:cNvCxnSpPr>
            <p:nvPr/>
          </p:nvCxnSpPr>
          <p:spPr>
            <a:xfrm>
              <a:off x="4016636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1767FAF7-A6ED-56BF-4A38-E96941BA50DD}"/>
                </a:ext>
              </a:extLst>
            </p:cNvPr>
            <p:cNvCxnSpPr>
              <a:cxnSpLocks/>
            </p:cNvCxnSpPr>
            <p:nvPr/>
          </p:nvCxnSpPr>
          <p:spPr>
            <a:xfrm>
              <a:off x="4548243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8F587884-FCAE-0FD0-1296-543F0FF3F11A}"/>
                </a:ext>
              </a:extLst>
            </p:cNvPr>
            <p:cNvCxnSpPr>
              <a:cxnSpLocks/>
            </p:cNvCxnSpPr>
            <p:nvPr/>
          </p:nvCxnSpPr>
          <p:spPr>
            <a:xfrm>
              <a:off x="5079850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0F5B626C-B58C-87F7-1600-0CF4CA24CF7D}"/>
                </a:ext>
              </a:extLst>
            </p:cNvPr>
            <p:cNvCxnSpPr>
              <a:cxnSpLocks/>
            </p:cNvCxnSpPr>
            <p:nvPr/>
          </p:nvCxnSpPr>
          <p:spPr>
            <a:xfrm>
              <a:off x="5611457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130CE215-F3BB-E8B7-4682-BDCD4F63CCE2}"/>
                </a:ext>
              </a:extLst>
            </p:cNvPr>
            <p:cNvCxnSpPr>
              <a:cxnSpLocks/>
            </p:cNvCxnSpPr>
            <p:nvPr/>
          </p:nvCxnSpPr>
          <p:spPr>
            <a:xfrm>
              <a:off x="6143064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23B46602-EF64-05A2-8A8D-FA9B9F27B02E}"/>
                </a:ext>
              </a:extLst>
            </p:cNvPr>
            <p:cNvCxnSpPr>
              <a:cxnSpLocks/>
            </p:cNvCxnSpPr>
            <p:nvPr/>
          </p:nvCxnSpPr>
          <p:spPr>
            <a:xfrm>
              <a:off x="6674671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72A97807-19BB-0E2E-ABF7-6697F92A69ED}"/>
                </a:ext>
              </a:extLst>
            </p:cNvPr>
            <p:cNvCxnSpPr>
              <a:cxnSpLocks/>
            </p:cNvCxnSpPr>
            <p:nvPr/>
          </p:nvCxnSpPr>
          <p:spPr>
            <a:xfrm>
              <a:off x="7206278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278C04AD-CC58-24A6-33C1-818B92FF965D}"/>
                </a:ext>
              </a:extLst>
            </p:cNvPr>
            <p:cNvCxnSpPr>
              <a:cxnSpLocks/>
            </p:cNvCxnSpPr>
            <p:nvPr/>
          </p:nvCxnSpPr>
          <p:spPr>
            <a:xfrm>
              <a:off x="7737885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BA29205B-5638-9C27-BFEF-81A4AB165409}"/>
                </a:ext>
              </a:extLst>
            </p:cNvPr>
            <p:cNvCxnSpPr>
              <a:cxnSpLocks/>
            </p:cNvCxnSpPr>
            <p:nvPr/>
          </p:nvCxnSpPr>
          <p:spPr>
            <a:xfrm>
              <a:off x="8269492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84099D38-BA12-8D9E-ED03-8E8091D96DB0}"/>
                </a:ext>
              </a:extLst>
            </p:cNvPr>
            <p:cNvCxnSpPr>
              <a:cxnSpLocks/>
            </p:cNvCxnSpPr>
            <p:nvPr/>
          </p:nvCxnSpPr>
          <p:spPr>
            <a:xfrm>
              <a:off x="8801099" y="4307039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01821869-E62C-C3CF-C519-DFC1B7D6DD64}"/>
                </a:ext>
              </a:extLst>
            </p:cNvPr>
            <p:cNvSpPr txBox="1"/>
            <p:nvPr/>
          </p:nvSpPr>
          <p:spPr>
            <a:xfrm>
              <a:off x="3247017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-5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56640303-42F3-F77A-E265-13E14E05DF0D}"/>
                </a:ext>
              </a:extLst>
            </p:cNvPr>
            <p:cNvSpPr txBox="1"/>
            <p:nvPr/>
          </p:nvSpPr>
          <p:spPr>
            <a:xfrm>
              <a:off x="3778624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-4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A78CE082-7AA3-02BF-9C3D-DEA6B439DC50}"/>
                </a:ext>
              </a:extLst>
            </p:cNvPr>
            <p:cNvSpPr txBox="1"/>
            <p:nvPr/>
          </p:nvSpPr>
          <p:spPr>
            <a:xfrm>
              <a:off x="4310231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-3</a:t>
              </a: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529E63DC-79D6-E3B1-6924-DC6C06CE47A4}"/>
                </a:ext>
              </a:extLst>
            </p:cNvPr>
            <p:cNvSpPr txBox="1"/>
            <p:nvPr/>
          </p:nvSpPr>
          <p:spPr>
            <a:xfrm>
              <a:off x="4841838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-2</a:t>
              </a:r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2019FE81-371B-E61A-4E01-331606D3B2E7}"/>
                </a:ext>
              </a:extLst>
            </p:cNvPr>
            <p:cNvSpPr txBox="1"/>
            <p:nvPr/>
          </p:nvSpPr>
          <p:spPr>
            <a:xfrm>
              <a:off x="5373445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-1</a:t>
              </a: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0EB96332-E7EF-BEDF-9B79-A64120889F7B}"/>
                </a:ext>
              </a:extLst>
            </p:cNvPr>
            <p:cNvSpPr txBox="1"/>
            <p:nvPr/>
          </p:nvSpPr>
          <p:spPr>
            <a:xfrm>
              <a:off x="5905052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0</a:t>
              </a:r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DB0E4876-54FF-0888-840B-645FB54C2AEC}"/>
                </a:ext>
              </a:extLst>
            </p:cNvPr>
            <p:cNvSpPr txBox="1"/>
            <p:nvPr/>
          </p:nvSpPr>
          <p:spPr>
            <a:xfrm>
              <a:off x="6436659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D8425BD3-34D7-1DFD-4925-F0F23CA161B5}"/>
                </a:ext>
              </a:extLst>
            </p:cNvPr>
            <p:cNvSpPr txBox="1"/>
            <p:nvPr/>
          </p:nvSpPr>
          <p:spPr>
            <a:xfrm>
              <a:off x="6968266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</a:t>
              </a: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6F7D16C2-235D-A254-5DAF-33B4592A87C8}"/>
                </a:ext>
              </a:extLst>
            </p:cNvPr>
            <p:cNvSpPr txBox="1"/>
            <p:nvPr/>
          </p:nvSpPr>
          <p:spPr>
            <a:xfrm>
              <a:off x="7499873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3</a:t>
              </a:r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D54C56-E094-EAAA-A763-91EC4684F07A}"/>
                </a:ext>
              </a:extLst>
            </p:cNvPr>
            <p:cNvSpPr txBox="1"/>
            <p:nvPr/>
          </p:nvSpPr>
          <p:spPr>
            <a:xfrm>
              <a:off x="8031480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4</a:t>
              </a:r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CCF9D5A8-08E7-ED89-CBB8-62EFEBF346CA}"/>
                </a:ext>
              </a:extLst>
            </p:cNvPr>
            <p:cNvSpPr txBox="1"/>
            <p:nvPr/>
          </p:nvSpPr>
          <p:spPr>
            <a:xfrm>
              <a:off x="8563087" y="4430766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5</a:t>
              </a: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5A938BDB-81BB-4FE4-5E05-4E99DF609BFE}"/>
              </a:ext>
            </a:extLst>
          </p:cNvPr>
          <p:cNvGrpSpPr/>
          <p:nvPr/>
        </p:nvGrpSpPr>
        <p:grpSpPr>
          <a:xfrm>
            <a:off x="5611457" y="4011671"/>
            <a:ext cx="3447823" cy="167711"/>
            <a:chOff x="5611457" y="4011671"/>
            <a:chExt cx="3447823" cy="167711"/>
          </a:xfrm>
        </p:grpSpPr>
        <p:cxnSp>
          <p:nvCxnSpPr>
            <p:cNvPr id="109" name="Conector recto 108">
              <a:extLst>
                <a:ext uri="{FF2B5EF4-FFF2-40B4-BE49-F238E27FC236}">
                  <a16:creationId xmlns:a16="http://schemas.microsoft.com/office/drawing/2014/main" id="{647ACB4A-6D02-B480-7B9A-59EBE50450B0}"/>
                </a:ext>
              </a:extLst>
            </p:cNvPr>
            <p:cNvCxnSpPr>
              <a:cxnSpLocks/>
            </p:cNvCxnSpPr>
            <p:nvPr/>
          </p:nvCxnSpPr>
          <p:spPr>
            <a:xfrm>
              <a:off x="5617451" y="4011671"/>
              <a:ext cx="0" cy="167711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de flecha 77">
              <a:extLst>
                <a:ext uri="{FF2B5EF4-FFF2-40B4-BE49-F238E27FC236}">
                  <a16:creationId xmlns:a16="http://schemas.microsoft.com/office/drawing/2014/main" id="{1F3FB200-1799-4131-0DB4-314328C71267}"/>
                </a:ext>
              </a:extLst>
            </p:cNvPr>
            <p:cNvCxnSpPr>
              <a:cxnSpLocks/>
            </p:cNvCxnSpPr>
            <p:nvPr/>
          </p:nvCxnSpPr>
          <p:spPr>
            <a:xfrm>
              <a:off x="5611457" y="4090577"/>
              <a:ext cx="3447823" cy="0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CE677C4B-0CBB-A27B-EF87-0327999203A6}"/>
              </a:ext>
            </a:extLst>
          </p:cNvPr>
          <p:cNvGrpSpPr/>
          <p:nvPr/>
        </p:nvGrpSpPr>
        <p:grpSpPr>
          <a:xfrm>
            <a:off x="2682687" y="5503173"/>
            <a:ext cx="6920753" cy="493059"/>
            <a:chOff x="2662518" y="3415965"/>
            <a:chExt cx="6920753" cy="493059"/>
          </a:xfrm>
        </p:grpSpPr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92324129-1F18-4C50-C84A-6DD1896DBFD8}"/>
                </a:ext>
              </a:extLst>
            </p:cNvPr>
            <p:cNvCxnSpPr/>
            <p:nvPr/>
          </p:nvCxnSpPr>
          <p:spPr>
            <a:xfrm>
              <a:off x="2662518" y="3499821"/>
              <a:ext cx="692075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01113C8E-193C-D74E-A1C6-C923BF4A1B53}"/>
                </a:ext>
              </a:extLst>
            </p:cNvPr>
            <p:cNvCxnSpPr>
              <a:cxnSpLocks/>
            </p:cNvCxnSpPr>
            <p:nvPr/>
          </p:nvCxnSpPr>
          <p:spPr>
            <a:xfrm>
              <a:off x="3485029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BA000892-D02E-841D-6243-2191378892B5}"/>
                </a:ext>
              </a:extLst>
            </p:cNvPr>
            <p:cNvCxnSpPr>
              <a:cxnSpLocks/>
            </p:cNvCxnSpPr>
            <p:nvPr/>
          </p:nvCxnSpPr>
          <p:spPr>
            <a:xfrm>
              <a:off x="4016636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888D806D-FB3D-9971-0DE6-C0DC949A91C1}"/>
                </a:ext>
              </a:extLst>
            </p:cNvPr>
            <p:cNvCxnSpPr>
              <a:cxnSpLocks/>
            </p:cNvCxnSpPr>
            <p:nvPr/>
          </p:nvCxnSpPr>
          <p:spPr>
            <a:xfrm>
              <a:off x="4548243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9D52F0E2-6C70-9FF6-40EB-876C95797E33}"/>
                </a:ext>
              </a:extLst>
            </p:cNvPr>
            <p:cNvCxnSpPr>
              <a:cxnSpLocks/>
            </p:cNvCxnSpPr>
            <p:nvPr/>
          </p:nvCxnSpPr>
          <p:spPr>
            <a:xfrm>
              <a:off x="5079850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F1FEE8CA-F659-C957-8F69-9D04DBA0E2B1}"/>
                </a:ext>
              </a:extLst>
            </p:cNvPr>
            <p:cNvCxnSpPr>
              <a:cxnSpLocks/>
            </p:cNvCxnSpPr>
            <p:nvPr/>
          </p:nvCxnSpPr>
          <p:spPr>
            <a:xfrm>
              <a:off x="5611457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5E924A39-2818-EABC-4326-FBA5A8F733B8}"/>
                </a:ext>
              </a:extLst>
            </p:cNvPr>
            <p:cNvCxnSpPr>
              <a:cxnSpLocks/>
            </p:cNvCxnSpPr>
            <p:nvPr/>
          </p:nvCxnSpPr>
          <p:spPr>
            <a:xfrm>
              <a:off x="6143064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C8D05B23-49CA-9C20-9CFD-79786C9BCFA5}"/>
                </a:ext>
              </a:extLst>
            </p:cNvPr>
            <p:cNvCxnSpPr>
              <a:cxnSpLocks/>
            </p:cNvCxnSpPr>
            <p:nvPr/>
          </p:nvCxnSpPr>
          <p:spPr>
            <a:xfrm>
              <a:off x="6674671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9F2896A4-0C12-11D7-09E8-1C1AAA74A203}"/>
                </a:ext>
              </a:extLst>
            </p:cNvPr>
            <p:cNvCxnSpPr>
              <a:cxnSpLocks/>
            </p:cNvCxnSpPr>
            <p:nvPr/>
          </p:nvCxnSpPr>
          <p:spPr>
            <a:xfrm>
              <a:off x="7206278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1F40DBB5-455B-E060-3580-1DF7AF1DD17B}"/>
                </a:ext>
              </a:extLst>
            </p:cNvPr>
            <p:cNvCxnSpPr>
              <a:cxnSpLocks/>
            </p:cNvCxnSpPr>
            <p:nvPr/>
          </p:nvCxnSpPr>
          <p:spPr>
            <a:xfrm>
              <a:off x="7737885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FD1056C4-0C76-EA58-6A02-19021810A23F}"/>
                </a:ext>
              </a:extLst>
            </p:cNvPr>
            <p:cNvCxnSpPr>
              <a:cxnSpLocks/>
            </p:cNvCxnSpPr>
            <p:nvPr/>
          </p:nvCxnSpPr>
          <p:spPr>
            <a:xfrm>
              <a:off x="8269492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C48180FB-3809-CE36-528C-E1C36605B44D}"/>
                </a:ext>
              </a:extLst>
            </p:cNvPr>
            <p:cNvCxnSpPr>
              <a:cxnSpLocks/>
            </p:cNvCxnSpPr>
            <p:nvPr/>
          </p:nvCxnSpPr>
          <p:spPr>
            <a:xfrm>
              <a:off x="8801099" y="3415965"/>
              <a:ext cx="0" cy="1677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E8B717EC-CD35-AE71-5770-A767321A4ACA}"/>
                </a:ext>
              </a:extLst>
            </p:cNvPr>
            <p:cNvSpPr txBox="1"/>
            <p:nvPr/>
          </p:nvSpPr>
          <p:spPr>
            <a:xfrm>
              <a:off x="3247017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-5</a:t>
              </a:r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3D7899DD-6918-C46C-1438-CAA7F470B7DA}"/>
                </a:ext>
              </a:extLst>
            </p:cNvPr>
            <p:cNvSpPr txBox="1"/>
            <p:nvPr/>
          </p:nvSpPr>
          <p:spPr>
            <a:xfrm>
              <a:off x="3778624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-4</a:t>
              </a:r>
            </a:p>
          </p:txBody>
        </p: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11BFFD02-FD28-230F-3F9E-45F427523BFA}"/>
                </a:ext>
              </a:extLst>
            </p:cNvPr>
            <p:cNvSpPr txBox="1"/>
            <p:nvPr/>
          </p:nvSpPr>
          <p:spPr>
            <a:xfrm>
              <a:off x="4310231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-3</a:t>
              </a:r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C22DDE5B-DB53-956C-906C-E934FB849CBD}"/>
                </a:ext>
              </a:extLst>
            </p:cNvPr>
            <p:cNvSpPr txBox="1"/>
            <p:nvPr/>
          </p:nvSpPr>
          <p:spPr>
            <a:xfrm>
              <a:off x="4841838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-2</a:t>
              </a:r>
            </a:p>
          </p:txBody>
        </p: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D4213776-F6B5-41D3-0760-566BBCF9C72C}"/>
                </a:ext>
              </a:extLst>
            </p:cNvPr>
            <p:cNvSpPr txBox="1"/>
            <p:nvPr/>
          </p:nvSpPr>
          <p:spPr>
            <a:xfrm>
              <a:off x="5373445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-1</a:t>
              </a:r>
            </a:p>
          </p:txBody>
        </p: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75B10FB7-F366-2043-B283-78AA9F1AAD6F}"/>
                </a:ext>
              </a:extLst>
            </p:cNvPr>
            <p:cNvSpPr txBox="1"/>
            <p:nvPr/>
          </p:nvSpPr>
          <p:spPr>
            <a:xfrm>
              <a:off x="5905052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0</a:t>
              </a:r>
            </a:p>
          </p:txBody>
        </p: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AA3C5EA0-F094-0E40-3F9C-EAE841096CF0}"/>
                </a:ext>
              </a:extLst>
            </p:cNvPr>
            <p:cNvSpPr txBox="1"/>
            <p:nvPr/>
          </p:nvSpPr>
          <p:spPr>
            <a:xfrm>
              <a:off x="6436659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3346DABB-7998-FCD4-495A-66A9B58AEF58}"/>
                </a:ext>
              </a:extLst>
            </p:cNvPr>
            <p:cNvSpPr txBox="1"/>
            <p:nvPr/>
          </p:nvSpPr>
          <p:spPr>
            <a:xfrm>
              <a:off x="6968266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</a:t>
              </a:r>
            </a:p>
          </p:txBody>
        </p:sp>
        <p:sp>
          <p:nvSpPr>
            <p:cNvPr id="101" name="CuadroTexto 100">
              <a:extLst>
                <a:ext uri="{FF2B5EF4-FFF2-40B4-BE49-F238E27FC236}">
                  <a16:creationId xmlns:a16="http://schemas.microsoft.com/office/drawing/2014/main" id="{93FF5E18-EB2F-6ACD-8992-D1D438051DDD}"/>
                </a:ext>
              </a:extLst>
            </p:cNvPr>
            <p:cNvSpPr txBox="1"/>
            <p:nvPr/>
          </p:nvSpPr>
          <p:spPr>
            <a:xfrm>
              <a:off x="7499873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3</a:t>
              </a:r>
            </a:p>
          </p:txBody>
        </p:sp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F88E68DA-69F8-1C75-CB3A-0A21871C2520}"/>
                </a:ext>
              </a:extLst>
            </p:cNvPr>
            <p:cNvSpPr txBox="1"/>
            <p:nvPr/>
          </p:nvSpPr>
          <p:spPr>
            <a:xfrm>
              <a:off x="8031480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4</a:t>
              </a:r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E6DF974A-41D5-A74D-2645-CA66AFBADF25}"/>
                </a:ext>
              </a:extLst>
            </p:cNvPr>
            <p:cNvSpPr txBox="1"/>
            <p:nvPr/>
          </p:nvSpPr>
          <p:spPr>
            <a:xfrm>
              <a:off x="8563087" y="3539692"/>
              <a:ext cx="47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5</a:t>
              </a:r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F3B7AE71-C4B3-5FA2-11C4-6DA7E819A6E1}"/>
              </a:ext>
            </a:extLst>
          </p:cNvPr>
          <p:cNvGrpSpPr/>
          <p:nvPr/>
        </p:nvGrpSpPr>
        <p:grpSpPr>
          <a:xfrm>
            <a:off x="5611457" y="5241888"/>
            <a:ext cx="2191420" cy="89646"/>
            <a:chOff x="5591288" y="3154680"/>
            <a:chExt cx="2191420" cy="89646"/>
          </a:xfrm>
        </p:grpSpPr>
        <p:sp>
          <p:nvSpPr>
            <p:cNvPr id="105" name="Elipse 104">
              <a:extLst>
                <a:ext uri="{FF2B5EF4-FFF2-40B4-BE49-F238E27FC236}">
                  <a16:creationId xmlns:a16="http://schemas.microsoft.com/office/drawing/2014/main" id="{26C09D90-154A-E8B7-B2D7-7280AB89CD11}"/>
                </a:ext>
              </a:extLst>
            </p:cNvPr>
            <p:cNvSpPr/>
            <p:nvPr/>
          </p:nvSpPr>
          <p:spPr>
            <a:xfrm>
              <a:off x="7693062" y="3154680"/>
              <a:ext cx="89646" cy="8964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EF42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06" name="Conector recto de flecha 105">
              <a:extLst>
                <a:ext uri="{FF2B5EF4-FFF2-40B4-BE49-F238E27FC236}">
                  <a16:creationId xmlns:a16="http://schemas.microsoft.com/office/drawing/2014/main" id="{3139C207-92C2-86B3-715D-6D213C208DDA}"/>
                </a:ext>
              </a:extLst>
            </p:cNvPr>
            <p:cNvCxnSpPr>
              <a:cxnSpLocks/>
              <a:stCxn id="105" idx="2"/>
            </p:cNvCxnSpPr>
            <p:nvPr/>
          </p:nvCxnSpPr>
          <p:spPr>
            <a:xfrm flipH="1">
              <a:off x="5591288" y="3199503"/>
              <a:ext cx="2101774" cy="0"/>
            </a:xfrm>
            <a:prstGeom prst="straightConnector1">
              <a:avLst/>
            </a:prstGeom>
            <a:ln w="28575">
              <a:solidFill>
                <a:srgbClr val="EF4246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AB935A21-003E-9018-78A2-2272A6B803A4}"/>
              </a:ext>
            </a:extLst>
          </p:cNvPr>
          <p:cNvCxnSpPr>
            <a:cxnSpLocks/>
          </p:cNvCxnSpPr>
          <p:nvPr/>
        </p:nvCxnSpPr>
        <p:spPr>
          <a:xfrm>
            <a:off x="5628208" y="5196282"/>
            <a:ext cx="0" cy="167711"/>
          </a:xfrm>
          <a:prstGeom prst="line">
            <a:avLst/>
          </a:prstGeom>
          <a:ln w="28575">
            <a:solidFill>
              <a:srgbClr val="EF4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D31EA204-48B2-E084-E9A0-EECFDDF11426}"/>
                  </a:ext>
                </a:extLst>
              </p:cNvPr>
              <p:cNvSpPr txBox="1"/>
              <p:nvPr/>
            </p:nvSpPr>
            <p:spPr>
              <a:xfrm>
                <a:off x="550215" y="4800098"/>
                <a:ext cx="912237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&lt;3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D31EA204-48B2-E084-E9A0-EECFDDF11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15" y="4800098"/>
                <a:ext cx="912237" cy="6178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797BE9D-7F68-58F5-B4CB-2F37DFA81B17}"/>
                  </a:ext>
                </a:extLst>
              </p:cNvPr>
              <p:cNvSpPr txBox="1"/>
              <p:nvPr/>
            </p:nvSpPr>
            <p:spPr>
              <a:xfrm>
                <a:off x="1696643" y="5000673"/>
                <a:ext cx="12268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−1≤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797BE9D-7F68-58F5-B4CB-2F37DFA81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643" y="5000673"/>
                <a:ext cx="1226874" cy="276999"/>
              </a:xfrm>
              <a:prstGeom prst="rect">
                <a:avLst/>
              </a:prstGeom>
              <a:blipFill>
                <a:blip r:embed="rId9"/>
                <a:stretch>
                  <a:fillRect r="-3465" b="-1521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493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5" grpId="0"/>
      <p:bldP spid="48" grpId="0"/>
      <p:bldP spid="118" grpId="0"/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219</Words>
  <Application>Microsoft Office PowerPoint</Application>
  <PresentationFormat>Panorámica</PresentationFormat>
  <Paragraphs>53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86</cp:revision>
  <dcterms:created xsi:type="dcterms:W3CDTF">2024-08-18T18:48:07Z</dcterms:created>
  <dcterms:modified xsi:type="dcterms:W3CDTF">2024-10-29T16:17:29Z</dcterms:modified>
</cp:coreProperties>
</file>
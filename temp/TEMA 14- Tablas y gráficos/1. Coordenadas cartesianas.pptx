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2ECCC-4F81-4EC1-A7EB-C3FFA3CA816D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10F15-F6EF-4727-8FDC-7CFE6A6960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506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10F15-F6EF-4727-8FDC-7CFE6A6960D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683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10F15-F6EF-4727-8FDC-7CFE6A6960D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140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0138271"/>
                  </p:ext>
                </p:extLst>
              </p:nvPr>
            </p:nvGraphicFramePr>
            <p:xfrm>
              <a:off x="475306" y="323530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23530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COORDENADAS CARTESIANAS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GRÁFICAS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6913924"/>
                  </p:ext>
                </p:extLst>
              </p:nvPr>
            </p:nvGraphicFramePr>
            <p:xfrm>
              <a:off x="456352" y="2431697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52" y="2431697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117122"/>
                  </p:ext>
                </p:extLst>
              </p:nvPr>
            </p:nvGraphicFramePr>
            <p:xfrm>
              <a:off x="475306" y="398273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98273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ESTADÍSTICOS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3" grpId="1"/>
      <p:bldP spid="125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lenguaje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utiliza letras en combinación con números y signos </a:t>
            </a:r>
            <a:r>
              <a:rPr lang="es-ES" sz="2000" b="1" dirty="0"/>
              <a:t>se llama lenguaje algebraico.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BA841F3-7920-BC5B-A24F-FFECA4D25120}"/>
              </a:ext>
            </a:extLst>
          </p:cNvPr>
          <p:cNvCxnSpPr>
            <a:cxnSpLocks/>
          </p:cNvCxnSpPr>
          <p:nvPr/>
        </p:nvCxnSpPr>
        <p:spPr>
          <a:xfrm>
            <a:off x="832224" y="4756342"/>
            <a:ext cx="3918137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F32664D-37A8-2ECF-D0D2-A34381FA306A}"/>
              </a:ext>
            </a:extLst>
          </p:cNvPr>
          <p:cNvSpPr txBox="1"/>
          <p:nvPr/>
        </p:nvSpPr>
        <p:spPr>
          <a:xfrm>
            <a:off x="5143166" y="2102128"/>
            <a:ext cx="6177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u="none" strike="noStrike" baseline="0" dirty="0">
                <a:latin typeface="AGaramondPro-Regular"/>
              </a:rPr>
              <a:t>El eje horizontal se llama eje </a:t>
            </a:r>
            <a:r>
              <a:rPr lang="es-ES" sz="2000" b="1" i="1" u="none" strike="noStrike" baseline="0" dirty="0">
                <a:latin typeface="AGaramondPro-Italic"/>
              </a:rPr>
              <a:t>X </a:t>
            </a:r>
            <a:r>
              <a:rPr lang="es-ES" sz="2000" b="1" i="0" u="none" strike="noStrike" baseline="0" dirty="0">
                <a:latin typeface="AGaramondPro-Regular"/>
              </a:rPr>
              <a:t>o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Bold"/>
              </a:rPr>
              <a:t>eje de abscisas</a:t>
            </a:r>
            <a:r>
              <a:rPr lang="es-ES" sz="2000" b="1" i="0" u="none" strike="noStrike" baseline="0" dirty="0">
                <a:latin typeface="AGaramondPro-Bold"/>
              </a:rPr>
              <a:t>.</a:t>
            </a:r>
            <a:endParaRPr lang="es-ES" sz="20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770570-298F-8EB4-2BBB-F9AD34923755}"/>
              </a:ext>
            </a:extLst>
          </p:cNvPr>
          <p:cNvSpPr txBox="1"/>
          <p:nvPr/>
        </p:nvSpPr>
        <p:spPr>
          <a:xfrm>
            <a:off x="5143166" y="2646969"/>
            <a:ext cx="6177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u="none" strike="noStrike" baseline="0" dirty="0">
                <a:latin typeface="AGaramondPro-Regular"/>
              </a:rPr>
              <a:t>El eje vertical se llama eje </a:t>
            </a:r>
            <a:r>
              <a:rPr lang="es-ES" sz="2000" b="1" i="1" u="none" strike="noStrike" baseline="0" dirty="0">
                <a:latin typeface="AGaramondPro-Italic"/>
              </a:rPr>
              <a:t>Y </a:t>
            </a:r>
            <a:r>
              <a:rPr lang="es-ES" sz="2000" b="1" i="0" u="none" strike="noStrike" baseline="0" dirty="0">
                <a:latin typeface="AGaramondPro-Regular"/>
              </a:rPr>
              <a:t>o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Bold"/>
              </a:rPr>
              <a:t>eje de ordenadas</a:t>
            </a:r>
            <a:r>
              <a:rPr lang="es-ES" sz="2000" b="1" i="0" u="none" strike="noStrike" baseline="0" dirty="0">
                <a:latin typeface="AGaramondPro-Bold"/>
              </a:rPr>
              <a:t>.	</a:t>
            </a:r>
            <a:endParaRPr lang="es-ES" sz="20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984158-E95E-9E33-629D-7B659ED437AF}"/>
              </a:ext>
            </a:extLst>
          </p:cNvPr>
          <p:cNvSpPr txBox="1"/>
          <p:nvPr/>
        </p:nvSpPr>
        <p:spPr>
          <a:xfrm>
            <a:off x="5143165" y="3191810"/>
            <a:ext cx="6177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u="none" strike="noStrike" baseline="0" dirty="0">
                <a:latin typeface="AGaramondPro-Regular"/>
              </a:rPr>
              <a:t>El punto O, donde se cortan los dos ejes, es el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Regular"/>
              </a:rPr>
              <a:t>origen </a:t>
            </a:r>
          </a:p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Regular"/>
              </a:rPr>
              <a:t>     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Regular"/>
              </a:rPr>
              <a:t>de coordenadas</a:t>
            </a:r>
            <a:r>
              <a:rPr lang="es-ES" sz="2000" b="1" i="0" u="none" strike="noStrike" baseline="0" dirty="0">
                <a:latin typeface="AGaramondPro-Regular"/>
              </a:rPr>
              <a:t>.</a:t>
            </a:r>
            <a:endParaRPr lang="es-ES" sz="2000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538AF5-7EE2-7BDB-680B-328EE1F0B8DB}"/>
              </a:ext>
            </a:extLst>
          </p:cNvPr>
          <p:cNvCxnSpPr>
            <a:cxnSpLocks/>
          </p:cNvCxnSpPr>
          <p:nvPr/>
        </p:nvCxnSpPr>
        <p:spPr>
          <a:xfrm flipV="1">
            <a:off x="1663998" y="2260792"/>
            <a:ext cx="0" cy="316415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E5A0AB-6315-A30A-821F-8CA3023BE6C5}"/>
              </a:ext>
            </a:extLst>
          </p:cNvPr>
          <p:cNvSpPr txBox="1"/>
          <p:nvPr/>
        </p:nvSpPr>
        <p:spPr>
          <a:xfrm>
            <a:off x="5143164" y="4044427"/>
            <a:ext cx="68605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u="none" strike="noStrike" baseline="0" dirty="0">
                <a:latin typeface="AGaramondPro-Regular"/>
              </a:rPr>
              <a:t>La primera coordenada se llama “x del punto” o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Regular"/>
              </a:rPr>
              <a:t>abscisa</a:t>
            </a:r>
            <a:r>
              <a:rPr lang="es-ES" sz="2000" b="1" i="0" u="none" strike="noStrike" baseline="0" dirty="0">
                <a:latin typeface="AGaramondPro-Regular"/>
              </a:rPr>
              <a:t>.</a:t>
            </a:r>
            <a:endParaRPr lang="es-ES" sz="20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7C12E98-CBE3-6BA0-B8AE-2EA531FAD394}"/>
              </a:ext>
            </a:extLst>
          </p:cNvPr>
          <p:cNvSpPr txBox="1"/>
          <p:nvPr/>
        </p:nvSpPr>
        <p:spPr>
          <a:xfrm>
            <a:off x="5143164" y="4589268"/>
            <a:ext cx="7208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u="none" strike="noStrike" baseline="0" dirty="0">
                <a:latin typeface="AGaramondPro-Regular"/>
              </a:rPr>
              <a:t>La segunda coordenada se llama “y del punto” u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GaramondPro-Regular"/>
              </a:rPr>
              <a:t>ordenada</a:t>
            </a:r>
            <a:r>
              <a:rPr lang="es-ES" sz="2000" b="1" i="0" u="none" strike="noStrike" baseline="0" dirty="0">
                <a:latin typeface="AGaramondPro-Regular"/>
              </a:rPr>
              <a:t>.</a:t>
            </a:r>
            <a:endParaRPr lang="es-ES" sz="20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FBCAFE-EC88-01A5-C6FE-E70F5E5AB857}"/>
              </a:ext>
            </a:extLst>
          </p:cNvPr>
          <p:cNvSpPr txBox="1"/>
          <p:nvPr/>
        </p:nvSpPr>
        <p:spPr>
          <a:xfrm>
            <a:off x="1535673" y="2060737"/>
            <a:ext cx="638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Y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A44404-4666-6F9D-5D82-EBC159C64C97}"/>
              </a:ext>
            </a:extLst>
          </p:cNvPr>
          <p:cNvSpPr txBox="1"/>
          <p:nvPr/>
        </p:nvSpPr>
        <p:spPr>
          <a:xfrm>
            <a:off x="4296870" y="4326037"/>
            <a:ext cx="638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X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FEAF087-33AA-ED26-1A84-2DF353BD8C67}"/>
              </a:ext>
            </a:extLst>
          </p:cNvPr>
          <p:cNvSpPr/>
          <p:nvPr/>
        </p:nvSpPr>
        <p:spPr>
          <a:xfrm>
            <a:off x="3217606" y="3272882"/>
            <a:ext cx="160760" cy="16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0D5DEFE-40A4-90C9-C23C-85AF273B9F50}"/>
              </a:ext>
            </a:extLst>
          </p:cNvPr>
          <p:cNvCxnSpPr>
            <a:stCxn id="14" idx="4"/>
          </p:cNvCxnSpPr>
          <p:nvPr/>
        </p:nvCxnSpPr>
        <p:spPr>
          <a:xfrm>
            <a:off x="3297986" y="3433642"/>
            <a:ext cx="0" cy="132270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7110469-648F-ACA8-D6B6-FA586B58C0A5}"/>
              </a:ext>
            </a:extLst>
          </p:cNvPr>
          <p:cNvCxnSpPr>
            <a:stCxn id="14" idx="2"/>
          </p:cNvCxnSpPr>
          <p:nvPr/>
        </p:nvCxnSpPr>
        <p:spPr>
          <a:xfrm flipH="1">
            <a:off x="1663997" y="3353262"/>
            <a:ext cx="1553609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68116A-C552-A9D0-8280-ADCA6EB8628A}"/>
              </a:ext>
            </a:extLst>
          </p:cNvPr>
          <p:cNvSpPr txBox="1"/>
          <p:nvPr/>
        </p:nvSpPr>
        <p:spPr>
          <a:xfrm>
            <a:off x="2978898" y="4789323"/>
            <a:ext cx="638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5F8D958-5359-10D1-217D-7207279A2517}"/>
              </a:ext>
            </a:extLst>
          </p:cNvPr>
          <p:cNvSpPr txBox="1"/>
          <p:nvPr/>
        </p:nvSpPr>
        <p:spPr>
          <a:xfrm>
            <a:off x="1160920" y="3121242"/>
            <a:ext cx="638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E339900-DE93-2D1C-246E-BD231873DAB9}"/>
              </a:ext>
            </a:extLst>
          </p:cNvPr>
          <p:cNvSpPr txBox="1"/>
          <p:nvPr/>
        </p:nvSpPr>
        <p:spPr>
          <a:xfrm>
            <a:off x="2977651" y="2757635"/>
            <a:ext cx="1118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P(x, y)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77DD24-BE28-F090-7A74-A8CCE9F94F1D}"/>
              </a:ext>
            </a:extLst>
          </p:cNvPr>
          <p:cNvSpPr txBox="1"/>
          <p:nvPr/>
        </p:nvSpPr>
        <p:spPr>
          <a:xfrm>
            <a:off x="1152837" y="4326037"/>
            <a:ext cx="638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O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9E0A100-24F0-102A-18B7-F0EC8901994F}"/>
              </a:ext>
            </a:extLst>
          </p:cNvPr>
          <p:cNvSpPr/>
          <p:nvPr/>
        </p:nvSpPr>
        <p:spPr>
          <a:xfrm>
            <a:off x="1604679" y="4697024"/>
            <a:ext cx="118636" cy="1186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7" grpId="0" build="p"/>
      <p:bldP spid="8" grpId="0" uiExpand="1" build="p"/>
      <p:bldP spid="10" grpId="0" uiExpand="1" build="p"/>
      <p:bldP spid="11" grpId="0" uiExpand="1" build="p"/>
      <p:bldP spid="12" grpId="0"/>
      <p:bldP spid="13" grpId="0"/>
      <p:bldP spid="14" grpId="0" animBg="1"/>
      <p:bldP spid="17" grpId="0"/>
      <p:bldP spid="18" grpId="0"/>
      <p:bldP spid="19" grpId="0"/>
      <p:bldP spid="20" grpId="0"/>
      <p:bldP spid="2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43CED49-1A1B-4693-A732-F34E178B959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Coordenadas cartesiana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4- Tablas y gráfic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B44254-6701-41AB-B90C-7A3EE6F1F49E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4FFDEEC-BB4D-48CF-B509-570148759586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115</Words>
  <Application>Microsoft Office PowerPoint</Application>
  <PresentationFormat>Panorámica</PresentationFormat>
  <Paragraphs>21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AGaramondPro-Bold</vt:lpstr>
      <vt:lpstr>AGaramondPro-Italic</vt:lpstr>
      <vt:lpstr>AGaramondPro-Regular</vt:lpstr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Coordenadas cartesianas</dc:title>
  <dc:creator>Illán Linos Souto</dc:creator>
  <cp:lastModifiedBy>Illán Linos</cp:lastModifiedBy>
  <cp:revision>57</cp:revision>
  <dcterms:created xsi:type="dcterms:W3CDTF">2024-08-18T18:48:07Z</dcterms:created>
  <dcterms:modified xsi:type="dcterms:W3CDTF">2025-11-17T11:57:35Z</dcterms:modified>
</cp:coreProperties>
</file>
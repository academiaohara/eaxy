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786E4-9FAB-4EAE-8C1F-1B21BD764F14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78642-AD8D-47B6-88DF-3131A149D6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69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78642-AD8D-47B6-88DF-3131A149D67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0188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78642-AD8D-47B6-88DF-3131A149D67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63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polígono regular es el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tiene todos sus lados iguales y todos sus ángulos iguales.</a:t>
            </a:r>
          </a:p>
          <a:p>
            <a:r>
              <a:rPr lang="es-ES" sz="2000" b="1" dirty="0"/>
              <a:t>Todos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los polígonos regulares tienen una circunferencia circunscrita.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6C7B7BFD-F149-FDEE-A952-48CDF3E4DAE2}"/>
              </a:ext>
            </a:extLst>
          </p:cNvPr>
          <p:cNvGrpSpPr/>
          <p:nvPr/>
        </p:nvGrpSpPr>
        <p:grpSpPr>
          <a:xfrm>
            <a:off x="4040813" y="2272625"/>
            <a:ext cx="1796394" cy="1796394"/>
            <a:chOff x="3006090" y="4890207"/>
            <a:chExt cx="1796394" cy="1796394"/>
          </a:xfrm>
        </p:grpSpPr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497FFD1E-B445-6C82-E08F-A09D5F3471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4199" y="5164506"/>
              <a:ext cx="1240176" cy="12401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F3AD9552-DF11-3070-BA40-59A52DBA37DC}"/>
                </a:ext>
              </a:extLst>
            </p:cNvPr>
            <p:cNvSpPr/>
            <p:nvPr/>
          </p:nvSpPr>
          <p:spPr>
            <a:xfrm>
              <a:off x="3006090" y="489020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7E956470-C68B-1DCD-DFE6-717524F29747}"/>
              </a:ext>
            </a:extLst>
          </p:cNvPr>
          <p:cNvGrpSpPr/>
          <p:nvPr/>
        </p:nvGrpSpPr>
        <p:grpSpPr>
          <a:xfrm>
            <a:off x="1835151" y="2272625"/>
            <a:ext cx="1796394" cy="1796394"/>
            <a:chOff x="800428" y="4890207"/>
            <a:chExt cx="1796394" cy="1796394"/>
          </a:xfrm>
        </p:grpSpPr>
        <p:sp>
          <p:nvSpPr>
            <p:cNvPr id="42" name="Triángulo isósceles 41">
              <a:extLst>
                <a:ext uri="{FF2B5EF4-FFF2-40B4-BE49-F238E27FC236}">
                  <a16:creationId xmlns:a16="http://schemas.microsoft.com/office/drawing/2014/main" id="{93190DB3-5D89-F86F-1AE8-4A241620FD8A}"/>
                </a:ext>
              </a:extLst>
            </p:cNvPr>
            <p:cNvSpPr/>
            <p:nvPr/>
          </p:nvSpPr>
          <p:spPr>
            <a:xfrm>
              <a:off x="936625" y="4909257"/>
              <a:ext cx="1524000" cy="1313794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6F2A60C6-E696-1270-73E8-FED3FB6D1D33}"/>
                </a:ext>
              </a:extLst>
            </p:cNvPr>
            <p:cNvSpPr/>
            <p:nvPr/>
          </p:nvSpPr>
          <p:spPr>
            <a:xfrm>
              <a:off x="800428" y="489020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4851A16D-5098-0292-E973-A83A43C14E36}"/>
              </a:ext>
            </a:extLst>
          </p:cNvPr>
          <p:cNvGrpSpPr/>
          <p:nvPr/>
        </p:nvGrpSpPr>
        <p:grpSpPr>
          <a:xfrm>
            <a:off x="6383044" y="2272625"/>
            <a:ext cx="1796394" cy="1796394"/>
            <a:chOff x="5348321" y="4890207"/>
            <a:chExt cx="1796394" cy="1796394"/>
          </a:xfrm>
        </p:grpSpPr>
        <p:sp>
          <p:nvSpPr>
            <p:cNvPr id="45" name="Pentágono 44">
              <a:extLst>
                <a:ext uri="{FF2B5EF4-FFF2-40B4-BE49-F238E27FC236}">
                  <a16:creationId xmlns:a16="http://schemas.microsoft.com/office/drawing/2014/main" id="{1C8E51A6-5FA3-53E1-3746-64E051F487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13556" y="4909257"/>
              <a:ext cx="1668281" cy="1588839"/>
            </a:xfrm>
            <a:prstGeom prst="pentagon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FF4CDA3F-3CE6-3A5C-FD7F-AA176DC7AA8B}"/>
                </a:ext>
              </a:extLst>
            </p:cNvPr>
            <p:cNvSpPr/>
            <p:nvPr/>
          </p:nvSpPr>
          <p:spPr>
            <a:xfrm>
              <a:off x="5348321" y="489020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F197AF1B-DA82-101C-9AF6-ADEA06C744CD}"/>
              </a:ext>
            </a:extLst>
          </p:cNvPr>
          <p:cNvGrpSpPr/>
          <p:nvPr/>
        </p:nvGrpSpPr>
        <p:grpSpPr>
          <a:xfrm>
            <a:off x="8588704" y="2291675"/>
            <a:ext cx="1796394" cy="1796394"/>
            <a:chOff x="7553981" y="4909257"/>
            <a:chExt cx="1796394" cy="1796394"/>
          </a:xfrm>
        </p:grpSpPr>
        <p:sp>
          <p:nvSpPr>
            <p:cNvPr id="48" name="Hexágono 47">
              <a:extLst>
                <a:ext uri="{FF2B5EF4-FFF2-40B4-BE49-F238E27FC236}">
                  <a16:creationId xmlns:a16="http://schemas.microsoft.com/office/drawing/2014/main" id="{A4CE6BB3-4D60-5BCE-D881-3C9DB6D944B3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570453" y="5044770"/>
              <a:ext cx="1763448" cy="1520215"/>
            </a:xfrm>
            <a:prstGeom prst="hexagon">
              <a:avLst>
                <a:gd name="adj" fmla="val 28018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0AEDFF99-02AD-CB4A-52B0-2EF530ABA6C9}"/>
                </a:ext>
              </a:extLst>
            </p:cNvPr>
            <p:cNvSpPr/>
            <p:nvPr/>
          </p:nvSpPr>
          <p:spPr>
            <a:xfrm>
              <a:off x="7553981" y="490925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F6A1DBA2-1F57-BDDF-9E74-9294E54C9F5A}"/>
              </a:ext>
            </a:extLst>
          </p:cNvPr>
          <p:cNvGrpSpPr/>
          <p:nvPr/>
        </p:nvGrpSpPr>
        <p:grpSpPr>
          <a:xfrm>
            <a:off x="4318922" y="2817963"/>
            <a:ext cx="757932" cy="961792"/>
            <a:chOff x="3284199" y="5435545"/>
            <a:chExt cx="757932" cy="961792"/>
          </a:xfrm>
        </p:grpSpPr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1757AB4-5F33-66EF-1EAE-B40C39DBD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4199" y="5814609"/>
              <a:ext cx="618878" cy="582728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B014DC27-EC20-4CA9-2B43-DC0A3FBD882B}"/>
                </a:ext>
              </a:extLst>
            </p:cNvPr>
            <p:cNvSpPr txBox="1"/>
            <p:nvPr/>
          </p:nvSpPr>
          <p:spPr>
            <a:xfrm>
              <a:off x="3764022" y="5435545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AF3048C9-6D0A-5DB7-BF55-7C2C2400BFE6}"/>
                </a:ext>
              </a:extLst>
            </p:cNvPr>
            <p:cNvSpPr txBox="1"/>
            <p:nvPr/>
          </p:nvSpPr>
          <p:spPr>
            <a:xfrm>
              <a:off x="3448610" y="5751939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  <p:sp>
          <p:nvSpPr>
            <p:cNvPr id="54" name="Diagrama de flujo: conector 53">
              <a:extLst>
                <a:ext uri="{FF2B5EF4-FFF2-40B4-BE49-F238E27FC236}">
                  <a16:creationId xmlns:a16="http://schemas.microsoft.com/office/drawing/2014/main" id="{53212FEE-0BB3-9C57-79C9-80FBB25154F5}"/>
                </a:ext>
              </a:extLst>
            </p:cNvPr>
            <p:cNvSpPr/>
            <p:nvPr/>
          </p:nvSpPr>
          <p:spPr>
            <a:xfrm>
              <a:off x="3860773" y="5768877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98D39EA-C351-C33F-D488-3B0BD040A536}"/>
              </a:ext>
            </a:extLst>
          </p:cNvPr>
          <p:cNvGrpSpPr/>
          <p:nvPr/>
        </p:nvGrpSpPr>
        <p:grpSpPr>
          <a:xfrm>
            <a:off x="1962719" y="2779536"/>
            <a:ext cx="912480" cy="817889"/>
            <a:chOff x="1009292" y="3193452"/>
            <a:chExt cx="912480" cy="817889"/>
          </a:xfrm>
        </p:grpSpPr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BE449412-C80F-E98E-B6BE-70B8266C6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292" y="3572884"/>
              <a:ext cx="760418" cy="438457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C81630B6-95DD-6508-B398-D7D815B5A962}"/>
                </a:ext>
              </a:extLst>
            </p:cNvPr>
            <p:cNvSpPr txBox="1"/>
            <p:nvPr/>
          </p:nvSpPr>
          <p:spPr>
            <a:xfrm>
              <a:off x="1643663" y="3193452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DCD618E-C132-A014-F296-C03C9D500202}"/>
                </a:ext>
              </a:extLst>
            </p:cNvPr>
            <p:cNvSpPr txBox="1"/>
            <p:nvPr/>
          </p:nvSpPr>
          <p:spPr>
            <a:xfrm>
              <a:off x="1300319" y="3392744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  <p:sp>
          <p:nvSpPr>
            <p:cNvPr id="64" name="Diagrama de flujo: conector 63">
              <a:extLst>
                <a:ext uri="{FF2B5EF4-FFF2-40B4-BE49-F238E27FC236}">
                  <a16:creationId xmlns:a16="http://schemas.microsoft.com/office/drawing/2014/main" id="{4C17D028-F8B6-3906-AA02-A00580912D4A}"/>
                </a:ext>
              </a:extLst>
            </p:cNvPr>
            <p:cNvSpPr/>
            <p:nvPr/>
          </p:nvSpPr>
          <p:spPr>
            <a:xfrm>
              <a:off x="1739331" y="3533317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7C726695-982E-6F7F-D892-522DF826B91B}"/>
              </a:ext>
            </a:extLst>
          </p:cNvPr>
          <p:cNvGrpSpPr/>
          <p:nvPr/>
        </p:nvGrpSpPr>
        <p:grpSpPr>
          <a:xfrm>
            <a:off x="6789471" y="2827695"/>
            <a:ext cx="630824" cy="1044213"/>
            <a:chOff x="5754748" y="5445277"/>
            <a:chExt cx="630824" cy="1044213"/>
          </a:xfrm>
        </p:grpSpPr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DBE09F77-63E6-8B67-6D83-16F552B42223}"/>
                </a:ext>
              </a:extLst>
            </p:cNvPr>
            <p:cNvSpPr txBox="1"/>
            <p:nvPr/>
          </p:nvSpPr>
          <p:spPr>
            <a:xfrm>
              <a:off x="6107463" y="5445277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35887CC-2992-EF21-F46B-912ACAEDFB88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 flipH="1">
              <a:off x="5754748" y="5814609"/>
              <a:ext cx="491770" cy="67488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Diagrama de flujo: conector 67">
              <a:extLst>
                <a:ext uri="{FF2B5EF4-FFF2-40B4-BE49-F238E27FC236}">
                  <a16:creationId xmlns:a16="http://schemas.microsoft.com/office/drawing/2014/main" id="{68E14E54-4049-D492-17A5-2B05A5F86939}"/>
                </a:ext>
              </a:extLst>
            </p:cNvPr>
            <p:cNvSpPr/>
            <p:nvPr/>
          </p:nvSpPr>
          <p:spPr>
            <a:xfrm>
              <a:off x="6210517" y="5778609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CB7BE0BE-BFEB-E5EB-D7DE-23419F2F9F02}"/>
                </a:ext>
              </a:extLst>
            </p:cNvPr>
            <p:cNvSpPr txBox="1"/>
            <p:nvPr/>
          </p:nvSpPr>
          <p:spPr>
            <a:xfrm>
              <a:off x="5798383" y="5776918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43BF87F3-DB9C-DDAF-E91A-AAABD47BE75E}"/>
              </a:ext>
            </a:extLst>
          </p:cNvPr>
          <p:cNvGrpSpPr/>
          <p:nvPr/>
        </p:nvGrpSpPr>
        <p:grpSpPr>
          <a:xfrm>
            <a:off x="8733876" y="2829386"/>
            <a:ext cx="886234" cy="806391"/>
            <a:chOff x="7951647" y="3207324"/>
            <a:chExt cx="886234" cy="806391"/>
          </a:xfrm>
        </p:grpSpPr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E23DD33A-8F4F-47E9-06E0-D675A5A0B502}"/>
                </a:ext>
              </a:extLst>
            </p:cNvPr>
            <p:cNvSpPr txBox="1"/>
            <p:nvPr/>
          </p:nvSpPr>
          <p:spPr>
            <a:xfrm>
              <a:off x="8559772" y="3207324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A34C394C-0795-88B4-1C06-CB51E02CE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647" y="3576262"/>
              <a:ext cx="753024" cy="437453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Diagrama de flujo: conector 72">
              <a:extLst>
                <a:ext uri="{FF2B5EF4-FFF2-40B4-BE49-F238E27FC236}">
                  <a16:creationId xmlns:a16="http://schemas.microsoft.com/office/drawing/2014/main" id="{B698B2FE-8709-8BD6-A010-FF7DEBE9AC86}"/>
                </a:ext>
              </a:extLst>
            </p:cNvPr>
            <p:cNvSpPr/>
            <p:nvPr/>
          </p:nvSpPr>
          <p:spPr>
            <a:xfrm>
              <a:off x="8668671" y="3538965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750A7519-D7E5-7A4C-DE41-4368366E0C50}"/>
                </a:ext>
              </a:extLst>
            </p:cNvPr>
            <p:cNvSpPr txBox="1"/>
            <p:nvPr/>
          </p:nvSpPr>
          <p:spPr>
            <a:xfrm>
              <a:off x="8197058" y="3422466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</p:grpSp>
      <p:sp>
        <p:nvSpPr>
          <p:cNvPr id="75" name="CuadroTexto 74">
            <a:extLst>
              <a:ext uri="{FF2B5EF4-FFF2-40B4-BE49-F238E27FC236}">
                <a16:creationId xmlns:a16="http://schemas.microsoft.com/office/drawing/2014/main" id="{78E57CA8-273F-1B71-A182-9C41584D5561}"/>
              </a:ext>
            </a:extLst>
          </p:cNvPr>
          <p:cNvSpPr txBox="1"/>
          <p:nvPr/>
        </p:nvSpPr>
        <p:spPr>
          <a:xfrm>
            <a:off x="535084" y="4255572"/>
            <a:ext cx="11121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Se llaman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centro</a:t>
            </a:r>
            <a:r>
              <a:rPr lang="es-ES" sz="2000" b="1" i="0" u="none" strike="noStrike" baseline="0" dirty="0"/>
              <a:t>, </a:t>
            </a:r>
            <a:r>
              <a:rPr lang="es-ES" sz="2000" b="1" i="1" u="none" strike="noStrike" baseline="0" dirty="0"/>
              <a:t>O</a:t>
            </a:r>
            <a:r>
              <a:rPr lang="es-ES" sz="2000" b="1" i="0" u="none" strike="noStrike" baseline="0" dirty="0"/>
              <a:t>, y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radio</a:t>
            </a:r>
            <a:r>
              <a:rPr lang="es-ES" sz="2000" b="1" i="0" u="none" strike="noStrike" baseline="0" dirty="0"/>
              <a:t>, </a:t>
            </a:r>
            <a:r>
              <a:rPr lang="es-ES" sz="2000" b="1" i="1" u="none" strike="noStrike" baseline="0" dirty="0"/>
              <a:t>r</a:t>
            </a:r>
            <a:r>
              <a:rPr lang="es-ES" sz="2000" b="1" i="0" u="none" strike="noStrike" baseline="0" dirty="0"/>
              <a:t>, de un polígono regular a</a:t>
            </a:r>
            <a:r>
              <a:rPr lang="es-ES" sz="2000" b="1" dirty="0"/>
              <a:t>l </a:t>
            </a:r>
            <a:r>
              <a:rPr lang="es-ES" sz="2000" b="1" i="0" u="none" strike="noStrike" baseline="0" dirty="0"/>
              <a:t>centro y al radio de la</a:t>
            </a:r>
          </a:p>
          <a:p>
            <a:pPr algn="l"/>
            <a:r>
              <a:rPr lang="es-ES" sz="2000" b="1" i="0" u="none" strike="noStrike" baseline="0" dirty="0"/>
              <a:t>circunferencia circunscrita.</a:t>
            </a:r>
            <a:endParaRPr lang="es-ES" sz="20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D14AAE-4845-6265-2137-77926B63442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4D5636-FC30-24F5-FB78-90830E579AE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Apotema</a:t>
            </a:r>
            <a:r>
              <a:rPr lang="es-ES" sz="2000" b="1" dirty="0"/>
              <a:t>, a, 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segmento perpendicular desde el centro</a:t>
            </a:r>
            <a:r>
              <a:rPr lang="es-ES" sz="2000" b="1" dirty="0"/>
              <a:t>, o,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 lado</a:t>
            </a:r>
            <a:r>
              <a:rPr lang="es-ES" sz="2000" b="1" dirty="0"/>
              <a:t>, l. La apotema siempre corta al lado en su punto medio.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896B14B-FE7B-23A9-EB09-7C85DCF5F2B8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 flipH="1" flipV="1">
            <a:off x="4314220" y="3424758"/>
            <a:ext cx="6299" cy="878119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E065136-E76A-75F8-3094-CFE0317D23F6}"/>
              </a:ext>
            </a:extLst>
          </p:cNvPr>
          <p:cNvCxnSpPr>
            <a:cxnSpLocks/>
            <a:stCxn id="9" idx="2"/>
          </p:cNvCxnSpPr>
          <p:nvPr/>
        </p:nvCxnSpPr>
        <p:spPr>
          <a:xfrm flipH="1" flipV="1">
            <a:off x="7697101" y="3393598"/>
            <a:ext cx="6299" cy="909279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5E8B2634-9C06-DE44-A87E-E2E66651E0DE}"/>
              </a:ext>
            </a:extLst>
          </p:cNvPr>
          <p:cNvGrpSpPr/>
          <p:nvPr/>
        </p:nvGrpSpPr>
        <p:grpSpPr>
          <a:xfrm>
            <a:off x="6706483" y="2309043"/>
            <a:ext cx="1993834" cy="1993834"/>
            <a:chOff x="5880983" y="9920340"/>
            <a:chExt cx="1993834" cy="1993834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6717C8D-108A-C143-0658-C2A4A3D54D49}"/>
                </a:ext>
              </a:extLst>
            </p:cNvPr>
            <p:cNvSpPr txBox="1"/>
            <p:nvPr/>
          </p:nvSpPr>
          <p:spPr>
            <a:xfrm>
              <a:off x="6653131" y="10455986"/>
              <a:ext cx="44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8" name="Diagrama de flujo: conector 7">
              <a:extLst>
                <a:ext uri="{FF2B5EF4-FFF2-40B4-BE49-F238E27FC236}">
                  <a16:creationId xmlns:a16="http://schemas.microsoft.com/office/drawing/2014/main" id="{30B22E6D-F647-545F-E940-5B289A59BB18}"/>
                </a:ext>
              </a:extLst>
            </p:cNvPr>
            <p:cNvSpPr/>
            <p:nvPr/>
          </p:nvSpPr>
          <p:spPr>
            <a:xfrm>
              <a:off x="6812509" y="10879663"/>
              <a:ext cx="115754" cy="1157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A627945-5DE9-65DF-D136-7E840312A5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80983" y="9920340"/>
              <a:ext cx="1993834" cy="1993834"/>
            </a:xfrm>
            <a:prstGeom prst="rect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7748AE5-2092-3ABB-CC18-AD677E12557B}"/>
              </a:ext>
            </a:extLst>
          </p:cNvPr>
          <p:cNvCxnSpPr>
            <a:cxnSpLocks/>
            <a:endCxn id="14" idx="5"/>
          </p:cNvCxnSpPr>
          <p:nvPr/>
        </p:nvCxnSpPr>
        <p:spPr>
          <a:xfrm flipV="1">
            <a:off x="4274110" y="3246781"/>
            <a:ext cx="658944" cy="25302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1B47124-A355-7E33-79F1-E0CFC4CCFF4B}"/>
              </a:ext>
            </a:extLst>
          </p:cNvPr>
          <p:cNvGrpSpPr/>
          <p:nvPr/>
        </p:nvGrpSpPr>
        <p:grpSpPr>
          <a:xfrm>
            <a:off x="3095449" y="2190685"/>
            <a:ext cx="2450140" cy="2112192"/>
            <a:chOff x="2269949" y="9801982"/>
            <a:chExt cx="2450140" cy="2112192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2BA06E2-563B-B834-5E8A-FED4168D2E54}"/>
                </a:ext>
              </a:extLst>
            </p:cNvPr>
            <p:cNvSpPr txBox="1"/>
            <p:nvPr/>
          </p:nvSpPr>
          <p:spPr>
            <a:xfrm>
              <a:off x="3260465" y="10635563"/>
              <a:ext cx="44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13" name="Diagrama de flujo: conector 12">
              <a:extLst>
                <a:ext uri="{FF2B5EF4-FFF2-40B4-BE49-F238E27FC236}">
                  <a16:creationId xmlns:a16="http://schemas.microsoft.com/office/drawing/2014/main" id="{4E86CA95-9B8E-98CA-3419-2B07FE605E58}"/>
                </a:ext>
              </a:extLst>
            </p:cNvPr>
            <p:cNvSpPr/>
            <p:nvPr/>
          </p:nvSpPr>
          <p:spPr>
            <a:xfrm>
              <a:off x="3430843" y="11036055"/>
              <a:ext cx="115754" cy="1157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025CA85B-A44B-D783-9E1C-8C4C4FD15910}"/>
                </a:ext>
              </a:extLst>
            </p:cNvPr>
            <p:cNvSpPr/>
            <p:nvPr/>
          </p:nvSpPr>
          <p:spPr>
            <a:xfrm>
              <a:off x="2269949" y="9801982"/>
              <a:ext cx="2450140" cy="2112192"/>
            </a:xfrm>
            <a:prstGeom prst="triangl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A823FB-DA26-8234-D8E7-2CAC2BB85DF5}"/>
              </a:ext>
            </a:extLst>
          </p:cNvPr>
          <p:cNvSpPr txBox="1"/>
          <p:nvPr/>
        </p:nvSpPr>
        <p:spPr>
          <a:xfrm>
            <a:off x="4495990" y="3249486"/>
            <a:ext cx="41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84CF909-DCA9-B710-786B-2B7290A5C4B4}"/>
              </a:ext>
            </a:extLst>
          </p:cNvPr>
          <p:cNvSpPr txBox="1"/>
          <p:nvPr/>
        </p:nvSpPr>
        <p:spPr>
          <a:xfrm>
            <a:off x="3995426" y="3649327"/>
            <a:ext cx="41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F6C4821-4D80-6585-E773-BBE8252CF512}"/>
              </a:ext>
            </a:extLst>
          </p:cNvPr>
          <p:cNvSpPr txBox="1"/>
          <p:nvPr/>
        </p:nvSpPr>
        <p:spPr>
          <a:xfrm>
            <a:off x="7336025" y="3624725"/>
            <a:ext cx="41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F190CBE-4B9D-B8D4-7CC2-67A923E4ED9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E61420-5319-816D-508A-1C5EF086FFB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9895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0">
        <p159:morph option="byObject"/>
      </p:transition>
    </mc:Choice>
    <mc:Fallback xmlns="">
      <p:transition spd="slow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75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7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75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75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775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F4EC8BC-E74A-418C-868A-FD0F430A7DEB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Polígonos regular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9 - Cuerpos geométrico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F7725DD-25C5-4568-BC9C-075C69B63C3D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8CB08BC-9E20-4E8F-9642-4C370FBDFDB0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106</Words>
  <Application>Microsoft Office PowerPoint</Application>
  <PresentationFormat>Panorámica</PresentationFormat>
  <Paragraphs>22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Polígonos regulares</dc:title>
  <dc:creator>Illán Linos Souto</dc:creator>
  <cp:lastModifiedBy>Illán Linos</cp:lastModifiedBy>
  <cp:revision>55</cp:revision>
  <dcterms:created xsi:type="dcterms:W3CDTF">2024-08-18T18:48:07Z</dcterms:created>
  <dcterms:modified xsi:type="dcterms:W3CDTF">2025-11-18T13:16:32Z</dcterms:modified>
</cp:coreProperties>
</file>
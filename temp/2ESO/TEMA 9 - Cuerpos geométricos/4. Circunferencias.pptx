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custDataLst>
    <p:tags r:id="rId6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936788-159E-4F96-B450-E378DD87670F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E7C22D-12A1-459F-BCC5-7578E19E363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348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7C22D-12A1-459F-BCC5-7578E19E3638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0041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7C22D-12A1-459F-BCC5-7578E19E3638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4952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7C22D-12A1-459F-BCC5-7578E19E3638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4556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2"/>
            <a:ext cx="11121832" cy="441574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circunferencia es la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línea que rodea al círculo.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BC40B608-5AA9-9E28-D023-61AF82681716}"/>
              </a:ext>
            </a:extLst>
          </p:cNvPr>
          <p:cNvSpPr/>
          <p:nvPr/>
        </p:nvSpPr>
        <p:spPr>
          <a:xfrm>
            <a:off x="5114925" y="1900044"/>
            <a:ext cx="1962150" cy="196215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CE11D135-8603-EFD3-8289-910360451F3F}"/>
              </a:ext>
            </a:extLst>
          </p:cNvPr>
          <p:cNvSpPr/>
          <p:nvPr/>
        </p:nvSpPr>
        <p:spPr>
          <a:xfrm>
            <a:off x="5114925" y="1900044"/>
            <a:ext cx="1962150" cy="196215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E0D4AE5-93B9-5407-3213-5E8154AE51C3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A2D577E-00FE-C93B-CF02-A5839E25480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Cuerpos Geométricos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4" grpId="0" animBg="1"/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2"/>
            <a:ext cx="11121832" cy="441574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circunferencia es la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línea que rodea al círculo.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7D1C584-EC36-E022-67F1-8F8AD61DB4A6}"/>
              </a:ext>
            </a:extLst>
          </p:cNvPr>
          <p:cNvSpPr txBox="1"/>
          <p:nvPr/>
        </p:nvSpPr>
        <p:spPr>
          <a:xfrm>
            <a:off x="535084" y="1673989"/>
            <a:ext cx="88360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Relaciones entre una circunferencia y una recta: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D57B8D88-25A7-FE54-3736-7C9AD1BA1DCB}"/>
              </a:ext>
            </a:extLst>
          </p:cNvPr>
          <p:cNvGrpSpPr/>
          <p:nvPr/>
        </p:nvGrpSpPr>
        <p:grpSpPr>
          <a:xfrm>
            <a:off x="1957088" y="2438560"/>
            <a:ext cx="2322042" cy="2335640"/>
            <a:chOff x="633595" y="6515100"/>
            <a:chExt cx="2589052" cy="2604215"/>
          </a:xfrm>
        </p:grpSpPr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E5895F90-753A-B9A4-00B2-35F16D3F6440}"/>
                </a:ext>
              </a:extLst>
            </p:cNvPr>
            <p:cNvSpPr/>
            <p:nvPr/>
          </p:nvSpPr>
          <p:spPr>
            <a:xfrm>
              <a:off x="1528105" y="6841319"/>
              <a:ext cx="1694542" cy="169454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4B74755A-E317-2A50-17AC-FC9987B3AAD8}"/>
                </a:ext>
              </a:extLst>
            </p:cNvPr>
            <p:cNvCxnSpPr/>
            <p:nvPr/>
          </p:nvCxnSpPr>
          <p:spPr>
            <a:xfrm flipH="1">
              <a:off x="633595" y="6515100"/>
              <a:ext cx="1219200" cy="17907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CAFB481B-3610-C545-A87E-C54B9360896E}"/>
                </a:ext>
              </a:extLst>
            </p:cNvPr>
            <p:cNvSpPr txBox="1"/>
            <p:nvPr/>
          </p:nvSpPr>
          <p:spPr>
            <a:xfrm>
              <a:off x="1038914" y="8719205"/>
              <a:ext cx="18685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EXTERIORES</a:t>
              </a: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2EFB31BC-AC96-9882-32A0-2C8A961BED92}"/>
              </a:ext>
            </a:extLst>
          </p:cNvPr>
          <p:cNvGrpSpPr/>
          <p:nvPr/>
        </p:nvGrpSpPr>
        <p:grpSpPr>
          <a:xfrm>
            <a:off x="7878034" y="2483757"/>
            <a:ext cx="1844522" cy="2303084"/>
            <a:chOff x="6799982" y="6562170"/>
            <a:chExt cx="2056622" cy="2567914"/>
          </a:xfrm>
        </p:grpSpPr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3DD9B5EE-F734-3D87-5FB9-276515D1F0D2}"/>
                </a:ext>
              </a:extLst>
            </p:cNvPr>
            <p:cNvSpPr/>
            <p:nvPr/>
          </p:nvSpPr>
          <p:spPr>
            <a:xfrm>
              <a:off x="7092877" y="6892976"/>
              <a:ext cx="1658862" cy="165886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FDB3F10F-5533-A9E5-697A-D109B7928C4A}"/>
                </a:ext>
              </a:extLst>
            </p:cNvPr>
            <p:cNvCxnSpPr/>
            <p:nvPr/>
          </p:nvCxnSpPr>
          <p:spPr>
            <a:xfrm flipH="1">
              <a:off x="6799982" y="6562170"/>
              <a:ext cx="1219200" cy="17907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26980FB7-6169-B2A7-BCF2-B38B1CFB7D2D}"/>
                </a:ext>
              </a:extLst>
            </p:cNvPr>
            <p:cNvSpPr txBox="1"/>
            <p:nvPr/>
          </p:nvSpPr>
          <p:spPr>
            <a:xfrm>
              <a:off x="6988012" y="8729974"/>
              <a:ext cx="18685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SECANTES</a:t>
              </a:r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DB8E531E-BC93-D4DF-9DCD-F57EF66AE322}"/>
              </a:ext>
            </a:extLst>
          </p:cNvPr>
          <p:cNvGrpSpPr/>
          <p:nvPr/>
        </p:nvGrpSpPr>
        <p:grpSpPr>
          <a:xfrm>
            <a:off x="4987471" y="2438560"/>
            <a:ext cx="2023838" cy="2335640"/>
            <a:chOff x="3640930" y="6515100"/>
            <a:chExt cx="2256557" cy="2604215"/>
          </a:xfrm>
        </p:grpSpPr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54588450-EB2A-21B9-4558-069BAB07A5E7}"/>
                </a:ext>
              </a:extLst>
            </p:cNvPr>
            <p:cNvCxnSpPr/>
            <p:nvPr/>
          </p:nvCxnSpPr>
          <p:spPr>
            <a:xfrm flipH="1">
              <a:off x="3640930" y="6515100"/>
              <a:ext cx="1219200" cy="17907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C2E04FE4-1D56-E682-A51D-8AFA5E26FEED}"/>
                </a:ext>
              </a:extLst>
            </p:cNvPr>
            <p:cNvSpPr txBox="1"/>
            <p:nvPr/>
          </p:nvSpPr>
          <p:spPr>
            <a:xfrm>
              <a:off x="4028895" y="8719205"/>
              <a:ext cx="18685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TANGENTES</a:t>
              </a:r>
            </a:p>
          </p:txBody>
        </p: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CF7B9623-2711-1F14-68AD-B60BDDE842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93406" y="7204075"/>
              <a:ext cx="674287" cy="476647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C0F5E55A-0868-D298-C8D8-7BF88D9B83E0}"/>
                </a:ext>
              </a:extLst>
            </p:cNvPr>
            <p:cNvSpPr/>
            <p:nvPr/>
          </p:nvSpPr>
          <p:spPr>
            <a:xfrm>
              <a:off x="5035174" y="7648203"/>
              <a:ext cx="65038" cy="6503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BB179E81-EF59-66A6-287E-8A52EE72E0C5}"/>
                </a:ext>
              </a:extLst>
            </p:cNvPr>
            <p:cNvSpPr/>
            <p:nvPr/>
          </p:nvSpPr>
          <p:spPr>
            <a:xfrm rot="2194325">
              <a:off x="4417717" y="7126999"/>
              <a:ext cx="109794" cy="117885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55DC7A48-87A2-8C07-0352-3B56115B3BB0}"/>
                </a:ext>
              </a:extLst>
            </p:cNvPr>
            <p:cNvSpPr/>
            <p:nvPr/>
          </p:nvSpPr>
          <p:spPr>
            <a:xfrm>
              <a:off x="4238625" y="6851291"/>
              <a:ext cx="1658862" cy="165886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46F773C0-A917-F97E-E448-FE91AD49AC38}"/>
                </a:ext>
              </a:extLst>
            </p:cNvPr>
            <p:cNvSpPr/>
            <p:nvPr/>
          </p:nvSpPr>
          <p:spPr>
            <a:xfrm flipV="1">
              <a:off x="4449269" y="7162596"/>
              <a:ext cx="46690" cy="4669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</p:grpSp>
      <p:sp>
        <p:nvSpPr>
          <p:cNvPr id="4" name="Rectángulo 3">
            <a:extLst>
              <a:ext uri="{FF2B5EF4-FFF2-40B4-BE49-F238E27FC236}">
                <a16:creationId xmlns:a16="http://schemas.microsoft.com/office/drawing/2014/main" id="{500DBA85-65FF-B81D-67C7-98F4759F7B1C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DAF0F78-B335-DDD1-30F8-E79C682FEDF2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Cuerpos Geométricos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60622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2"/>
            <a:ext cx="11121832" cy="441574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circunferencia es la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línea que rodea al círculo.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3D28BE2-68AA-DFB3-5B5C-6BEDC5904EAA}"/>
              </a:ext>
            </a:extLst>
          </p:cNvPr>
          <p:cNvSpPr txBox="1"/>
          <p:nvPr/>
        </p:nvSpPr>
        <p:spPr>
          <a:xfrm>
            <a:off x="535084" y="1617214"/>
            <a:ext cx="88360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Relaciones entre una circunferencia y una recta: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0EF56CE4-4F97-6F40-E33D-083DCD29EA62}"/>
              </a:ext>
            </a:extLst>
          </p:cNvPr>
          <p:cNvGrpSpPr/>
          <p:nvPr/>
        </p:nvGrpSpPr>
        <p:grpSpPr>
          <a:xfrm>
            <a:off x="1928506" y="2260601"/>
            <a:ext cx="2207126" cy="1883652"/>
            <a:chOff x="897430" y="10349020"/>
            <a:chExt cx="2480392" cy="2116869"/>
          </a:xfrm>
        </p:grpSpPr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F80AC180-8613-CBAC-EED1-A3C549773E10}"/>
                </a:ext>
              </a:extLst>
            </p:cNvPr>
            <p:cNvSpPr/>
            <p:nvPr/>
          </p:nvSpPr>
          <p:spPr>
            <a:xfrm flipV="1">
              <a:off x="897430" y="10802590"/>
              <a:ext cx="509406" cy="509406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6D65AA72-739D-C704-FD9A-CE54E3186041}"/>
                </a:ext>
              </a:extLst>
            </p:cNvPr>
            <p:cNvSpPr/>
            <p:nvPr/>
          </p:nvSpPr>
          <p:spPr>
            <a:xfrm flipV="1">
              <a:off x="1961276" y="10349020"/>
              <a:ext cx="1416546" cy="1416546"/>
            </a:xfrm>
            <a:prstGeom prst="ellipse">
              <a:avLst/>
            </a:prstGeom>
            <a:noFill/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06E9719F-AC4B-974F-111E-CA3CDF1C1DCB}"/>
                </a:ext>
              </a:extLst>
            </p:cNvPr>
            <p:cNvSpPr txBox="1"/>
            <p:nvPr/>
          </p:nvSpPr>
          <p:spPr>
            <a:xfrm>
              <a:off x="1152133" y="12065779"/>
              <a:ext cx="18685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EXTERIORES</a:t>
              </a:r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AA6CB8E7-AD62-B50B-A692-7967BE1E6482}"/>
              </a:ext>
            </a:extLst>
          </p:cNvPr>
          <p:cNvGrpSpPr/>
          <p:nvPr/>
        </p:nvGrpSpPr>
        <p:grpSpPr>
          <a:xfrm>
            <a:off x="5054168" y="2267382"/>
            <a:ext cx="1911218" cy="1993198"/>
            <a:chOff x="4041410" y="10349020"/>
            <a:chExt cx="2147847" cy="2239978"/>
          </a:xfrm>
        </p:grpSpPr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6254F298-9F90-A4DE-FAAD-90BE9BC90472}"/>
                </a:ext>
              </a:extLst>
            </p:cNvPr>
            <p:cNvSpPr/>
            <p:nvPr/>
          </p:nvSpPr>
          <p:spPr>
            <a:xfrm flipV="1">
              <a:off x="4041410" y="10802590"/>
              <a:ext cx="509406" cy="509406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68601464-2ED2-3768-E468-90F775466ABF}"/>
                </a:ext>
              </a:extLst>
            </p:cNvPr>
            <p:cNvSpPr/>
            <p:nvPr/>
          </p:nvSpPr>
          <p:spPr>
            <a:xfrm flipV="1">
              <a:off x="4546688" y="10349020"/>
              <a:ext cx="1416546" cy="1416546"/>
            </a:xfrm>
            <a:prstGeom prst="ellipse">
              <a:avLst/>
            </a:prstGeom>
            <a:noFill/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A5E0158B-8DBB-BB56-435A-601EBCEE2E6C}"/>
                </a:ext>
              </a:extLst>
            </p:cNvPr>
            <p:cNvSpPr txBox="1"/>
            <p:nvPr/>
          </p:nvSpPr>
          <p:spPr>
            <a:xfrm>
              <a:off x="4320665" y="11881112"/>
              <a:ext cx="186859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TANGENTE EXTERIORES</a:t>
              </a:r>
            </a:p>
          </p:txBody>
        </p:sp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515216ED-36DC-D825-A274-A3A3D689854E}"/>
              </a:ext>
            </a:extLst>
          </p:cNvPr>
          <p:cNvGrpSpPr/>
          <p:nvPr/>
        </p:nvGrpSpPr>
        <p:grpSpPr>
          <a:xfrm>
            <a:off x="8059067" y="2260601"/>
            <a:ext cx="1713520" cy="1883650"/>
            <a:chOff x="7058548" y="10349020"/>
            <a:chExt cx="1925671" cy="2116867"/>
          </a:xfrm>
        </p:grpSpPr>
        <p:sp>
          <p:nvSpPr>
            <p:cNvPr id="32" name="Elipse 31">
              <a:extLst>
                <a:ext uri="{FF2B5EF4-FFF2-40B4-BE49-F238E27FC236}">
                  <a16:creationId xmlns:a16="http://schemas.microsoft.com/office/drawing/2014/main" id="{82EF8738-FC42-9108-A9CF-C13B7EA3961F}"/>
                </a:ext>
              </a:extLst>
            </p:cNvPr>
            <p:cNvSpPr/>
            <p:nvPr/>
          </p:nvSpPr>
          <p:spPr>
            <a:xfrm flipV="1">
              <a:off x="7058548" y="10802590"/>
              <a:ext cx="509406" cy="509406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33" name="Elipse 32">
              <a:extLst>
                <a:ext uri="{FF2B5EF4-FFF2-40B4-BE49-F238E27FC236}">
                  <a16:creationId xmlns:a16="http://schemas.microsoft.com/office/drawing/2014/main" id="{23C23D76-0D8B-A61B-2647-D2E5177D597B}"/>
                </a:ext>
              </a:extLst>
            </p:cNvPr>
            <p:cNvSpPr/>
            <p:nvPr/>
          </p:nvSpPr>
          <p:spPr>
            <a:xfrm flipV="1">
              <a:off x="7341650" y="10349020"/>
              <a:ext cx="1416546" cy="1416546"/>
            </a:xfrm>
            <a:prstGeom prst="ellipse">
              <a:avLst/>
            </a:prstGeom>
            <a:noFill/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1261B2A1-5CB9-7807-9804-20EC9ED0BE87}"/>
                </a:ext>
              </a:extLst>
            </p:cNvPr>
            <p:cNvSpPr txBox="1"/>
            <p:nvPr/>
          </p:nvSpPr>
          <p:spPr>
            <a:xfrm>
              <a:off x="7115627" y="12065777"/>
              <a:ext cx="18685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SECANTES</a:t>
              </a:r>
            </a:p>
          </p:txBody>
        </p:sp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CDED64E2-3846-368F-42EC-E77581BC1259}"/>
              </a:ext>
            </a:extLst>
          </p:cNvPr>
          <p:cNvGrpSpPr/>
          <p:nvPr/>
        </p:nvGrpSpPr>
        <p:grpSpPr>
          <a:xfrm>
            <a:off x="2516809" y="4515946"/>
            <a:ext cx="1662728" cy="1980838"/>
            <a:chOff x="1519434" y="12992048"/>
            <a:chExt cx="1868592" cy="2226089"/>
          </a:xfrm>
        </p:grpSpPr>
        <p:sp>
          <p:nvSpPr>
            <p:cNvPr id="36" name="Elipse 35">
              <a:extLst>
                <a:ext uri="{FF2B5EF4-FFF2-40B4-BE49-F238E27FC236}">
                  <a16:creationId xmlns:a16="http://schemas.microsoft.com/office/drawing/2014/main" id="{F687EBD5-38D0-3CB4-8631-296238C17FD5}"/>
                </a:ext>
              </a:extLst>
            </p:cNvPr>
            <p:cNvSpPr/>
            <p:nvPr/>
          </p:nvSpPr>
          <p:spPr>
            <a:xfrm flipV="1">
              <a:off x="1757391" y="13431729"/>
              <a:ext cx="509406" cy="509406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F9B8A9D7-E021-467C-C784-B4F76BDF5AF2}"/>
                </a:ext>
              </a:extLst>
            </p:cNvPr>
            <p:cNvSpPr/>
            <p:nvPr/>
          </p:nvSpPr>
          <p:spPr>
            <a:xfrm flipV="1">
              <a:off x="1757391" y="12992048"/>
              <a:ext cx="1416546" cy="1416546"/>
            </a:xfrm>
            <a:prstGeom prst="ellipse">
              <a:avLst/>
            </a:prstGeom>
            <a:noFill/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6B19289B-9413-8FB3-DCA4-669B531A359D}"/>
                </a:ext>
              </a:extLst>
            </p:cNvPr>
            <p:cNvSpPr txBox="1"/>
            <p:nvPr/>
          </p:nvSpPr>
          <p:spPr>
            <a:xfrm>
              <a:off x="1519434" y="14510251"/>
              <a:ext cx="186859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TANGENTE</a:t>
              </a:r>
            </a:p>
            <a:p>
              <a:pPr algn="ctr"/>
              <a:r>
                <a:rPr lang="es-ES" sz="2000" b="1" dirty="0"/>
                <a:t>INTERIOR</a:t>
              </a:r>
            </a:p>
          </p:txBody>
        </p:sp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6F4C09F5-BE24-7C45-F28F-2B59CB1C5F4C}"/>
              </a:ext>
            </a:extLst>
          </p:cNvPr>
          <p:cNvGrpSpPr/>
          <p:nvPr/>
        </p:nvGrpSpPr>
        <p:grpSpPr>
          <a:xfrm>
            <a:off x="5351303" y="4504749"/>
            <a:ext cx="1662728" cy="1883652"/>
            <a:chOff x="4353928" y="12986868"/>
            <a:chExt cx="1868592" cy="2116869"/>
          </a:xfrm>
        </p:grpSpPr>
        <p:sp>
          <p:nvSpPr>
            <p:cNvPr id="40" name="Elipse 39">
              <a:extLst>
                <a:ext uri="{FF2B5EF4-FFF2-40B4-BE49-F238E27FC236}">
                  <a16:creationId xmlns:a16="http://schemas.microsoft.com/office/drawing/2014/main" id="{6173CE94-CC5F-901D-765C-EAF59CA2D7BB}"/>
                </a:ext>
              </a:extLst>
            </p:cNvPr>
            <p:cNvSpPr/>
            <p:nvPr/>
          </p:nvSpPr>
          <p:spPr>
            <a:xfrm flipV="1">
              <a:off x="5229947" y="13199624"/>
              <a:ext cx="509406" cy="509406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CB6F5B0A-5877-76B9-A897-AE55976FB998}"/>
                </a:ext>
              </a:extLst>
            </p:cNvPr>
            <p:cNvSpPr/>
            <p:nvPr/>
          </p:nvSpPr>
          <p:spPr>
            <a:xfrm flipV="1">
              <a:off x="4579951" y="12986868"/>
              <a:ext cx="1416546" cy="1416546"/>
            </a:xfrm>
            <a:prstGeom prst="ellipse">
              <a:avLst/>
            </a:prstGeom>
            <a:noFill/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51A1DD6C-0D07-0D99-EB28-7DCF78CB26EA}"/>
                </a:ext>
              </a:extLst>
            </p:cNvPr>
            <p:cNvSpPr txBox="1"/>
            <p:nvPr/>
          </p:nvSpPr>
          <p:spPr>
            <a:xfrm>
              <a:off x="4353928" y="14703627"/>
              <a:ext cx="18685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INTERIORES</a:t>
              </a:r>
            </a:p>
          </p:txBody>
        </p:sp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7EEA3657-4C52-7A6E-3B65-B54F6DE1B9E7}"/>
              </a:ext>
            </a:extLst>
          </p:cNvPr>
          <p:cNvGrpSpPr/>
          <p:nvPr/>
        </p:nvGrpSpPr>
        <p:grpSpPr>
          <a:xfrm>
            <a:off x="7769991" y="4504749"/>
            <a:ext cx="2415276" cy="1883652"/>
            <a:chOff x="6726030" y="12986868"/>
            <a:chExt cx="2714311" cy="2116869"/>
          </a:xfrm>
        </p:grpSpPr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46131C67-61B2-6917-BEE4-A7AADF4075CA}"/>
                </a:ext>
              </a:extLst>
            </p:cNvPr>
            <p:cNvSpPr/>
            <p:nvPr/>
          </p:nvSpPr>
          <p:spPr>
            <a:xfrm flipV="1">
              <a:off x="7828482" y="13440438"/>
              <a:ext cx="509406" cy="509406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83796F9B-C6FF-2141-EA44-EB93D6F9C708}"/>
                </a:ext>
              </a:extLst>
            </p:cNvPr>
            <p:cNvSpPr/>
            <p:nvPr/>
          </p:nvSpPr>
          <p:spPr>
            <a:xfrm flipV="1">
              <a:off x="7374913" y="12986868"/>
              <a:ext cx="1416546" cy="1416546"/>
            </a:xfrm>
            <a:prstGeom prst="ellipse">
              <a:avLst/>
            </a:prstGeom>
            <a:noFill/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D892613D-802A-2C00-1944-20EAE14E99BE}"/>
                </a:ext>
              </a:extLst>
            </p:cNvPr>
            <p:cNvSpPr txBox="1"/>
            <p:nvPr/>
          </p:nvSpPr>
          <p:spPr>
            <a:xfrm>
              <a:off x="6726030" y="14703627"/>
              <a:ext cx="27143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CONCÉNTRICAS</a:t>
              </a:r>
            </a:p>
          </p:txBody>
        </p:sp>
      </p:grpSp>
      <p:sp>
        <p:nvSpPr>
          <p:cNvPr id="3" name="Rectángulo 2">
            <a:extLst>
              <a:ext uri="{FF2B5EF4-FFF2-40B4-BE49-F238E27FC236}">
                <a16:creationId xmlns:a16="http://schemas.microsoft.com/office/drawing/2014/main" id="{9F1F3BD6-0CC8-14B7-A82B-7105FE9C2617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625BE9C-3DB9-D06D-686A-649A6336C6AA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Cuerpos Geométricos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454418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10000">
        <p159:morph option="byObject"/>
      </p:transition>
    </mc:Choice>
    <mc:Fallback xmlns="">
      <p:transition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50"/>
                            </p:stCondLst>
                            <p:childTnLst>
                              <p:par>
                                <p:cTn id="2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250"/>
                            </p:stCondLst>
                            <p:childTnLst>
                              <p:par>
                                <p:cTn id="3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F8B62625-0816-4851-AFD2-56B6E7F42403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RESENTATION_TITLE" val="4. Circunferencias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FIRST_PUBLISH" val="1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2 ESO\\TEMA 9 - Cuerpos geométricos&quot;]]"/>
  <p:tag name="ISPRING_SCORM_RATE_QUIZZE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92C6F55B-B6EB-4EC5-8877-8A94B6356D39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4951E829-A190-4087-B137-B5921B16C2DF}:25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08F2965E-744F-45D0-8286-0FF82B7E1DB8}:259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</TotalTime>
  <Words>75</Words>
  <Application>Microsoft Office PowerPoint</Application>
  <PresentationFormat>Panorámica</PresentationFormat>
  <Paragraphs>21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Aptos</vt:lpstr>
      <vt:lpstr>Arial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 Circunferencias</dc:title>
  <dc:creator>Illán Linos Souto</dc:creator>
  <cp:lastModifiedBy>Illán Linos</cp:lastModifiedBy>
  <cp:revision>56</cp:revision>
  <dcterms:created xsi:type="dcterms:W3CDTF">2024-08-18T18:48:07Z</dcterms:created>
  <dcterms:modified xsi:type="dcterms:W3CDTF">2025-11-18T13:14:10Z</dcterms:modified>
</cp:coreProperties>
</file>
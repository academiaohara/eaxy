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5FA0-565D-4D7A-8CDB-2257F9CE4D21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5895C-F95F-4882-9389-F0AFACDB0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6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5895C-F95F-4882-9389-F0AFACDB0F2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7452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5895C-F95F-4882-9389-F0AFACDB0F2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918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5895C-F95F-4882-9389-F0AFACDB0F2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21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3.xml"/><Relationship Id="rId7" Type="http://schemas.microsoft.com/office/2017/06/relationships/model3d" Target="../media/model3d1.glb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microsoft.com/office/2017/06/relationships/model3d" Target="../media/model3d3.glb"/><Relationship Id="rId15" Type="http://schemas.openxmlformats.org/officeDocument/2006/relationships/image" Target="../media/image14.png"/><Relationship Id="rId10" Type="http://schemas.openxmlformats.org/officeDocument/2006/relationships/image" Target="../media/image2.png"/><Relationship Id="rId9" Type="http://schemas.microsoft.com/office/2017/06/relationships/model3d" Target="../media/model3d2.glb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representa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cuantas partes de cada 100 tienes.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E0860C2-D377-A4B2-9CC9-3D93D36AB95F}"/>
              </a:ext>
            </a:extLst>
          </p:cNvPr>
          <p:cNvGrpSpPr/>
          <p:nvPr/>
        </p:nvGrpSpPr>
        <p:grpSpPr>
          <a:xfrm>
            <a:off x="1837252" y="1921070"/>
            <a:ext cx="4258748" cy="4187876"/>
            <a:chOff x="2666999" y="4083463"/>
            <a:chExt cx="5036820" cy="4953000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102DEE6-72FA-EB8B-0EBE-9EA58C595975}"/>
                </a:ext>
              </a:extLst>
            </p:cNvPr>
            <p:cNvSpPr/>
            <p:nvPr/>
          </p:nvSpPr>
          <p:spPr>
            <a:xfrm>
              <a:off x="26669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0BA31A7-3C01-D70C-E1A8-6E1AA038FF05}"/>
                </a:ext>
              </a:extLst>
            </p:cNvPr>
            <p:cNvSpPr/>
            <p:nvPr/>
          </p:nvSpPr>
          <p:spPr>
            <a:xfrm>
              <a:off x="31622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A279AC9-F967-1692-F390-5E706BE2314C}"/>
                </a:ext>
              </a:extLst>
            </p:cNvPr>
            <p:cNvSpPr/>
            <p:nvPr/>
          </p:nvSpPr>
          <p:spPr>
            <a:xfrm>
              <a:off x="36575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BC6BCFD-C01A-335B-8F1E-77AF69AB7D85}"/>
                </a:ext>
              </a:extLst>
            </p:cNvPr>
            <p:cNvSpPr/>
            <p:nvPr/>
          </p:nvSpPr>
          <p:spPr>
            <a:xfrm>
              <a:off x="41528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4123C52-A13A-807A-EB99-6DC80B4F969B}"/>
                </a:ext>
              </a:extLst>
            </p:cNvPr>
            <p:cNvSpPr/>
            <p:nvPr/>
          </p:nvSpPr>
          <p:spPr>
            <a:xfrm>
              <a:off x="46481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95FD2BF-B843-98F2-888C-47388ACAC0C3}"/>
                </a:ext>
              </a:extLst>
            </p:cNvPr>
            <p:cNvSpPr/>
            <p:nvPr/>
          </p:nvSpPr>
          <p:spPr>
            <a:xfrm>
              <a:off x="51434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81D72CD-4618-F0C6-0167-3E62FBA3E594}"/>
                </a:ext>
              </a:extLst>
            </p:cNvPr>
            <p:cNvSpPr/>
            <p:nvPr/>
          </p:nvSpPr>
          <p:spPr>
            <a:xfrm>
              <a:off x="56387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E576D50-8497-869B-5402-4E12A01D4D67}"/>
                </a:ext>
              </a:extLst>
            </p:cNvPr>
            <p:cNvSpPr/>
            <p:nvPr/>
          </p:nvSpPr>
          <p:spPr>
            <a:xfrm>
              <a:off x="61340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4E3F84E-850D-AE98-C985-1EBD606D01B7}"/>
                </a:ext>
              </a:extLst>
            </p:cNvPr>
            <p:cNvSpPr/>
            <p:nvPr/>
          </p:nvSpPr>
          <p:spPr>
            <a:xfrm>
              <a:off x="66293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452FF9D-039F-50D0-2E56-E7B795C94631}"/>
                </a:ext>
              </a:extLst>
            </p:cNvPr>
            <p:cNvSpPr/>
            <p:nvPr/>
          </p:nvSpPr>
          <p:spPr>
            <a:xfrm>
              <a:off x="71246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6E54B06-0D63-FF31-70DA-9B04A5F1F2AD}"/>
                </a:ext>
              </a:extLst>
            </p:cNvPr>
            <p:cNvSpPr/>
            <p:nvPr/>
          </p:nvSpPr>
          <p:spPr>
            <a:xfrm>
              <a:off x="26669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CD1EEF8-1D81-BD35-99AA-D262164536E1}"/>
                </a:ext>
              </a:extLst>
            </p:cNvPr>
            <p:cNvSpPr/>
            <p:nvPr/>
          </p:nvSpPr>
          <p:spPr>
            <a:xfrm>
              <a:off x="31622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12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F6CE965-A83B-1958-CE1B-C99091F139F3}"/>
                </a:ext>
              </a:extLst>
            </p:cNvPr>
            <p:cNvSpPr/>
            <p:nvPr/>
          </p:nvSpPr>
          <p:spPr>
            <a:xfrm>
              <a:off x="36575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13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93993D1E-9379-17D6-5D64-57A168461E66}"/>
                </a:ext>
              </a:extLst>
            </p:cNvPr>
            <p:cNvSpPr/>
            <p:nvPr/>
          </p:nvSpPr>
          <p:spPr>
            <a:xfrm>
              <a:off x="41528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14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0B5F403-4FA0-CCB0-63E3-BD2EF392FA27}"/>
                </a:ext>
              </a:extLst>
            </p:cNvPr>
            <p:cNvSpPr/>
            <p:nvPr/>
          </p:nvSpPr>
          <p:spPr>
            <a:xfrm>
              <a:off x="46481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D4784A95-0D5F-E5EB-BC50-233FA75F5FA4}"/>
                </a:ext>
              </a:extLst>
            </p:cNvPr>
            <p:cNvSpPr/>
            <p:nvPr/>
          </p:nvSpPr>
          <p:spPr>
            <a:xfrm>
              <a:off x="51434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16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90FDEEB-FEFA-3B4A-4BE1-01BB8E5C61AD}"/>
                </a:ext>
              </a:extLst>
            </p:cNvPr>
            <p:cNvSpPr/>
            <p:nvPr/>
          </p:nvSpPr>
          <p:spPr>
            <a:xfrm>
              <a:off x="56387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17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5AB893F-9295-5353-A941-20790920A35E}"/>
                </a:ext>
              </a:extLst>
            </p:cNvPr>
            <p:cNvSpPr/>
            <p:nvPr/>
          </p:nvSpPr>
          <p:spPr>
            <a:xfrm>
              <a:off x="61340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18</a:t>
              </a: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4E33E0A-E8B7-2225-7B05-39BBA4E867B2}"/>
                </a:ext>
              </a:extLst>
            </p:cNvPr>
            <p:cNvSpPr/>
            <p:nvPr/>
          </p:nvSpPr>
          <p:spPr>
            <a:xfrm>
              <a:off x="66293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19</a:t>
              </a: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31F710CA-384C-2E94-F4FC-9024003E897B}"/>
                </a:ext>
              </a:extLst>
            </p:cNvPr>
            <p:cNvSpPr/>
            <p:nvPr/>
          </p:nvSpPr>
          <p:spPr>
            <a:xfrm>
              <a:off x="71246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20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5F748CCF-2DA3-97E7-C359-116DCC32CC3C}"/>
                </a:ext>
              </a:extLst>
            </p:cNvPr>
            <p:cNvSpPr/>
            <p:nvPr/>
          </p:nvSpPr>
          <p:spPr>
            <a:xfrm>
              <a:off x="26669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21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2D517E95-6E3A-4F49-EE98-1D26A5FB6A90}"/>
                </a:ext>
              </a:extLst>
            </p:cNvPr>
            <p:cNvSpPr/>
            <p:nvPr/>
          </p:nvSpPr>
          <p:spPr>
            <a:xfrm>
              <a:off x="31622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22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F71D7916-149C-CF7D-2F57-7A18F659CB9F}"/>
                </a:ext>
              </a:extLst>
            </p:cNvPr>
            <p:cNvSpPr/>
            <p:nvPr/>
          </p:nvSpPr>
          <p:spPr>
            <a:xfrm>
              <a:off x="36575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23</a:t>
              </a: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4F78D3A0-92AC-BA9F-60BE-B9D43C6167FC}"/>
                </a:ext>
              </a:extLst>
            </p:cNvPr>
            <p:cNvSpPr/>
            <p:nvPr/>
          </p:nvSpPr>
          <p:spPr>
            <a:xfrm>
              <a:off x="41528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24</a:t>
              </a: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137AF9E-6338-7DE4-66E1-3A43FC110517}"/>
                </a:ext>
              </a:extLst>
            </p:cNvPr>
            <p:cNvSpPr/>
            <p:nvPr/>
          </p:nvSpPr>
          <p:spPr>
            <a:xfrm>
              <a:off x="46481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25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F4D5C941-DAD5-C8F8-D803-7F9639F086D8}"/>
                </a:ext>
              </a:extLst>
            </p:cNvPr>
            <p:cNvSpPr/>
            <p:nvPr/>
          </p:nvSpPr>
          <p:spPr>
            <a:xfrm>
              <a:off x="51434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26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BE5F04EB-E19C-F086-43EA-3C34827F3B4B}"/>
                </a:ext>
              </a:extLst>
            </p:cNvPr>
            <p:cNvSpPr/>
            <p:nvPr/>
          </p:nvSpPr>
          <p:spPr>
            <a:xfrm>
              <a:off x="56387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27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CBB902EB-01AA-938E-17A6-63C13BAC7B83}"/>
                </a:ext>
              </a:extLst>
            </p:cNvPr>
            <p:cNvSpPr/>
            <p:nvPr/>
          </p:nvSpPr>
          <p:spPr>
            <a:xfrm>
              <a:off x="61340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28</a:t>
              </a: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FC55FD13-D638-0367-D504-4BCF483E3CCB}"/>
                </a:ext>
              </a:extLst>
            </p:cNvPr>
            <p:cNvSpPr/>
            <p:nvPr/>
          </p:nvSpPr>
          <p:spPr>
            <a:xfrm>
              <a:off x="66293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29</a:t>
              </a: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0BEE2C8E-A830-D4C8-BA89-03564F96757C}"/>
                </a:ext>
              </a:extLst>
            </p:cNvPr>
            <p:cNvSpPr/>
            <p:nvPr/>
          </p:nvSpPr>
          <p:spPr>
            <a:xfrm>
              <a:off x="71246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E98FFC96-CCB1-2D67-A07D-714079E3E5E3}"/>
                </a:ext>
              </a:extLst>
            </p:cNvPr>
            <p:cNvSpPr/>
            <p:nvPr/>
          </p:nvSpPr>
          <p:spPr>
            <a:xfrm>
              <a:off x="26669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31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44BEEDE7-5AB9-3863-AC0A-2334815CF882}"/>
                </a:ext>
              </a:extLst>
            </p:cNvPr>
            <p:cNvSpPr/>
            <p:nvPr/>
          </p:nvSpPr>
          <p:spPr>
            <a:xfrm>
              <a:off x="31622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32</a:t>
              </a:r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64CBF9F7-06EB-A5C3-EA13-B62F9653DEC0}"/>
                </a:ext>
              </a:extLst>
            </p:cNvPr>
            <p:cNvSpPr/>
            <p:nvPr/>
          </p:nvSpPr>
          <p:spPr>
            <a:xfrm>
              <a:off x="36575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33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3277666D-EF59-6121-87D3-7BC3E7BF2730}"/>
                </a:ext>
              </a:extLst>
            </p:cNvPr>
            <p:cNvSpPr/>
            <p:nvPr/>
          </p:nvSpPr>
          <p:spPr>
            <a:xfrm>
              <a:off x="41528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34</a:t>
              </a: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1DD77877-EF8E-A5B3-306F-F095E0F2C7A2}"/>
                </a:ext>
              </a:extLst>
            </p:cNvPr>
            <p:cNvSpPr/>
            <p:nvPr/>
          </p:nvSpPr>
          <p:spPr>
            <a:xfrm>
              <a:off x="46481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35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90AE7912-766B-B7A0-2EC4-7E4AA6547FFF}"/>
                </a:ext>
              </a:extLst>
            </p:cNvPr>
            <p:cNvSpPr/>
            <p:nvPr/>
          </p:nvSpPr>
          <p:spPr>
            <a:xfrm>
              <a:off x="51434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D7C056B-2C9D-57F8-596B-3654C03AFAD8}"/>
                </a:ext>
              </a:extLst>
            </p:cNvPr>
            <p:cNvSpPr/>
            <p:nvPr/>
          </p:nvSpPr>
          <p:spPr>
            <a:xfrm>
              <a:off x="56387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37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7C272EFC-1B99-3049-6C70-87C174C403EC}"/>
                </a:ext>
              </a:extLst>
            </p:cNvPr>
            <p:cNvSpPr/>
            <p:nvPr/>
          </p:nvSpPr>
          <p:spPr>
            <a:xfrm>
              <a:off x="61340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38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70DA9D77-41A7-2DC6-524E-C28E441BD7B4}"/>
                </a:ext>
              </a:extLst>
            </p:cNvPr>
            <p:cNvSpPr/>
            <p:nvPr/>
          </p:nvSpPr>
          <p:spPr>
            <a:xfrm>
              <a:off x="66293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39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22B6E67B-CF48-53F9-5971-71549EC890A0}"/>
                </a:ext>
              </a:extLst>
            </p:cNvPr>
            <p:cNvSpPr/>
            <p:nvPr/>
          </p:nvSpPr>
          <p:spPr>
            <a:xfrm>
              <a:off x="71246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40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EA58D336-FFAA-AB17-C8B1-B77DAABEDDE6}"/>
                </a:ext>
              </a:extLst>
            </p:cNvPr>
            <p:cNvSpPr/>
            <p:nvPr/>
          </p:nvSpPr>
          <p:spPr>
            <a:xfrm>
              <a:off x="26669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41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DF30BB10-35D6-B812-E6D2-24A96EADDF33}"/>
                </a:ext>
              </a:extLst>
            </p:cNvPr>
            <p:cNvSpPr/>
            <p:nvPr/>
          </p:nvSpPr>
          <p:spPr>
            <a:xfrm>
              <a:off x="31622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7A1C3B9-0841-57EC-B8AE-4A4CC6026945}"/>
                </a:ext>
              </a:extLst>
            </p:cNvPr>
            <p:cNvSpPr/>
            <p:nvPr/>
          </p:nvSpPr>
          <p:spPr>
            <a:xfrm>
              <a:off x="36575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5DDEEF93-CB7B-36AA-4BD6-A01F2D6DAAEE}"/>
                </a:ext>
              </a:extLst>
            </p:cNvPr>
            <p:cNvSpPr/>
            <p:nvPr/>
          </p:nvSpPr>
          <p:spPr>
            <a:xfrm>
              <a:off x="41528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44</a:t>
              </a: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B42880CF-8FAB-D998-BB52-1F17EEC452D4}"/>
                </a:ext>
              </a:extLst>
            </p:cNvPr>
            <p:cNvSpPr/>
            <p:nvPr/>
          </p:nvSpPr>
          <p:spPr>
            <a:xfrm>
              <a:off x="46481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45</a:t>
              </a: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D810006C-DF22-6B09-E8DB-DBF01E6F8940}"/>
                </a:ext>
              </a:extLst>
            </p:cNvPr>
            <p:cNvSpPr/>
            <p:nvPr/>
          </p:nvSpPr>
          <p:spPr>
            <a:xfrm>
              <a:off x="51434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46</a:t>
              </a: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14BBD786-726D-0227-5491-D011940EAFB8}"/>
                </a:ext>
              </a:extLst>
            </p:cNvPr>
            <p:cNvSpPr/>
            <p:nvPr/>
          </p:nvSpPr>
          <p:spPr>
            <a:xfrm>
              <a:off x="56387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F67FAB85-FDD1-4A41-0FDA-5D4F2578FA78}"/>
                </a:ext>
              </a:extLst>
            </p:cNvPr>
            <p:cNvSpPr/>
            <p:nvPr/>
          </p:nvSpPr>
          <p:spPr>
            <a:xfrm>
              <a:off x="61340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30F648FE-F2C0-A5CB-C0EF-3D5FEF7B4E17}"/>
                </a:ext>
              </a:extLst>
            </p:cNvPr>
            <p:cNvSpPr/>
            <p:nvPr/>
          </p:nvSpPr>
          <p:spPr>
            <a:xfrm>
              <a:off x="66293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49</a:t>
              </a:r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6296EFD3-A187-B1EE-48FD-9F3E7D0E6489}"/>
                </a:ext>
              </a:extLst>
            </p:cNvPr>
            <p:cNvSpPr/>
            <p:nvPr/>
          </p:nvSpPr>
          <p:spPr>
            <a:xfrm>
              <a:off x="71246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50</a:t>
              </a:r>
            </a:p>
          </p:txBody>
        </p:sp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56206B30-503D-7B9A-57BB-AE7D0A5F109F}"/>
                </a:ext>
              </a:extLst>
            </p:cNvPr>
            <p:cNvSpPr/>
            <p:nvPr/>
          </p:nvSpPr>
          <p:spPr>
            <a:xfrm>
              <a:off x="26669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51</a:t>
              </a:r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2B35627F-4A41-E462-8ABB-053CFC13AFD9}"/>
                </a:ext>
              </a:extLst>
            </p:cNvPr>
            <p:cNvSpPr/>
            <p:nvPr/>
          </p:nvSpPr>
          <p:spPr>
            <a:xfrm>
              <a:off x="31622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52</a:t>
              </a:r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C4DD1E29-93C0-A6ED-59EA-F82FF1A1C78D}"/>
                </a:ext>
              </a:extLst>
            </p:cNvPr>
            <p:cNvSpPr/>
            <p:nvPr/>
          </p:nvSpPr>
          <p:spPr>
            <a:xfrm>
              <a:off x="36575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53</a:t>
              </a:r>
            </a:p>
          </p:txBody>
        </p:sp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4344A853-E428-E581-833E-FDEB45FC8964}"/>
                </a:ext>
              </a:extLst>
            </p:cNvPr>
            <p:cNvSpPr/>
            <p:nvPr/>
          </p:nvSpPr>
          <p:spPr>
            <a:xfrm>
              <a:off x="41528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B1E82A91-4E45-6A74-62BF-6BE7237911A9}"/>
                </a:ext>
              </a:extLst>
            </p:cNvPr>
            <p:cNvSpPr/>
            <p:nvPr/>
          </p:nvSpPr>
          <p:spPr>
            <a:xfrm>
              <a:off x="46481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55</a:t>
              </a:r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B24494A5-AB02-2C0B-425A-D25B892A074A}"/>
                </a:ext>
              </a:extLst>
            </p:cNvPr>
            <p:cNvSpPr/>
            <p:nvPr/>
          </p:nvSpPr>
          <p:spPr>
            <a:xfrm>
              <a:off x="51434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56</a:t>
              </a:r>
            </a:p>
          </p:txBody>
        </p:sp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8660FCD1-AC97-F40E-9622-8006BD676359}"/>
                </a:ext>
              </a:extLst>
            </p:cNvPr>
            <p:cNvSpPr/>
            <p:nvPr/>
          </p:nvSpPr>
          <p:spPr>
            <a:xfrm>
              <a:off x="56387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57</a:t>
              </a:r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FFB6223C-0720-D74D-0695-B4CFB49B0DC9}"/>
                </a:ext>
              </a:extLst>
            </p:cNvPr>
            <p:cNvSpPr/>
            <p:nvPr/>
          </p:nvSpPr>
          <p:spPr>
            <a:xfrm>
              <a:off x="61340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58</a:t>
              </a:r>
            </a:p>
          </p:txBody>
        </p:sp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6551EE62-2B63-52ED-38A9-609960388343}"/>
                </a:ext>
              </a:extLst>
            </p:cNvPr>
            <p:cNvSpPr/>
            <p:nvPr/>
          </p:nvSpPr>
          <p:spPr>
            <a:xfrm>
              <a:off x="66293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59</a:t>
              </a:r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F7FF8267-5324-7E2E-4F3B-18339747A3B7}"/>
                </a:ext>
              </a:extLst>
            </p:cNvPr>
            <p:cNvSpPr/>
            <p:nvPr/>
          </p:nvSpPr>
          <p:spPr>
            <a:xfrm>
              <a:off x="71246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60</a:t>
              </a:r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81678A77-71CB-E34F-1FA6-A15768B035BA}"/>
                </a:ext>
              </a:extLst>
            </p:cNvPr>
            <p:cNvSpPr/>
            <p:nvPr/>
          </p:nvSpPr>
          <p:spPr>
            <a:xfrm>
              <a:off x="26669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61</a:t>
              </a:r>
            </a:p>
          </p:txBody>
        </p:sp>
        <p:sp>
          <p:nvSpPr>
            <p:cNvPr id="74" name="Rectángulo 73">
              <a:extLst>
                <a:ext uri="{FF2B5EF4-FFF2-40B4-BE49-F238E27FC236}">
                  <a16:creationId xmlns:a16="http://schemas.microsoft.com/office/drawing/2014/main" id="{FDEF3487-EE0E-B80F-B9F0-6FE6E9B58CCB}"/>
                </a:ext>
              </a:extLst>
            </p:cNvPr>
            <p:cNvSpPr/>
            <p:nvPr/>
          </p:nvSpPr>
          <p:spPr>
            <a:xfrm>
              <a:off x="31622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62</a:t>
              </a: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9A539AF1-84FD-2093-031B-CC45170D9A0E}"/>
                </a:ext>
              </a:extLst>
            </p:cNvPr>
            <p:cNvSpPr/>
            <p:nvPr/>
          </p:nvSpPr>
          <p:spPr>
            <a:xfrm>
              <a:off x="36575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63</a:t>
              </a:r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8514D0FA-8900-44C6-A9F8-3D88A4A13344}"/>
                </a:ext>
              </a:extLst>
            </p:cNvPr>
            <p:cNvSpPr/>
            <p:nvPr/>
          </p:nvSpPr>
          <p:spPr>
            <a:xfrm>
              <a:off x="41528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64</a:t>
              </a:r>
            </a:p>
          </p:txBody>
        </p:sp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03F2CBF1-CD9A-05B5-9D57-48D330328A24}"/>
                </a:ext>
              </a:extLst>
            </p:cNvPr>
            <p:cNvSpPr/>
            <p:nvPr/>
          </p:nvSpPr>
          <p:spPr>
            <a:xfrm>
              <a:off x="46481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65</a:t>
              </a:r>
            </a:p>
          </p:txBody>
        </p:sp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63E8DFB0-C061-2F9F-D26F-D09EE7F582DE}"/>
                </a:ext>
              </a:extLst>
            </p:cNvPr>
            <p:cNvSpPr/>
            <p:nvPr/>
          </p:nvSpPr>
          <p:spPr>
            <a:xfrm>
              <a:off x="51434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66</a:t>
              </a:r>
            </a:p>
          </p:txBody>
        </p:sp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36A0D2FF-0687-2187-A4D8-4AE9C7BDFA52}"/>
                </a:ext>
              </a:extLst>
            </p:cNvPr>
            <p:cNvSpPr/>
            <p:nvPr/>
          </p:nvSpPr>
          <p:spPr>
            <a:xfrm>
              <a:off x="56387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67</a:t>
              </a:r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9F25099D-BD1E-FB67-BFA4-2DB3DFC025F3}"/>
                </a:ext>
              </a:extLst>
            </p:cNvPr>
            <p:cNvSpPr/>
            <p:nvPr/>
          </p:nvSpPr>
          <p:spPr>
            <a:xfrm>
              <a:off x="61340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68</a:t>
              </a:r>
            </a:p>
          </p:txBody>
        </p:sp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2DA74DD9-1D0E-D7C1-9897-8E462A9CB4ED}"/>
                </a:ext>
              </a:extLst>
            </p:cNvPr>
            <p:cNvSpPr/>
            <p:nvPr/>
          </p:nvSpPr>
          <p:spPr>
            <a:xfrm>
              <a:off x="66293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69</a:t>
              </a:r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4422F7E0-505F-962E-43B9-2C923B070E70}"/>
                </a:ext>
              </a:extLst>
            </p:cNvPr>
            <p:cNvSpPr/>
            <p:nvPr/>
          </p:nvSpPr>
          <p:spPr>
            <a:xfrm>
              <a:off x="71246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70</a:t>
              </a:r>
            </a:p>
          </p:txBody>
        </p:sp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617D72A3-4889-CE35-74E4-AE301866AF07}"/>
                </a:ext>
              </a:extLst>
            </p:cNvPr>
            <p:cNvSpPr/>
            <p:nvPr/>
          </p:nvSpPr>
          <p:spPr>
            <a:xfrm>
              <a:off x="26669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71</a:t>
              </a:r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5CBAAB68-6962-BFC4-F374-5B9281036613}"/>
                </a:ext>
              </a:extLst>
            </p:cNvPr>
            <p:cNvSpPr/>
            <p:nvPr/>
          </p:nvSpPr>
          <p:spPr>
            <a:xfrm>
              <a:off x="31622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72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C836D1FC-9CC8-836F-F0D1-D9BC08DB2961}"/>
                </a:ext>
              </a:extLst>
            </p:cNvPr>
            <p:cNvSpPr/>
            <p:nvPr/>
          </p:nvSpPr>
          <p:spPr>
            <a:xfrm>
              <a:off x="36575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73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2301BA64-F352-39B3-A65F-192DB88BC091}"/>
                </a:ext>
              </a:extLst>
            </p:cNvPr>
            <p:cNvSpPr/>
            <p:nvPr/>
          </p:nvSpPr>
          <p:spPr>
            <a:xfrm>
              <a:off x="41528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74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0AA99F43-3496-D8A1-BCF1-3835CBBD156A}"/>
                </a:ext>
              </a:extLst>
            </p:cNvPr>
            <p:cNvSpPr/>
            <p:nvPr/>
          </p:nvSpPr>
          <p:spPr>
            <a:xfrm>
              <a:off x="46481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75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55FFCA35-A9C0-8A0C-6364-F0E4E1D45EFE}"/>
                </a:ext>
              </a:extLst>
            </p:cNvPr>
            <p:cNvSpPr/>
            <p:nvPr/>
          </p:nvSpPr>
          <p:spPr>
            <a:xfrm>
              <a:off x="51434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76</a:t>
              </a:r>
            </a:p>
          </p:txBody>
        </p:sp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E4E371DD-EBE1-F2D0-19C0-39EC2FBD36DB}"/>
                </a:ext>
              </a:extLst>
            </p:cNvPr>
            <p:cNvSpPr/>
            <p:nvPr/>
          </p:nvSpPr>
          <p:spPr>
            <a:xfrm>
              <a:off x="56387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77</a:t>
              </a:r>
            </a:p>
          </p:txBody>
        </p:sp>
        <p:sp>
          <p:nvSpPr>
            <p:cNvPr id="90" name="Rectángulo 89">
              <a:extLst>
                <a:ext uri="{FF2B5EF4-FFF2-40B4-BE49-F238E27FC236}">
                  <a16:creationId xmlns:a16="http://schemas.microsoft.com/office/drawing/2014/main" id="{33392C5B-9D82-A59B-AFE0-4F90393C5FF5}"/>
                </a:ext>
              </a:extLst>
            </p:cNvPr>
            <p:cNvSpPr/>
            <p:nvPr/>
          </p:nvSpPr>
          <p:spPr>
            <a:xfrm>
              <a:off x="61340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78</a:t>
              </a:r>
            </a:p>
          </p:txBody>
        </p:sp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9881BAC9-89C2-CE5C-E099-93DABCD7DB84}"/>
                </a:ext>
              </a:extLst>
            </p:cNvPr>
            <p:cNvSpPr/>
            <p:nvPr/>
          </p:nvSpPr>
          <p:spPr>
            <a:xfrm>
              <a:off x="66293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79</a:t>
              </a:r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EAA68FDD-FB0B-14AF-0D1B-69C79F987B6A}"/>
                </a:ext>
              </a:extLst>
            </p:cNvPr>
            <p:cNvSpPr/>
            <p:nvPr/>
          </p:nvSpPr>
          <p:spPr>
            <a:xfrm>
              <a:off x="71246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80</a:t>
              </a:r>
            </a:p>
          </p:txBody>
        </p:sp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AC8EA783-8FB6-3646-AC1B-B695A2021CCF}"/>
                </a:ext>
              </a:extLst>
            </p:cNvPr>
            <p:cNvSpPr/>
            <p:nvPr/>
          </p:nvSpPr>
          <p:spPr>
            <a:xfrm>
              <a:off x="26669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81</a:t>
              </a:r>
            </a:p>
          </p:txBody>
        </p: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E9616CF4-AAF4-552A-C091-96F8D120F743}"/>
                </a:ext>
              </a:extLst>
            </p:cNvPr>
            <p:cNvSpPr/>
            <p:nvPr/>
          </p:nvSpPr>
          <p:spPr>
            <a:xfrm>
              <a:off x="31622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82</a:t>
              </a:r>
            </a:p>
          </p:txBody>
        </p:sp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5B13ED54-52E4-C185-63A3-02794C8F5C17}"/>
                </a:ext>
              </a:extLst>
            </p:cNvPr>
            <p:cNvSpPr/>
            <p:nvPr/>
          </p:nvSpPr>
          <p:spPr>
            <a:xfrm>
              <a:off x="36575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83</a:t>
              </a:r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6F2C35D6-1A27-A275-D424-ACA41F248AA0}"/>
                </a:ext>
              </a:extLst>
            </p:cNvPr>
            <p:cNvSpPr/>
            <p:nvPr/>
          </p:nvSpPr>
          <p:spPr>
            <a:xfrm>
              <a:off x="41528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84</a:t>
              </a:r>
            </a:p>
          </p:txBody>
        </p:sp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50A33F6C-18E0-9B09-4AA0-E6659DD3FABE}"/>
                </a:ext>
              </a:extLst>
            </p:cNvPr>
            <p:cNvSpPr/>
            <p:nvPr/>
          </p:nvSpPr>
          <p:spPr>
            <a:xfrm>
              <a:off x="46481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85</a:t>
              </a:r>
            </a:p>
          </p:txBody>
        </p:sp>
        <p:sp>
          <p:nvSpPr>
            <p:cNvPr id="98" name="Rectángulo 97">
              <a:extLst>
                <a:ext uri="{FF2B5EF4-FFF2-40B4-BE49-F238E27FC236}">
                  <a16:creationId xmlns:a16="http://schemas.microsoft.com/office/drawing/2014/main" id="{42D32BA1-EE8C-8F0A-5E54-11D23FE1D060}"/>
                </a:ext>
              </a:extLst>
            </p:cNvPr>
            <p:cNvSpPr/>
            <p:nvPr/>
          </p:nvSpPr>
          <p:spPr>
            <a:xfrm>
              <a:off x="51434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86</a:t>
              </a:r>
            </a:p>
          </p:txBody>
        </p:sp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EC8F0E36-A3DC-9EC6-49D9-BDFEB59433DC}"/>
                </a:ext>
              </a:extLst>
            </p:cNvPr>
            <p:cNvSpPr/>
            <p:nvPr/>
          </p:nvSpPr>
          <p:spPr>
            <a:xfrm>
              <a:off x="56387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87</a:t>
              </a:r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46824D68-2C2A-EBDC-92CC-4F8D9FAF4117}"/>
                </a:ext>
              </a:extLst>
            </p:cNvPr>
            <p:cNvSpPr/>
            <p:nvPr/>
          </p:nvSpPr>
          <p:spPr>
            <a:xfrm>
              <a:off x="61340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88</a:t>
              </a:r>
            </a:p>
          </p:txBody>
        </p:sp>
        <p:sp>
          <p:nvSpPr>
            <p:cNvPr id="101" name="Rectángulo 100">
              <a:extLst>
                <a:ext uri="{FF2B5EF4-FFF2-40B4-BE49-F238E27FC236}">
                  <a16:creationId xmlns:a16="http://schemas.microsoft.com/office/drawing/2014/main" id="{48F5B21B-BE03-4CD1-FC50-7A1B6F0AD885}"/>
                </a:ext>
              </a:extLst>
            </p:cNvPr>
            <p:cNvSpPr/>
            <p:nvPr/>
          </p:nvSpPr>
          <p:spPr>
            <a:xfrm>
              <a:off x="66293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89</a:t>
              </a:r>
            </a:p>
          </p:txBody>
        </p: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71EB4869-944A-6DB5-B153-57ABE5E7F414}"/>
                </a:ext>
              </a:extLst>
            </p:cNvPr>
            <p:cNvSpPr/>
            <p:nvPr/>
          </p:nvSpPr>
          <p:spPr>
            <a:xfrm>
              <a:off x="71246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90</a:t>
              </a:r>
            </a:p>
          </p:txBody>
        </p:sp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35669777-0983-5CE0-6C07-C3BCF0676550}"/>
                </a:ext>
              </a:extLst>
            </p:cNvPr>
            <p:cNvSpPr/>
            <p:nvPr/>
          </p:nvSpPr>
          <p:spPr>
            <a:xfrm>
              <a:off x="26669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91</a:t>
              </a:r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63B2F655-751A-379C-89FC-BD604E260DAC}"/>
                </a:ext>
              </a:extLst>
            </p:cNvPr>
            <p:cNvSpPr/>
            <p:nvPr/>
          </p:nvSpPr>
          <p:spPr>
            <a:xfrm>
              <a:off x="31622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92</a:t>
              </a:r>
              <a:endParaRPr lang="es-E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19DE6580-C561-0BC2-B786-6A0E82BE7D3A}"/>
                </a:ext>
              </a:extLst>
            </p:cNvPr>
            <p:cNvSpPr/>
            <p:nvPr/>
          </p:nvSpPr>
          <p:spPr>
            <a:xfrm>
              <a:off x="36575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93</a:t>
              </a:r>
            </a:p>
          </p:txBody>
        </p:sp>
        <p:sp>
          <p:nvSpPr>
            <p:cNvPr id="106" name="Rectángulo 105">
              <a:extLst>
                <a:ext uri="{FF2B5EF4-FFF2-40B4-BE49-F238E27FC236}">
                  <a16:creationId xmlns:a16="http://schemas.microsoft.com/office/drawing/2014/main" id="{FE8B8FBC-2F06-175C-04DE-91807761C27C}"/>
                </a:ext>
              </a:extLst>
            </p:cNvPr>
            <p:cNvSpPr/>
            <p:nvPr/>
          </p:nvSpPr>
          <p:spPr>
            <a:xfrm>
              <a:off x="41528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94</a:t>
              </a:r>
            </a:p>
          </p:txBody>
        </p:sp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15F94891-7ED1-9F63-0FB2-9FD91182D3B6}"/>
                </a:ext>
              </a:extLst>
            </p:cNvPr>
            <p:cNvSpPr/>
            <p:nvPr/>
          </p:nvSpPr>
          <p:spPr>
            <a:xfrm>
              <a:off x="46481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95</a:t>
              </a:r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7FE822C6-6191-E943-93B4-58A3FE9BEAC3}"/>
                </a:ext>
              </a:extLst>
            </p:cNvPr>
            <p:cNvSpPr/>
            <p:nvPr/>
          </p:nvSpPr>
          <p:spPr>
            <a:xfrm>
              <a:off x="51434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96</a:t>
              </a:r>
            </a:p>
          </p:txBody>
        </p:sp>
        <p:sp>
          <p:nvSpPr>
            <p:cNvPr id="109" name="Rectángulo 108">
              <a:extLst>
                <a:ext uri="{FF2B5EF4-FFF2-40B4-BE49-F238E27FC236}">
                  <a16:creationId xmlns:a16="http://schemas.microsoft.com/office/drawing/2014/main" id="{C7D2FD73-2897-F63D-8F63-A773D79B4E83}"/>
                </a:ext>
              </a:extLst>
            </p:cNvPr>
            <p:cNvSpPr/>
            <p:nvPr/>
          </p:nvSpPr>
          <p:spPr>
            <a:xfrm>
              <a:off x="56387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97</a:t>
              </a:r>
            </a:p>
          </p:txBody>
        </p:sp>
        <p:sp>
          <p:nvSpPr>
            <p:cNvPr id="110" name="Rectángulo 109">
              <a:extLst>
                <a:ext uri="{FF2B5EF4-FFF2-40B4-BE49-F238E27FC236}">
                  <a16:creationId xmlns:a16="http://schemas.microsoft.com/office/drawing/2014/main" id="{D6319FFA-DBF5-8202-0796-66A91CC0308A}"/>
                </a:ext>
              </a:extLst>
            </p:cNvPr>
            <p:cNvSpPr/>
            <p:nvPr/>
          </p:nvSpPr>
          <p:spPr>
            <a:xfrm>
              <a:off x="61340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98</a:t>
              </a:r>
            </a:p>
          </p:txBody>
        </p:sp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6B178384-B6CD-16F3-EFB5-3139AAE46C65}"/>
                </a:ext>
              </a:extLst>
            </p:cNvPr>
            <p:cNvSpPr/>
            <p:nvPr/>
          </p:nvSpPr>
          <p:spPr>
            <a:xfrm>
              <a:off x="66293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99</a:t>
              </a:r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ED171294-F6BA-BB6D-0B33-C5F3F24A332F}"/>
                </a:ext>
              </a:extLst>
            </p:cNvPr>
            <p:cNvSpPr/>
            <p:nvPr/>
          </p:nvSpPr>
          <p:spPr>
            <a:xfrm>
              <a:off x="71246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744BA1E9-1BC2-1B9D-F95F-04E3AAF30161}"/>
                </a:ext>
              </a:extLst>
            </p:cNvPr>
            <p:cNvSpPr txBox="1"/>
            <p:nvPr/>
          </p:nvSpPr>
          <p:spPr>
            <a:xfrm>
              <a:off x="7040879" y="8588758"/>
              <a:ext cx="6629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100</a:t>
              </a:r>
            </a:p>
          </p:txBody>
        </p:sp>
      </p:grp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19235F7B-9FF3-3BF2-3560-D91F3F3CB5EE}"/>
              </a:ext>
            </a:extLst>
          </p:cNvPr>
          <p:cNvSpPr txBox="1"/>
          <p:nvPr/>
        </p:nvSpPr>
        <p:spPr>
          <a:xfrm>
            <a:off x="6564256" y="2736146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20 de 100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992126A-39B8-3F68-D954-B8D6A9C6E42D}"/>
              </a:ext>
            </a:extLst>
          </p:cNvPr>
          <p:cNvSpPr txBox="1"/>
          <p:nvPr/>
        </p:nvSpPr>
        <p:spPr>
          <a:xfrm>
            <a:off x="6564256" y="4529417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20%</a:t>
            </a:r>
          </a:p>
        </p:txBody>
      </p: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AA4C6029-84D0-FC04-A798-749A1E680859}"/>
              </a:ext>
            </a:extLst>
          </p:cNvPr>
          <p:cNvCxnSpPr>
            <a:cxnSpLocks/>
          </p:cNvCxnSpPr>
          <p:nvPr/>
        </p:nvCxnSpPr>
        <p:spPr>
          <a:xfrm>
            <a:off x="7997142" y="3398711"/>
            <a:ext cx="0" cy="1038195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9591A88F-14F0-853E-A23E-EC278E12750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3C2B3B-A688-3D10-E66C-DE10DB2B252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14" grpId="0"/>
      <p:bldP spid="1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representa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cuantas partes de cada 100 tienes.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E0860C2-D377-A4B2-9CC9-3D93D36AB95F}"/>
              </a:ext>
            </a:extLst>
          </p:cNvPr>
          <p:cNvGrpSpPr/>
          <p:nvPr/>
        </p:nvGrpSpPr>
        <p:grpSpPr>
          <a:xfrm>
            <a:off x="1898980" y="2217443"/>
            <a:ext cx="4187876" cy="2093938"/>
            <a:chOff x="2666999" y="4083463"/>
            <a:chExt cx="4953000" cy="2476500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102DEE6-72FA-EB8B-0EBE-9EA58C595975}"/>
                </a:ext>
              </a:extLst>
            </p:cNvPr>
            <p:cNvSpPr/>
            <p:nvPr/>
          </p:nvSpPr>
          <p:spPr>
            <a:xfrm>
              <a:off x="26669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0BA31A7-3C01-D70C-E1A8-6E1AA038FF05}"/>
                </a:ext>
              </a:extLst>
            </p:cNvPr>
            <p:cNvSpPr/>
            <p:nvPr/>
          </p:nvSpPr>
          <p:spPr>
            <a:xfrm>
              <a:off x="31622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A279AC9-F967-1692-F390-5E706BE2314C}"/>
                </a:ext>
              </a:extLst>
            </p:cNvPr>
            <p:cNvSpPr/>
            <p:nvPr/>
          </p:nvSpPr>
          <p:spPr>
            <a:xfrm>
              <a:off x="36575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BC6BCFD-C01A-335B-8F1E-77AF69AB7D85}"/>
                </a:ext>
              </a:extLst>
            </p:cNvPr>
            <p:cNvSpPr/>
            <p:nvPr/>
          </p:nvSpPr>
          <p:spPr>
            <a:xfrm>
              <a:off x="41528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4123C52-A13A-807A-EB99-6DC80B4F969B}"/>
                </a:ext>
              </a:extLst>
            </p:cNvPr>
            <p:cNvSpPr/>
            <p:nvPr/>
          </p:nvSpPr>
          <p:spPr>
            <a:xfrm>
              <a:off x="46481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95FD2BF-B843-98F2-888C-47388ACAC0C3}"/>
                </a:ext>
              </a:extLst>
            </p:cNvPr>
            <p:cNvSpPr/>
            <p:nvPr/>
          </p:nvSpPr>
          <p:spPr>
            <a:xfrm>
              <a:off x="51434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81D72CD-4618-F0C6-0167-3E62FBA3E594}"/>
                </a:ext>
              </a:extLst>
            </p:cNvPr>
            <p:cNvSpPr/>
            <p:nvPr/>
          </p:nvSpPr>
          <p:spPr>
            <a:xfrm>
              <a:off x="56387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E576D50-8497-869B-5402-4E12A01D4D67}"/>
                </a:ext>
              </a:extLst>
            </p:cNvPr>
            <p:cNvSpPr/>
            <p:nvPr/>
          </p:nvSpPr>
          <p:spPr>
            <a:xfrm>
              <a:off x="61340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4E3F84E-850D-AE98-C985-1EBD606D01B7}"/>
                </a:ext>
              </a:extLst>
            </p:cNvPr>
            <p:cNvSpPr/>
            <p:nvPr/>
          </p:nvSpPr>
          <p:spPr>
            <a:xfrm>
              <a:off x="66293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452FF9D-039F-50D0-2E56-E7B795C94631}"/>
                </a:ext>
              </a:extLst>
            </p:cNvPr>
            <p:cNvSpPr/>
            <p:nvPr/>
          </p:nvSpPr>
          <p:spPr>
            <a:xfrm>
              <a:off x="71246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6E54B06-0D63-FF31-70DA-9B04A5F1F2AD}"/>
                </a:ext>
              </a:extLst>
            </p:cNvPr>
            <p:cNvSpPr/>
            <p:nvPr/>
          </p:nvSpPr>
          <p:spPr>
            <a:xfrm>
              <a:off x="26669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CD1EEF8-1D81-BD35-99AA-D262164536E1}"/>
                </a:ext>
              </a:extLst>
            </p:cNvPr>
            <p:cNvSpPr/>
            <p:nvPr/>
          </p:nvSpPr>
          <p:spPr>
            <a:xfrm>
              <a:off x="31622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12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F6CE965-A83B-1958-CE1B-C99091F139F3}"/>
                </a:ext>
              </a:extLst>
            </p:cNvPr>
            <p:cNvSpPr/>
            <p:nvPr/>
          </p:nvSpPr>
          <p:spPr>
            <a:xfrm>
              <a:off x="36575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13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93993D1E-9379-17D6-5D64-57A168461E66}"/>
                </a:ext>
              </a:extLst>
            </p:cNvPr>
            <p:cNvSpPr/>
            <p:nvPr/>
          </p:nvSpPr>
          <p:spPr>
            <a:xfrm>
              <a:off x="41528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14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0B5F403-4FA0-CCB0-63E3-BD2EF392FA27}"/>
                </a:ext>
              </a:extLst>
            </p:cNvPr>
            <p:cNvSpPr/>
            <p:nvPr/>
          </p:nvSpPr>
          <p:spPr>
            <a:xfrm>
              <a:off x="46481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D4784A95-0D5F-E5EB-BC50-233FA75F5FA4}"/>
                </a:ext>
              </a:extLst>
            </p:cNvPr>
            <p:cNvSpPr/>
            <p:nvPr/>
          </p:nvSpPr>
          <p:spPr>
            <a:xfrm>
              <a:off x="51434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16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90FDEEB-FEFA-3B4A-4BE1-01BB8E5C61AD}"/>
                </a:ext>
              </a:extLst>
            </p:cNvPr>
            <p:cNvSpPr/>
            <p:nvPr/>
          </p:nvSpPr>
          <p:spPr>
            <a:xfrm>
              <a:off x="56387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17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5AB893F-9295-5353-A941-20790920A35E}"/>
                </a:ext>
              </a:extLst>
            </p:cNvPr>
            <p:cNvSpPr/>
            <p:nvPr/>
          </p:nvSpPr>
          <p:spPr>
            <a:xfrm>
              <a:off x="61340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18</a:t>
              </a: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4E33E0A-E8B7-2225-7B05-39BBA4E867B2}"/>
                </a:ext>
              </a:extLst>
            </p:cNvPr>
            <p:cNvSpPr/>
            <p:nvPr/>
          </p:nvSpPr>
          <p:spPr>
            <a:xfrm>
              <a:off x="66293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19</a:t>
              </a: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31F710CA-384C-2E94-F4FC-9024003E897B}"/>
                </a:ext>
              </a:extLst>
            </p:cNvPr>
            <p:cNvSpPr/>
            <p:nvPr/>
          </p:nvSpPr>
          <p:spPr>
            <a:xfrm>
              <a:off x="71246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20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5F748CCF-2DA3-97E7-C359-116DCC32CC3C}"/>
                </a:ext>
              </a:extLst>
            </p:cNvPr>
            <p:cNvSpPr/>
            <p:nvPr/>
          </p:nvSpPr>
          <p:spPr>
            <a:xfrm>
              <a:off x="26669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21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2D517E95-6E3A-4F49-EE98-1D26A5FB6A90}"/>
                </a:ext>
              </a:extLst>
            </p:cNvPr>
            <p:cNvSpPr/>
            <p:nvPr/>
          </p:nvSpPr>
          <p:spPr>
            <a:xfrm>
              <a:off x="31622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22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F71D7916-149C-CF7D-2F57-7A18F659CB9F}"/>
                </a:ext>
              </a:extLst>
            </p:cNvPr>
            <p:cNvSpPr/>
            <p:nvPr/>
          </p:nvSpPr>
          <p:spPr>
            <a:xfrm>
              <a:off x="36575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23</a:t>
              </a: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4F78D3A0-92AC-BA9F-60BE-B9D43C6167FC}"/>
                </a:ext>
              </a:extLst>
            </p:cNvPr>
            <p:cNvSpPr/>
            <p:nvPr/>
          </p:nvSpPr>
          <p:spPr>
            <a:xfrm>
              <a:off x="41528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24</a:t>
              </a: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137AF9E-6338-7DE4-66E1-3A43FC110517}"/>
                </a:ext>
              </a:extLst>
            </p:cNvPr>
            <p:cNvSpPr/>
            <p:nvPr/>
          </p:nvSpPr>
          <p:spPr>
            <a:xfrm>
              <a:off x="46481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25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F4D5C941-DAD5-C8F8-D803-7F9639F086D8}"/>
                </a:ext>
              </a:extLst>
            </p:cNvPr>
            <p:cNvSpPr/>
            <p:nvPr/>
          </p:nvSpPr>
          <p:spPr>
            <a:xfrm>
              <a:off x="51434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26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BE5F04EB-E19C-F086-43EA-3C34827F3B4B}"/>
                </a:ext>
              </a:extLst>
            </p:cNvPr>
            <p:cNvSpPr/>
            <p:nvPr/>
          </p:nvSpPr>
          <p:spPr>
            <a:xfrm>
              <a:off x="56387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27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CBB902EB-01AA-938E-17A6-63C13BAC7B83}"/>
                </a:ext>
              </a:extLst>
            </p:cNvPr>
            <p:cNvSpPr/>
            <p:nvPr/>
          </p:nvSpPr>
          <p:spPr>
            <a:xfrm>
              <a:off x="61340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28</a:t>
              </a: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FC55FD13-D638-0367-D504-4BCF483E3CCB}"/>
                </a:ext>
              </a:extLst>
            </p:cNvPr>
            <p:cNvSpPr/>
            <p:nvPr/>
          </p:nvSpPr>
          <p:spPr>
            <a:xfrm>
              <a:off x="66293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29</a:t>
              </a: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0BEE2C8E-A830-D4C8-BA89-03564F96757C}"/>
                </a:ext>
              </a:extLst>
            </p:cNvPr>
            <p:cNvSpPr/>
            <p:nvPr/>
          </p:nvSpPr>
          <p:spPr>
            <a:xfrm>
              <a:off x="71246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E98FFC96-CCB1-2D67-A07D-714079E3E5E3}"/>
                </a:ext>
              </a:extLst>
            </p:cNvPr>
            <p:cNvSpPr/>
            <p:nvPr/>
          </p:nvSpPr>
          <p:spPr>
            <a:xfrm>
              <a:off x="26669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31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44BEEDE7-5AB9-3863-AC0A-2334815CF882}"/>
                </a:ext>
              </a:extLst>
            </p:cNvPr>
            <p:cNvSpPr/>
            <p:nvPr/>
          </p:nvSpPr>
          <p:spPr>
            <a:xfrm>
              <a:off x="31622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32</a:t>
              </a:r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64CBF9F7-06EB-A5C3-EA13-B62F9653DEC0}"/>
                </a:ext>
              </a:extLst>
            </p:cNvPr>
            <p:cNvSpPr/>
            <p:nvPr/>
          </p:nvSpPr>
          <p:spPr>
            <a:xfrm>
              <a:off x="36575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33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3277666D-EF59-6121-87D3-7BC3E7BF2730}"/>
                </a:ext>
              </a:extLst>
            </p:cNvPr>
            <p:cNvSpPr/>
            <p:nvPr/>
          </p:nvSpPr>
          <p:spPr>
            <a:xfrm>
              <a:off x="41528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34</a:t>
              </a: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1DD77877-EF8E-A5B3-306F-F095E0F2C7A2}"/>
                </a:ext>
              </a:extLst>
            </p:cNvPr>
            <p:cNvSpPr/>
            <p:nvPr/>
          </p:nvSpPr>
          <p:spPr>
            <a:xfrm>
              <a:off x="46481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35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90AE7912-766B-B7A0-2EC4-7E4AA6547FFF}"/>
                </a:ext>
              </a:extLst>
            </p:cNvPr>
            <p:cNvSpPr/>
            <p:nvPr/>
          </p:nvSpPr>
          <p:spPr>
            <a:xfrm>
              <a:off x="51434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D7C056B-2C9D-57F8-596B-3654C03AFAD8}"/>
                </a:ext>
              </a:extLst>
            </p:cNvPr>
            <p:cNvSpPr/>
            <p:nvPr/>
          </p:nvSpPr>
          <p:spPr>
            <a:xfrm>
              <a:off x="56387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37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7C272EFC-1B99-3049-6C70-87C174C403EC}"/>
                </a:ext>
              </a:extLst>
            </p:cNvPr>
            <p:cNvSpPr/>
            <p:nvPr/>
          </p:nvSpPr>
          <p:spPr>
            <a:xfrm>
              <a:off x="61340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38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70DA9D77-41A7-2DC6-524E-C28E441BD7B4}"/>
                </a:ext>
              </a:extLst>
            </p:cNvPr>
            <p:cNvSpPr/>
            <p:nvPr/>
          </p:nvSpPr>
          <p:spPr>
            <a:xfrm>
              <a:off x="66293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39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22B6E67B-CF48-53F9-5971-71549EC890A0}"/>
                </a:ext>
              </a:extLst>
            </p:cNvPr>
            <p:cNvSpPr/>
            <p:nvPr/>
          </p:nvSpPr>
          <p:spPr>
            <a:xfrm>
              <a:off x="71246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40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EA58D336-FFAA-AB17-C8B1-B77DAABEDDE6}"/>
                </a:ext>
              </a:extLst>
            </p:cNvPr>
            <p:cNvSpPr/>
            <p:nvPr/>
          </p:nvSpPr>
          <p:spPr>
            <a:xfrm>
              <a:off x="26669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41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DF30BB10-35D6-B812-E6D2-24A96EADDF33}"/>
                </a:ext>
              </a:extLst>
            </p:cNvPr>
            <p:cNvSpPr/>
            <p:nvPr/>
          </p:nvSpPr>
          <p:spPr>
            <a:xfrm>
              <a:off x="31622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7A1C3B9-0841-57EC-B8AE-4A4CC6026945}"/>
                </a:ext>
              </a:extLst>
            </p:cNvPr>
            <p:cNvSpPr/>
            <p:nvPr/>
          </p:nvSpPr>
          <p:spPr>
            <a:xfrm>
              <a:off x="36575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5DDEEF93-CB7B-36AA-4BD6-A01F2D6DAAEE}"/>
                </a:ext>
              </a:extLst>
            </p:cNvPr>
            <p:cNvSpPr/>
            <p:nvPr/>
          </p:nvSpPr>
          <p:spPr>
            <a:xfrm>
              <a:off x="41528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44</a:t>
              </a: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B42880CF-8FAB-D998-BB52-1F17EEC452D4}"/>
                </a:ext>
              </a:extLst>
            </p:cNvPr>
            <p:cNvSpPr/>
            <p:nvPr/>
          </p:nvSpPr>
          <p:spPr>
            <a:xfrm>
              <a:off x="46481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45</a:t>
              </a: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D810006C-DF22-6B09-E8DB-DBF01E6F8940}"/>
                </a:ext>
              </a:extLst>
            </p:cNvPr>
            <p:cNvSpPr/>
            <p:nvPr/>
          </p:nvSpPr>
          <p:spPr>
            <a:xfrm>
              <a:off x="51434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46</a:t>
              </a: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14BBD786-726D-0227-5491-D011940EAFB8}"/>
                </a:ext>
              </a:extLst>
            </p:cNvPr>
            <p:cNvSpPr/>
            <p:nvPr/>
          </p:nvSpPr>
          <p:spPr>
            <a:xfrm>
              <a:off x="56387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F67FAB85-FDD1-4A41-0FDA-5D4F2578FA78}"/>
                </a:ext>
              </a:extLst>
            </p:cNvPr>
            <p:cNvSpPr/>
            <p:nvPr/>
          </p:nvSpPr>
          <p:spPr>
            <a:xfrm>
              <a:off x="61340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30F648FE-F2C0-A5CB-C0EF-3D5FEF7B4E17}"/>
                </a:ext>
              </a:extLst>
            </p:cNvPr>
            <p:cNvSpPr/>
            <p:nvPr/>
          </p:nvSpPr>
          <p:spPr>
            <a:xfrm>
              <a:off x="66293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49</a:t>
              </a:r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6296EFD3-A187-B1EE-48FD-9F3E7D0E6489}"/>
                </a:ext>
              </a:extLst>
            </p:cNvPr>
            <p:cNvSpPr/>
            <p:nvPr/>
          </p:nvSpPr>
          <p:spPr>
            <a:xfrm>
              <a:off x="71246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50</a:t>
              </a:r>
            </a:p>
          </p:txBody>
        </p:sp>
      </p:grp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19235F7B-9FF3-3BF2-3560-D91F3F3CB5EE}"/>
              </a:ext>
            </a:extLst>
          </p:cNvPr>
          <p:cNvSpPr txBox="1"/>
          <p:nvPr/>
        </p:nvSpPr>
        <p:spPr>
          <a:xfrm>
            <a:off x="6436240" y="1998738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10 de 50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992126A-39B8-3F68-D954-B8D6A9C6E42D}"/>
              </a:ext>
            </a:extLst>
          </p:cNvPr>
          <p:cNvSpPr txBox="1"/>
          <p:nvPr/>
        </p:nvSpPr>
        <p:spPr>
          <a:xfrm>
            <a:off x="6436240" y="3792009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20%</a:t>
            </a:r>
          </a:p>
        </p:txBody>
      </p: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AA4C6029-84D0-FC04-A798-749A1E680859}"/>
              </a:ext>
            </a:extLst>
          </p:cNvPr>
          <p:cNvCxnSpPr>
            <a:cxnSpLocks/>
          </p:cNvCxnSpPr>
          <p:nvPr/>
        </p:nvCxnSpPr>
        <p:spPr>
          <a:xfrm>
            <a:off x="7869126" y="2661303"/>
            <a:ext cx="0" cy="1038195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4D49777F-8ED6-5D4E-CD8E-FD3B8B4CC2E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C290EA-A1CB-8C1E-A272-193AE49D757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34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representa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cuantas partes de cada 100 tienes.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DD92811C-C59A-0C9A-E580-1139E6AA99C3}"/>
              </a:ext>
            </a:extLst>
          </p:cNvPr>
          <p:cNvSpPr/>
          <p:nvPr/>
        </p:nvSpPr>
        <p:spPr>
          <a:xfrm>
            <a:off x="535084" y="1620516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CCBC77B-29D5-9B95-E321-CAE2F05FCEE4}"/>
              </a:ext>
            </a:extLst>
          </p:cNvPr>
          <p:cNvSpPr txBox="1"/>
          <p:nvPr/>
        </p:nvSpPr>
        <p:spPr>
          <a:xfrm>
            <a:off x="535084" y="163509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es como una fracción,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lo mismo x% que x/100.</a:t>
            </a:r>
          </a:p>
        </p:txBody>
      </p:sp>
      <p:sp>
        <p:nvSpPr>
          <p:cNvPr id="65" name="!Marco 10">
            <a:extLst>
              <a:ext uri="{FF2B5EF4-FFF2-40B4-BE49-F238E27FC236}">
                <a16:creationId xmlns:a16="http://schemas.microsoft.com/office/drawing/2014/main" id="{1C4A6AB2-01E0-D518-BD45-EA86843C3038}"/>
              </a:ext>
            </a:extLst>
          </p:cNvPr>
          <p:cNvSpPr/>
          <p:nvPr/>
        </p:nvSpPr>
        <p:spPr>
          <a:xfrm>
            <a:off x="535084" y="219206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4FA7EDEE-D0ED-EB4E-3DDD-2FB6CC5F2453}"/>
              </a:ext>
            </a:extLst>
          </p:cNvPr>
          <p:cNvSpPr txBox="1"/>
          <p:nvPr/>
        </p:nvSpPr>
        <p:spPr>
          <a:xfrm>
            <a:off x="535084" y="22066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nos dan un conjunto cuyo total es distinto a 100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podemos calcular el porcentaje con su fracción equivalente.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031090D0-31C2-C7F5-D066-6A6F7F569B3C}"/>
                  </a:ext>
                </a:extLst>
              </p:cNvPr>
              <p:cNvSpPr txBox="1"/>
              <p:nvPr/>
            </p:nvSpPr>
            <p:spPr>
              <a:xfrm>
                <a:off x="3627023" y="5568654"/>
                <a:ext cx="493795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𝟏𝟎𝟎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𝟔𝟎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031090D0-31C2-C7F5-D066-6A6F7F569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023" y="5568654"/>
                <a:ext cx="4937954" cy="8094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CuadroTexto 67">
            <a:extLst>
              <a:ext uri="{FF2B5EF4-FFF2-40B4-BE49-F238E27FC236}">
                <a16:creationId xmlns:a16="http://schemas.microsoft.com/office/drawing/2014/main" id="{56BC7E8F-781B-1692-9AFF-8F7E5913E383}"/>
              </a:ext>
            </a:extLst>
          </p:cNvPr>
          <p:cNvSpPr txBox="1"/>
          <p:nvPr/>
        </p:nvSpPr>
        <p:spPr>
          <a:xfrm>
            <a:off x="637512" y="3013163"/>
            <a:ext cx="11019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Tenemos 5 pelotas; 3 azules, 1 roja y 1 blanca. ¿Qué porcentaje de pelotas son azules?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9" name="Modelo 3D 68" descr="Esfera">
                <a:extLst>
                  <a:ext uri="{FF2B5EF4-FFF2-40B4-BE49-F238E27FC236}">
                    <a16:creationId xmlns:a16="http://schemas.microsoft.com/office/drawing/2014/main" id="{84D4567E-7327-6E82-FA3D-9B4C3699E5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9112702"/>
                  </p:ext>
                </p:extLst>
              </p:nvPr>
            </p:nvGraphicFramePr>
            <p:xfrm>
              <a:off x="3846688" y="4048343"/>
              <a:ext cx="707426" cy="707424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707426" cy="70742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3223661" ay="-1538077" az="1884719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061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9" name="Modelo 3D 68" descr="Esfera">
                <a:extLst>
                  <a:ext uri="{FF2B5EF4-FFF2-40B4-BE49-F238E27FC236}">
                    <a16:creationId xmlns:a16="http://schemas.microsoft.com/office/drawing/2014/main" id="{84D4567E-7327-6E82-FA3D-9B4C3699E5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6688" y="4048343"/>
                <a:ext cx="707426" cy="707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0" name="Modelo 3D 69" descr="Esfera roja">
                <a:extLst>
                  <a:ext uri="{FF2B5EF4-FFF2-40B4-BE49-F238E27FC236}">
                    <a16:creationId xmlns:a16="http://schemas.microsoft.com/office/drawing/2014/main" id="{D24DA28F-2FDC-F7BE-81D8-3C304676D6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76070151"/>
                  </p:ext>
                </p:extLst>
              </p:nvPr>
            </p:nvGraphicFramePr>
            <p:xfrm>
              <a:off x="5074445" y="4613319"/>
              <a:ext cx="707428" cy="720774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707428" cy="72077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0860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0" name="Modelo 3D 69" descr="Esfera roja">
                <a:extLst>
                  <a:ext uri="{FF2B5EF4-FFF2-40B4-BE49-F238E27FC236}">
                    <a16:creationId xmlns:a16="http://schemas.microsoft.com/office/drawing/2014/main" id="{D24DA28F-2FDC-F7BE-81D8-3C304676D6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74445" y="4613319"/>
                <a:ext cx="707428" cy="720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1" name="Modelo 3D 70" descr="Esfera de color gris claro">
                <a:extLst>
                  <a:ext uri="{FF2B5EF4-FFF2-40B4-BE49-F238E27FC236}">
                    <a16:creationId xmlns:a16="http://schemas.microsoft.com/office/drawing/2014/main" id="{DA32B21F-1198-3394-F353-E89D4C8490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8490253"/>
                  </p:ext>
                </p:extLst>
              </p:nvPr>
            </p:nvGraphicFramePr>
            <p:xfrm>
              <a:off x="4890222" y="3694327"/>
              <a:ext cx="707428" cy="720774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707428" cy="72077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10860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1" name="Modelo 3D 70" descr="Esfera de color gris claro">
                <a:extLst>
                  <a:ext uri="{FF2B5EF4-FFF2-40B4-BE49-F238E27FC236}">
                    <a16:creationId xmlns:a16="http://schemas.microsoft.com/office/drawing/2014/main" id="{DA32B21F-1198-3394-F353-E89D4C8490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90222" y="3694327"/>
                <a:ext cx="707428" cy="720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2" name="Modelo 3D 71" descr="Esfera">
                <a:extLst>
                  <a:ext uri="{FF2B5EF4-FFF2-40B4-BE49-F238E27FC236}">
                    <a16:creationId xmlns:a16="http://schemas.microsoft.com/office/drawing/2014/main" id="{D1675C2D-E5E7-F321-96C3-81C38425C3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620330"/>
                  </p:ext>
                </p:extLst>
              </p:nvPr>
            </p:nvGraphicFramePr>
            <p:xfrm>
              <a:off x="6153423" y="3642561"/>
              <a:ext cx="707426" cy="707424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707426" cy="70742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4586436" ay="52476" az="217297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11150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2" name="Modelo 3D 71" descr="Esfera">
                <a:extLst>
                  <a:ext uri="{FF2B5EF4-FFF2-40B4-BE49-F238E27FC236}">
                    <a16:creationId xmlns:a16="http://schemas.microsoft.com/office/drawing/2014/main" id="{D1675C2D-E5E7-F321-96C3-81C38425C3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3423" y="3642561"/>
                <a:ext cx="707426" cy="707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3" name="Modelo 3D 72" descr="Esfera">
                <a:extLst>
                  <a:ext uri="{FF2B5EF4-FFF2-40B4-BE49-F238E27FC236}">
                    <a16:creationId xmlns:a16="http://schemas.microsoft.com/office/drawing/2014/main" id="{65EF1FBB-BBF4-37C6-9415-33E19E1911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8250677"/>
                  </p:ext>
                </p:extLst>
              </p:nvPr>
            </p:nvGraphicFramePr>
            <p:xfrm>
              <a:off x="6282503" y="4533936"/>
              <a:ext cx="707424" cy="72077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707424" cy="720772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5214841" ay="-106365" az="1790905"/>
                    <am3d:postTrans dx="0" dy="0" dz="0"/>
                  </am3d:trans>
                  <am3d:raster rName="Office3DRenderer" rVer="16.0.8326">
                    <am3d:blip r:embed="rId14"/>
                  </am3d:raster>
                  <am3d:objViewport viewportSz="105446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3" name="Modelo 3D 72" descr="Esfera">
                <a:extLst>
                  <a:ext uri="{FF2B5EF4-FFF2-40B4-BE49-F238E27FC236}">
                    <a16:creationId xmlns:a16="http://schemas.microsoft.com/office/drawing/2014/main" id="{65EF1FBB-BBF4-37C6-9415-33E19E1911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82503" y="4533936"/>
                <a:ext cx="707424" cy="720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D1B3DBC6-AC83-CD49-F0EA-28ADC3CB6474}"/>
                  </a:ext>
                </a:extLst>
              </p:cNvPr>
              <p:cNvSpPr txBox="1"/>
              <p:nvPr/>
            </p:nvSpPr>
            <p:spPr>
              <a:xfrm>
                <a:off x="7183550" y="3662044"/>
                <a:ext cx="1488071" cy="148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4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s-E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D1B3DBC6-AC83-CD49-F0EA-28ADC3CB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550" y="3662044"/>
                <a:ext cx="1488071" cy="14800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D2801E75-96B8-515D-BA90-024D5126BF4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012682-7FEC-0FD5-58BE-28CAA252291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03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5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5" grpId="0" animBg="1"/>
      <p:bldP spid="66" grpId="0"/>
      <p:bldP spid="67" grpId="0"/>
      <p:bldP spid="68" grpId="0"/>
      <p:bldP spid="7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4193DD1-B1AA-4AA9-9ACB-4C221CE27C2D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Porcentajes"/>
  <p:tag name="ISPRING_OUTPUT_FOLDER" val="[[&quot;\uFFFD\/\uFFFD\uFFFD{21D528DD-60A0-4F5B-BB24-A0E5BDBD4B43}&quot;,&quot;C:\\Users\\34717\\Desktop\\Apuntes\\1 ESO\\TEMA 9-Proporcionalidad y porcentaj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E29124E-3B4F-4734-A3FD-520FB7C71F2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D51C165-A39C-4946-9975-C4F36232B81F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FB87FF1-B654-451F-8D02-9C9D2DD4C757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282</Words>
  <Application>Microsoft Office PowerPoint</Application>
  <PresentationFormat>Panorámica</PresentationFormat>
  <Paragraphs>168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Porcentajes</dc:title>
  <dc:creator>Illán Linos Souto</dc:creator>
  <cp:lastModifiedBy>Illán Linos</cp:lastModifiedBy>
  <cp:revision>48</cp:revision>
  <dcterms:created xsi:type="dcterms:W3CDTF">2024-08-18T18:48:07Z</dcterms:created>
  <dcterms:modified xsi:type="dcterms:W3CDTF">2025-11-17T18:22:09Z</dcterms:modified>
</cp:coreProperties>
</file>
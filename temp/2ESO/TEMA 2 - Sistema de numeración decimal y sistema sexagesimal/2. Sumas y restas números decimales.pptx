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custDataLst>
    <p:tags r:id="rId4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2EF4A-6DEB-4800-99D4-AD089C077DCE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03CB6-5A4A-4295-A90B-393271AA399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61192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03CB6-5A4A-4295-A90B-393271AA399F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748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39706"/>
            <a:ext cx="11121832" cy="761350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123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Para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sumar o restar números decimales </a:t>
            </a:r>
            <a:r>
              <a:rPr lang="es-ES" sz="2000" b="1" dirty="0">
                <a:latin typeface="Century Gothic" panose="020B0502020202020204" pitchFamily="34" charset="0"/>
              </a:rPr>
              <a:t>los colocamos en columna haciendo coincidir unidades con unidades, décimas con décimas …</a:t>
            </a:r>
          </a:p>
        </p:txBody>
      </p:sp>
      <p:sp>
        <p:nvSpPr>
          <p:cNvPr id="3" name="CuadroTexto 1">
            <a:extLst>
              <a:ext uri="{FF2B5EF4-FFF2-40B4-BE49-F238E27FC236}">
                <a16:creationId xmlns:a16="http://schemas.microsoft.com/office/drawing/2014/main" id="{141EBA04-F888-3FEB-1C5E-41ABAD74B7E7}"/>
              </a:ext>
            </a:extLst>
          </p:cNvPr>
          <p:cNvSpPr txBox="1"/>
          <p:nvPr/>
        </p:nvSpPr>
        <p:spPr>
          <a:xfrm>
            <a:off x="624124" y="2037369"/>
            <a:ext cx="94290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EJEMPLO: </a:t>
            </a:r>
            <a:r>
              <a:rPr lang="es-ES" sz="2400" b="1" dirty="0">
                <a:latin typeface="Century Gothic" panose="020B0502020202020204" pitchFamily="34" charset="0"/>
              </a:rPr>
              <a:t>¿Cuánto dinero tienen en total?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0BBB4EC-351B-6162-EAC3-5CFFADA41F79}"/>
              </a:ext>
            </a:extLst>
          </p:cNvPr>
          <p:cNvSpPr txBox="1"/>
          <p:nvPr/>
        </p:nvSpPr>
        <p:spPr>
          <a:xfrm>
            <a:off x="756785" y="2804452"/>
            <a:ext cx="2275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JUAN: 4,35€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2F613ED-8F12-49FC-E97B-CAC77A5F8D4A}"/>
              </a:ext>
            </a:extLst>
          </p:cNvPr>
          <p:cNvSpPr txBox="1"/>
          <p:nvPr/>
        </p:nvSpPr>
        <p:spPr>
          <a:xfrm>
            <a:off x="756785" y="3325651"/>
            <a:ext cx="2275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MARÍA: 3,1€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C02D7D9-9E4F-0B9F-F9EE-B5250BBE93B7}"/>
              </a:ext>
            </a:extLst>
          </p:cNvPr>
          <p:cNvSpPr txBox="1"/>
          <p:nvPr/>
        </p:nvSpPr>
        <p:spPr>
          <a:xfrm>
            <a:off x="756785" y="3846850"/>
            <a:ext cx="25121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CARLA: 6,22€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F85C7DB-8420-A5E5-84AF-F66C9F469E52}"/>
              </a:ext>
            </a:extLst>
          </p:cNvPr>
          <p:cNvSpPr txBox="1"/>
          <p:nvPr/>
        </p:nvSpPr>
        <p:spPr>
          <a:xfrm>
            <a:off x="756785" y="4368048"/>
            <a:ext cx="26277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SERGIO: 5,3€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A416FCD-80B6-3503-0734-C2D858E420C8}"/>
              </a:ext>
            </a:extLst>
          </p:cNvPr>
          <p:cNvSpPr txBox="1"/>
          <p:nvPr/>
        </p:nvSpPr>
        <p:spPr>
          <a:xfrm>
            <a:off x="5592356" y="2690312"/>
            <a:ext cx="12167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Century Gothic" panose="020B0502020202020204" pitchFamily="34" charset="0"/>
              </a:rPr>
              <a:t>4,35 €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902BE5E-C3E8-15BD-2F37-FB59A59B6CD2}"/>
              </a:ext>
            </a:extLst>
          </p:cNvPr>
          <p:cNvSpPr txBox="1"/>
          <p:nvPr/>
        </p:nvSpPr>
        <p:spPr>
          <a:xfrm>
            <a:off x="5592356" y="3293807"/>
            <a:ext cx="12167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Century Gothic" panose="020B0502020202020204" pitchFamily="34" charset="0"/>
              </a:rPr>
              <a:t>3,1</a:t>
            </a:r>
            <a:r>
              <a:rPr lang="es-ES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0</a:t>
            </a:r>
            <a:r>
              <a:rPr lang="es-ES" sz="2400" b="1" dirty="0">
                <a:latin typeface="Century Gothic" panose="020B0502020202020204" pitchFamily="34" charset="0"/>
              </a:rPr>
              <a:t> €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FD5233F-BBC5-C900-0835-74BED96FEC06}"/>
              </a:ext>
            </a:extLst>
          </p:cNvPr>
          <p:cNvSpPr txBox="1"/>
          <p:nvPr/>
        </p:nvSpPr>
        <p:spPr>
          <a:xfrm>
            <a:off x="5592356" y="3897302"/>
            <a:ext cx="13434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Century Gothic" panose="020B0502020202020204" pitchFamily="34" charset="0"/>
              </a:rPr>
              <a:t>6,22 €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1BBF536-5918-D1B8-738B-EA6464EE9F4B}"/>
              </a:ext>
            </a:extLst>
          </p:cNvPr>
          <p:cNvSpPr txBox="1"/>
          <p:nvPr/>
        </p:nvSpPr>
        <p:spPr>
          <a:xfrm>
            <a:off x="5592356" y="4500796"/>
            <a:ext cx="1405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Century Gothic" panose="020B0502020202020204" pitchFamily="34" charset="0"/>
              </a:rPr>
              <a:t>5,3</a:t>
            </a:r>
            <a:r>
              <a:rPr lang="es-ES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0</a:t>
            </a:r>
            <a:r>
              <a:rPr lang="es-ES" sz="2400" b="1" dirty="0">
                <a:latin typeface="Century Gothic" panose="020B0502020202020204" pitchFamily="34" charset="0"/>
              </a:rPr>
              <a:t> €</a:t>
            </a:r>
          </a:p>
        </p:txBody>
      </p: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647423C3-29F0-EDDC-AA8F-54B4FAC9267C}"/>
              </a:ext>
            </a:extLst>
          </p:cNvPr>
          <p:cNvCxnSpPr>
            <a:cxnSpLocks/>
          </p:cNvCxnSpPr>
          <p:nvPr/>
        </p:nvCxnSpPr>
        <p:spPr>
          <a:xfrm>
            <a:off x="5025903" y="5024016"/>
            <a:ext cx="178323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uadroTexto 30">
            <a:extLst>
              <a:ext uri="{FF2B5EF4-FFF2-40B4-BE49-F238E27FC236}">
                <a16:creationId xmlns:a16="http://schemas.microsoft.com/office/drawing/2014/main" id="{271A4AF7-3CE7-7469-C5F2-0B670B196822}"/>
              </a:ext>
            </a:extLst>
          </p:cNvPr>
          <p:cNvSpPr txBox="1"/>
          <p:nvPr/>
        </p:nvSpPr>
        <p:spPr>
          <a:xfrm>
            <a:off x="5064003" y="4500795"/>
            <a:ext cx="63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+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86B47E29-3F11-4E52-783C-6546AFF4C4E2}"/>
              </a:ext>
            </a:extLst>
          </p:cNvPr>
          <p:cNvSpPr txBox="1"/>
          <p:nvPr/>
        </p:nvSpPr>
        <p:spPr>
          <a:xfrm>
            <a:off x="5408159" y="5067505"/>
            <a:ext cx="18288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Century Gothic" panose="020B0502020202020204" pitchFamily="34" charset="0"/>
              </a:rPr>
              <a:t>18,97 €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EF1AB70-7277-968C-6DC5-30F1A2CFAD08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13364CE-3B52-C969-7C7C-B527CF2A0D11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Sistema Decimal y Sexagesimal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75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15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65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4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1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" grpId="0"/>
      <p:bldP spid="9" grpId="0"/>
      <p:bldP spid="10" grpId="0"/>
      <p:bldP spid="11" grpId="0"/>
      <p:bldP spid="13" grpId="0"/>
      <p:bldP spid="14" grpId="0"/>
      <p:bldP spid="16" grpId="0"/>
      <p:bldP spid="17" grpId="0"/>
      <p:bldP spid="18" grpId="0"/>
      <p:bldP spid="31" grpId="0"/>
      <p:bldP spid="3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C630502B-921B-496D-94A8-893B2A23345D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RESENTATION_TITLE" val="2. Sumas y restas números decimales"/>
  <p:tag name="ISPRING_OUTPUT_FOLDER" val="[[&quot;\uFFFD\/\uFFFD\uFFFD{21D528DD-60A0-4F5B-BB24-A0E5BDBD4B43}&quot;,&quot;C:\\Users\\34717\\Desktop\\Apuntes\\1 ESO\\TEMA 5-Los números decimale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FIRST_PUBLISH" val="1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QUIZZE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C49BBC7B-11C2-464D-B009-585E8CABCA01}:257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64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Arial</vt:lpstr>
      <vt:lpstr>Century Gothic</vt:lpstr>
      <vt:lpstr>SF Fedora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 Sumas y restas números decimales</dc:title>
  <dc:creator>Illán Linos Souto</dc:creator>
  <cp:lastModifiedBy>Illán Linos</cp:lastModifiedBy>
  <cp:revision>35</cp:revision>
  <dcterms:created xsi:type="dcterms:W3CDTF">2024-08-18T18:48:07Z</dcterms:created>
  <dcterms:modified xsi:type="dcterms:W3CDTF">2025-11-17T18:11:25Z</dcterms:modified>
</cp:coreProperties>
</file>
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65" r:id="rId3"/>
    <p:sldId id="264" r:id="rId4"/>
    <p:sldId id="257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AFA"/>
    <a:srgbClr val="B4E8FA"/>
    <a:srgbClr val="C9EEFB"/>
    <a:srgbClr val="A2E1F8"/>
    <a:srgbClr val="EF4246"/>
    <a:srgbClr val="BCC6E2"/>
    <a:srgbClr val="A5AED5"/>
    <a:srgbClr val="636EAD"/>
    <a:srgbClr val="383F6C"/>
    <a:srgbClr val="4F5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6876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661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88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ags" Target="../tags/tag2.xml"/><Relationship Id="rId11" Type="http://schemas.openxmlformats.org/officeDocument/2006/relationships/image" Target="../media/image12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ags" Target="../tags/tag3.xml"/><Relationship Id="rId11" Type="http://schemas.openxmlformats.org/officeDocument/2006/relationships/image" Target="../media/image12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3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ags" Target="../tags/tag4.xml"/><Relationship Id="rId11" Type="http://schemas.openxmlformats.org/officeDocument/2006/relationships/image" Target="../media/image12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4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ags" Target="../tags/tag5.xml"/><Relationship Id="rId11" Type="http://schemas.openxmlformats.org/officeDocument/2006/relationships/image" Target="../media/image12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41336DD-D80A-DE57-A1D0-9DA695DB552C}"/>
              </a:ext>
            </a:extLst>
          </p:cNvPr>
          <p:cNvCxnSpPr>
            <a:cxnSpLocks/>
          </p:cNvCxnSpPr>
          <p:nvPr/>
        </p:nvCxnSpPr>
        <p:spPr>
          <a:xfrm>
            <a:off x="8718265" y="4134212"/>
            <a:ext cx="73053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B48F66D-25D1-C8D0-0129-AC8FD70DDA06}"/>
              </a:ext>
            </a:extLst>
          </p:cNvPr>
          <p:cNvCxnSpPr>
            <a:cxnSpLocks/>
          </p:cNvCxnSpPr>
          <p:nvPr/>
        </p:nvCxnSpPr>
        <p:spPr>
          <a:xfrm>
            <a:off x="9234813" y="3647630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02F794F-0226-992F-95AE-289E985C0981}"/>
              </a:ext>
            </a:extLst>
          </p:cNvPr>
          <p:cNvSpPr/>
          <p:nvPr/>
        </p:nvSpPr>
        <p:spPr>
          <a:xfrm>
            <a:off x="9397788" y="3597608"/>
            <a:ext cx="221237" cy="88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unidad de volumen es 1.000 veces mayor que la unidad inmediatamente inferior y equivale a la milésima parte (0,001) de la unidad inmediatamente superior.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52" name="Grupo 451">
            <a:extLst>
              <a:ext uri="{FF2B5EF4-FFF2-40B4-BE49-F238E27FC236}">
                <a16:creationId xmlns:a16="http://schemas.microsoft.com/office/drawing/2014/main" id="{96FFB09B-61C6-3A9E-FB9B-B889CC5A2D47}"/>
              </a:ext>
            </a:extLst>
          </p:cNvPr>
          <p:cNvGrpSpPr/>
          <p:nvPr/>
        </p:nvGrpSpPr>
        <p:grpSpPr>
          <a:xfrm>
            <a:off x="2540790" y="4141500"/>
            <a:ext cx="2370146" cy="2132779"/>
            <a:chOff x="382719" y="2510262"/>
            <a:chExt cx="2370146" cy="2132779"/>
          </a:xfrm>
        </p:grpSpPr>
        <p:sp>
          <p:nvSpPr>
            <p:cNvPr id="328" name="Rectángulo 327">
              <a:extLst>
                <a:ext uri="{FF2B5EF4-FFF2-40B4-BE49-F238E27FC236}">
                  <a16:creationId xmlns:a16="http://schemas.microsoft.com/office/drawing/2014/main" id="{0849EB4C-0F0F-17F0-F8AC-44A8EA2424F4}"/>
                </a:ext>
              </a:extLst>
            </p:cNvPr>
            <p:cNvSpPr/>
            <p:nvPr/>
          </p:nvSpPr>
          <p:spPr>
            <a:xfrm>
              <a:off x="383630" y="2516099"/>
              <a:ext cx="2351771" cy="481708"/>
            </a:xfrm>
            <a:custGeom>
              <a:avLst/>
              <a:gdLst>
                <a:gd name="connsiteX0" fmla="*/ 0 w 1808846"/>
                <a:gd name="connsiteY0" fmla="*/ 0 h 1640583"/>
                <a:gd name="connsiteX1" fmla="*/ 1808846 w 1808846"/>
                <a:gd name="connsiteY1" fmla="*/ 0 h 1640583"/>
                <a:gd name="connsiteX2" fmla="*/ 1808846 w 1808846"/>
                <a:gd name="connsiteY2" fmla="*/ 1640583 h 1640583"/>
                <a:gd name="connsiteX3" fmla="*/ 0 w 1808846"/>
                <a:gd name="connsiteY3" fmla="*/ 1640583 h 1640583"/>
                <a:gd name="connsiteX4" fmla="*/ 0 w 1808846"/>
                <a:gd name="connsiteY4" fmla="*/ 0 h 1640583"/>
                <a:gd name="connsiteX0" fmla="*/ 542925 w 2351771"/>
                <a:gd name="connsiteY0" fmla="*/ 0 h 1640583"/>
                <a:gd name="connsiteX1" fmla="*/ 2351771 w 2351771"/>
                <a:gd name="connsiteY1" fmla="*/ 0 h 1640583"/>
                <a:gd name="connsiteX2" fmla="*/ 2351771 w 2351771"/>
                <a:gd name="connsiteY2" fmla="*/ 1640583 h 1640583"/>
                <a:gd name="connsiteX3" fmla="*/ 0 w 2351771"/>
                <a:gd name="connsiteY3" fmla="*/ 478533 h 1640583"/>
                <a:gd name="connsiteX4" fmla="*/ 542925 w 2351771"/>
                <a:gd name="connsiteY4" fmla="*/ 0 h 1640583"/>
                <a:gd name="connsiteX0" fmla="*/ 542925 w 2351771"/>
                <a:gd name="connsiteY0" fmla="*/ 0 h 481708"/>
                <a:gd name="connsiteX1" fmla="*/ 2351771 w 2351771"/>
                <a:gd name="connsiteY1" fmla="*/ 0 h 481708"/>
                <a:gd name="connsiteX2" fmla="*/ 1821546 w 2351771"/>
                <a:gd name="connsiteY2" fmla="*/ 481708 h 481708"/>
                <a:gd name="connsiteX3" fmla="*/ 0 w 2351771"/>
                <a:gd name="connsiteY3" fmla="*/ 478533 h 481708"/>
                <a:gd name="connsiteX4" fmla="*/ 542925 w 2351771"/>
                <a:gd name="connsiteY4" fmla="*/ 0 h 48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1771" h="481708">
                  <a:moveTo>
                    <a:pt x="542925" y="0"/>
                  </a:moveTo>
                  <a:lnTo>
                    <a:pt x="2351771" y="0"/>
                  </a:lnTo>
                  <a:lnTo>
                    <a:pt x="1821546" y="481708"/>
                  </a:lnTo>
                  <a:lnTo>
                    <a:pt x="0" y="478533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BCE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7" name="Rectángulo 326">
              <a:extLst>
                <a:ext uri="{FF2B5EF4-FFF2-40B4-BE49-F238E27FC236}">
                  <a16:creationId xmlns:a16="http://schemas.microsoft.com/office/drawing/2014/main" id="{1FFE298F-5048-8483-D495-06488BDD20AB}"/>
                </a:ext>
              </a:extLst>
            </p:cNvPr>
            <p:cNvSpPr/>
            <p:nvPr/>
          </p:nvSpPr>
          <p:spPr>
            <a:xfrm>
              <a:off x="2195155" y="2511339"/>
              <a:ext cx="557710" cy="2124770"/>
            </a:xfrm>
            <a:custGeom>
              <a:avLst/>
              <a:gdLst>
                <a:gd name="connsiteX0" fmla="*/ 0 w 1794372"/>
                <a:gd name="connsiteY0" fmla="*/ 0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0 w 1794372"/>
                <a:gd name="connsiteY4" fmla="*/ 0 h 1640583"/>
                <a:gd name="connsiteX0" fmla="*/ 1250950 w 1794372"/>
                <a:gd name="connsiteY0" fmla="*/ 485775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1250950 w 1794372"/>
                <a:gd name="connsiteY4" fmla="*/ 485775 h 1640583"/>
                <a:gd name="connsiteX0" fmla="*/ 0 w 543422"/>
                <a:gd name="connsiteY0" fmla="*/ 485775 h 2120008"/>
                <a:gd name="connsiteX1" fmla="*/ 543422 w 543422"/>
                <a:gd name="connsiteY1" fmla="*/ 0 h 2120008"/>
                <a:gd name="connsiteX2" fmla="*/ 543422 w 543422"/>
                <a:gd name="connsiteY2" fmla="*/ 1640583 h 2120008"/>
                <a:gd name="connsiteX3" fmla="*/ 6350 w 543422"/>
                <a:gd name="connsiteY3" fmla="*/ 2120008 h 2120008"/>
                <a:gd name="connsiteX4" fmla="*/ 0 w 543422"/>
                <a:gd name="connsiteY4" fmla="*/ 485775 h 2120008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43422 w 557710"/>
                <a:gd name="connsiteY2" fmla="*/ 1645345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57709 w 557710"/>
                <a:gd name="connsiteY2" fmla="*/ 1642964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10" h="2124770">
                  <a:moveTo>
                    <a:pt x="0" y="490537"/>
                  </a:moveTo>
                  <a:lnTo>
                    <a:pt x="557710" y="0"/>
                  </a:lnTo>
                  <a:cubicBezTo>
                    <a:pt x="557710" y="547655"/>
                    <a:pt x="557709" y="1095309"/>
                    <a:pt x="557709" y="1642964"/>
                  </a:cubicBezTo>
                  <a:lnTo>
                    <a:pt x="6350" y="2124770"/>
                  </a:lnTo>
                  <a:cubicBezTo>
                    <a:pt x="4233" y="1580026"/>
                    <a:pt x="2117" y="1035281"/>
                    <a:pt x="0" y="490537"/>
                  </a:cubicBezTo>
                  <a:close/>
                </a:path>
              </a:pathLst>
            </a:custGeom>
            <a:solidFill>
              <a:srgbClr val="A2E1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6" name="Rectángulo 325">
              <a:extLst>
                <a:ext uri="{FF2B5EF4-FFF2-40B4-BE49-F238E27FC236}">
                  <a16:creationId xmlns:a16="http://schemas.microsoft.com/office/drawing/2014/main" id="{6B00F06C-6798-83E9-E051-C6A7467532A4}"/>
                </a:ext>
              </a:extLst>
            </p:cNvPr>
            <p:cNvSpPr/>
            <p:nvPr/>
          </p:nvSpPr>
          <p:spPr>
            <a:xfrm>
              <a:off x="382719" y="2996622"/>
              <a:ext cx="1808846" cy="16405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BB0CABAF-6153-1D51-B088-84E846AA63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9533" y="2510262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8" name="Conector recto 237">
              <a:extLst>
                <a:ext uri="{FF2B5EF4-FFF2-40B4-BE49-F238E27FC236}">
                  <a16:creationId xmlns:a16="http://schemas.microsoft.com/office/drawing/2014/main" id="{2C72B60D-2FA0-901F-EDF1-A50E72C8CF6B}"/>
                </a:ext>
              </a:extLst>
            </p:cNvPr>
            <p:cNvCxnSpPr>
              <a:cxnSpLocks/>
            </p:cNvCxnSpPr>
            <p:nvPr/>
          </p:nvCxnSpPr>
          <p:spPr>
            <a:xfrm>
              <a:off x="930534" y="251026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9" name="Conector recto 238">
              <a:extLst>
                <a:ext uri="{FF2B5EF4-FFF2-40B4-BE49-F238E27FC236}">
                  <a16:creationId xmlns:a16="http://schemas.microsoft.com/office/drawing/2014/main" id="{6497A5B6-DFBE-B87F-9443-EF1A45C0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747349" y="251026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38768F11-41F5-F94F-5A4B-0407F7D50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8170" y="4150847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2F62CB71-F500-A8B2-3DA7-CFDC575BD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719" y="2511944"/>
              <a:ext cx="541213" cy="484678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F4A19D46-E4C0-3324-26AA-4D0CFA71D4F5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64304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2" name="Conector recto 321">
              <a:extLst>
                <a:ext uri="{FF2B5EF4-FFF2-40B4-BE49-F238E27FC236}">
                  <a16:creationId xmlns:a16="http://schemas.microsoft.com/office/drawing/2014/main" id="{634459CA-7C18-4737-0814-EE79049CECC9}"/>
                </a:ext>
              </a:extLst>
            </p:cNvPr>
            <p:cNvCxnSpPr>
              <a:cxnSpLocks/>
            </p:cNvCxnSpPr>
            <p:nvPr/>
          </p:nvCxnSpPr>
          <p:spPr>
            <a:xfrm>
              <a:off x="382719" y="3002427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0A6F4156-3481-9B2F-4A66-54D1FBDADCF0}"/>
                </a:ext>
              </a:extLst>
            </p:cNvPr>
            <p:cNvCxnSpPr>
              <a:cxnSpLocks/>
            </p:cNvCxnSpPr>
            <p:nvPr/>
          </p:nvCxnSpPr>
          <p:spPr>
            <a:xfrm>
              <a:off x="2198170" y="300085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4" name="Conector recto 323">
              <a:extLst>
                <a:ext uri="{FF2B5EF4-FFF2-40B4-BE49-F238E27FC236}">
                  <a16:creationId xmlns:a16="http://schemas.microsoft.com/office/drawing/2014/main" id="{4F549B01-7CF9-3A56-DC06-AA8690912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00085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53" name="Grupo 452">
            <a:extLst>
              <a:ext uri="{FF2B5EF4-FFF2-40B4-BE49-F238E27FC236}">
                <a16:creationId xmlns:a16="http://schemas.microsoft.com/office/drawing/2014/main" id="{5C5AB6AE-32BB-7716-360A-892AFABE03B0}"/>
              </a:ext>
            </a:extLst>
          </p:cNvPr>
          <p:cNvGrpSpPr/>
          <p:nvPr/>
        </p:nvGrpSpPr>
        <p:grpSpPr>
          <a:xfrm>
            <a:off x="2544188" y="4134212"/>
            <a:ext cx="2366748" cy="2138463"/>
            <a:chOff x="386117" y="2502974"/>
            <a:chExt cx="2366748" cy="2138463"/>
          </a:xfrm>
        </p:grpSpPr>
        <p:cxnSp>
          <p:nvCxnSpPr>
            <p:cNvPr id="381" name="Conector recto 380">
              <a:extLst>
                <a:ext uri="{FF2B5EF4-FFF2-40B4-BE49-F238E27FC236}">
                  <a16:creationId xmlns:a16="http://schemas.microsoft.com/office/drawing/2014/main" id="{5B9E6714-9DC2-A220-C4FC-6A663B102218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17673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2" name="Conector recto 381">
              <a:extLst>
                <a:ext uri="{FF2B5EF4-FFF2-40B4-BE49-F238E27FC236}">
                  <a16:creationId xmlns:a16="http://schemas.microsoft.com/office/drawing/2014/main" id="{FFCF133B-1444-E58B-AB06-49EC4239CE36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358860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5" name="Conector recto 384">
              <a:extLst>
                <a:ext uri="{FF2B5EF4-FFF2-40B4-BE49-F238E27FC236}">
                  <a16:creationId xmlns:a16="http://schemas.microsoft.com/office/drawing/2014/main" id="{8D7042D1-562E-6E5E-ECEA-F0A9E1C54527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543238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6" name="Conector recto 385">
              <a:extLst>
                <a:ext uri="{FF2B5EF4-FFF2-40B4-BE49-F238E27FC236}">
                  <a16:creationId xmlns:a16="http://schemas.microsoft.com/office/drawing/2014/main" id="{3328E5CA-7647-BAAE-9D9D-4BA4E9BD4815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730129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7" name="Conector recto 386">
              <a:extLst>
                <a:ext uri="{FF2B5EF4-FFF2-40B4-BE49-F238E27FC236}">
                  <a16:creationId xmlns:a16="http://schemas.microsoft.com/office/drawing/2014/main" id="{1AF79F10-09FD-17E2-2712-98A3FC1701AB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90715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8" name="Conector recto 387">
              <a:extLst>
                <a:ext uri="{FF2B5EF4-FFF2-40B4-BE49-F238E27FC236}">
                  <a16:creationId xmlns:a16="http://schemas.microsoft.com/office/drawing/2014/main" id="{FF42F439-2B45-3621-AA88-72B0EDA9C100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09166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0" name="Conector recto 449">
              <a:extLst>
                <a:ext uri="{FF2B5EF4-FFF2-40B4-BE49-F238E27FC236}">
                  <a16:creationId xmlns:a16="http://schemas.microsoft.com/office/drawing/2014/main" id="{A43DEE3D-CCB0-B3FA-3870-EC1BCFBDE3FA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27188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1" name="Conector recto 450">
              <a:extLst>
                <a:ext uri="{FF2B5EF4-FFF2-40B4-BE49-F238E27FC236}">
                  <a16:creationId xmlns:a16="http://schemas.microsoft.com/office/drawing/2014/main" id="{A9BD792C-8E2B-2988-3659-10D561CFE758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451630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3867DF8C-9EC7-2930-5FD7-3D3C0A755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268" y="250306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E5667225-359D-6540-9AA2-52C3C3359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250306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9C6169AB-29B6-CDD2-A8B2-F78928C52A65}"/>
                </a:ext>
              </a:extLst>
            </p:cNvPr>
            <p:cNvCxnSpPr>
              <a:cxnSpLocks/>
            </p:cNvCxnSpPr>
            <p:nvPr/>
          </p:nvCxnSpPr>
          <p:spPr>
            <a:xfrm>
              <a:off x="936050" y="2503060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6B1059F6-B3B3-3342-CDED-F93E2C3190FD}"/>
                </a:ext>
              </a:extLst>
            </p:cNvPr>
            <p:cNvCxnSpPr>
              <a:cxnSpLocks/>
            </p:cNvCxnSpPr>
            <p:nvPr/>
          </p:nvCxnSpPr>
          <p:spPr>
            <a:xfrm>
              <a:off x="2752865" y="2503060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B2DDD951-4DC1-0C59-82AB-12AD2B17A4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359869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4156373E-900C-272B-FFA3-C6548706DC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3416085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69DAE563-B6EA-63BE-6E21-433BE6B6C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323348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F875B816-325C-8693-3944-8E8BAA2CBB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3050875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2B3A3031-E8B6-93D9-5892-0B27DB194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286827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74F67F45-1443-C38E-89F3-F5CE6D3301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49" y="2685665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F60C0E52-204D-FB84-6EA5-2D1207E52F90}"/>
                </a:ext>
              </a:extLst>
            </p:cNvPr>
            <p:cNvCxnSpPr>
              <a:cxnSpLocks/>
            </p:cNvCxnSpPr>
            <p:nvPr/>
          </p:nvCxnSpPr>
          <p:spPr>
            <a:xfrm>
              <a:off x="849261" y="2584825"/>
              <a:ext cx="1809920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1E59463B-42D8-164C-7A99-F68D1558CA91}"/>
                </a:ext>
              </a:extLst>
            </p:cNvPr>
            <p:cNvCxnSpPr>
              <a:cxnSpLocks/>
            </p:cNvCxnSpPr>
            <p:nvPr/>
          </p:nvCxnSpPr>
          <p:spPr>
            <a:xfrm>
              <a:off x="746173" y="2666590"/>
              <a:ext cx="1822521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F89011E7-4DC7-90A3-44B1-559E7020475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70" y="2748355"/>
              <a:ext cx="182074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C334515D-848D-9C48-CFFD-06968A451E85}"/>
                </a:ext>
              </a:extLst>
            </p:cNvPr>
            <p:cNvCxnSpPr>
              <a:cxnSpLocks/>
            </p:cNvCxnSpPr>
            <p:nvPr/>
          </p:nvCxnSpPr>
          <p:spPr>
            <a:xfrm>
              <a:off x="575418" y="2830120"/>
              <a:ext cx="1808534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85ADFCBD-37C4-4C08-A7FB-B86C7E9D73AB}"/>
                </a:ext>
              </a:extLst>
            </p:cNvPr>
            <p:cNvCxnSpPr>
              <a:cxnSpLocks/>
            </p:cNvCxnSpPr>
            <p:nvPr/>
          </p:nvCxnSpPr>
          <p:spPr>
            <a:xfrm>
              <a:off x="472265" y="2911885"/>
              <a:ext cx="182199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23B49B-02CE-4028-53AF-DCC8B3A0B92B}"/>
                </a:ext>
              </a:extLst>
            </p:cNvPr>
            <p:cNvCxnSpPr>
              <a:cxnSpLocks/>
            </p:cNvCxnSpPr>
            <p:nvPr/>
          </p:nvCxnSpPr>
          <p:spPr>
            <a:xfrm>
              <a:off x="2294258" y="2911885"/>
              <a:ext cx="0" cy="1631047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10B00755-BEDF-8482-5DB8-EC7EB22A3B39}"/>
                </a:ext>
              </a:extLst>
            </p:cNvPr>
            <p:cNvCxnSpPr>
              <a:cxnSpLocks/>
            </p:cNvCxnSpPr>
            <p:nvPr/>
          </p:nvCxnSpPr>
          <p:spPr>
            <a:xfrm>
              <a:off x="2383952" y="2830120"/>
              <a:ext cx="0" cy="1643263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45DCA6D3-204B-4A05-363D-CA3B365277E5}"/>
                </a:ext>
              </a:extLst>
            </p:cNvPr>
            <p:cNvCxnSpPr>
              <a:cxnSpLocks/>
            </p:cNvCxnSpPr>
            <p:nvPr/>
          </p:nvCxnSpPr>
          <p:spPr>
            <a:xfrm>
              <a:off x="2477994" y="2753124"/>
              <a:ext cx="0" cy="1635816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5E7B6730-98DB-5EDE-4494-142AD1E1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573456" y="2675739"/>
              <a:ext cx="0" cy="1626194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6C51D8B5-1CF0-ACD8-679F-18166C8B1E9D}"/>
                </a:ext>
              </a:extLst>
            </p:cNvPr>
            <p:cNvCxnSpPr>
              <a:cxnSpLocks/>
            </p:cNvCxnSpPr>
            <p:nvPr/>
          </p:nvCxnSpPr>
          <p:spPr>
            <a:xfrm>
              <a:off x="2661221" y="2595157"/>
              <a:ext cx="0" cy="162000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67BEA93E-70D5-D8AC-5964-8296E9C48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2913" y="250509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5DB819A1-F96B-5091-1F1C-CC5D7478B6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111" y="250509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1356116F-59D7-36E1-2A85-3F9F58503E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105" y="2503047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779520F4-992D-5679-B1DC-F98EDC077D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3726" y="2502974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4298060D-4404-9689-C7DD-5780A7CB5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9377" y="2502974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836D366E-78CE-6908-63CE-F0B30971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686" y="4143645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D64465A0-75F7-26BA-7FAA-DD84C55CA5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685" y="3961040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D850AA07-7316-7B81-7B9C-68E729D3F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2321" y="3778435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5" name="Conector recto 184">
              <a:extLst>
                <a:ext uri="{FF2B5EF4-FFF2-40B4-BE49-F238E27FC236}">
                  <a16:creationId xmlns:a16="http://schemas.microsoft.com/office/drawing/2014/main" id="{C42750D4-87C0-7157-48DA-212F6E8989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235" y="2504742"/>
              <a:ext cx="541213" cy="484678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6" name="Conector recto 185">
              <a:extLst>
                <a:ext uri="{FF2B5EF4-FFF2-40B4-BE49-F238E27FC236}">
                  <a16:creationId xmlns:a16="http://schemas.microsoft.com/office/drawing/2014/main" id="{F8490314-5D72-4A0E-BD24-A22CD6E86D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320" y="2502974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" name="Conector recto 186">
              <a:extLst>
                <a:ext uri="{FF2B5EF4-FFF2-40B4-BE49-F238E27FC236}">
                  <a16:creationId xmlns:a16="http://schemas.microsoft.com/office/drawing/2014/main" id="{E1CC0ACB-BF96-283E-2D86-C65B9B994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842" y="2502974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Conector recto 187">
              <a:extLst>
                <a:ext uri="{FF2B5EF4-FFF2-40B4-BE49-F238E27FC236}">
                  <a16:creationId xmlns:a16="http://schemas.microsoft.com/office/drawing/2014/main" id="{A4E2AED3-CBD2-422E-DD6D-89E2E4905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0854" y="2506985"/>
              <a:ext cx="538709" cy="48243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2" name="Conector recto 331">
              <a:extLst>
                <a:ext uri="{FF2B5EF4-FFF2-40B4-BE49-F238E27FC236}">
                  <a16:creationId xmlns:a16="http://schemas.microsoft.com/office/drawing/2014/main" id="{1E12437E-AFD8-5CF2-9C55-B1371CCC66E8}"/>
                </a:ext>
              </a:extLst>
            </p:cNvPr>
            <p:cNvCxnSpPr>
              <a:cxnSpLocks/>
            </p:cNvCxnSpPr>
            <p:nvPr/>
          </p:nvCxnSpPr>
          <p:spPr>
            <a:xfrm>
              <a:off x="558320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3" name="Conector recto 332">
              <a:extLst>
                <a:ext uri="{FF2B5EF4-FFF2-40B4-BE49-F238E27FC236}">
                  <a16:creationId xmlns:a16="http://schemas.microsoft.com/office/drawing/2014/main" id="{BD2BE83E-63D5-F85B-086E-1D1F86CEE984}"/>
                </a:ext>
              </a:extLst>
            </p:cNvPr>
            <p:cNvCxnSpPr>
              <a:cxnSpLocks/>
            </p:cNvCxnSpPr>
            <p:nvPr/>
          </p:nvCxnSpPr>
          <p:spPr>
            <a:xfrm>
              <a:off x="746656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" name="Conector recto 334">
              <a:extLst>
                <a:ext uri="{FF2B5EF4-FFF2-40B4-BE49-F238E27FC236}">
                  <a16:creationId xmlns:a16="http://schemas.microsoft.com/office/drawing/2014/main" id="{C31B490B-2D8A-B673-141B-9CC29FBBD72D}"/>
                </a:ext>
              </a:extLst>
            </p:cNvPr>
            <p:cNvCxnSpPr>
              <a:cxnSpLocks/>
            </p:cNvCxnSpPr>
            <p:nvPr/>
          </p:nvCxnSpPr>
          <p:spPr>
            <a:xfrm>
              <a:off x="926674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6" name="Conector recto 335">
              <a:extLst>
                <a:ext uri="{FF2B5EF4-FFF2-40B4-BE49-F238E27FC236}">
                  <a16:creationId xmlns:a16="http://schemas.microsoft.com/office/drawing/2014/main" id="{2AEC4F35-997B-4F0E-42F0-9A49AFB34B86}"/>
                </a:ext>
              </a:extLst>
            </p:cNvPr>
            <p:cNvCxnSpPr>
              <a:cxnSpLocks/>
            </p:cNvCxnSpPr>
            <p:nvPr/>
          </p:nvCxnSpPr>
          <p:spPr>
            <a:xfrm>
              <a:off x="1115010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7" name="Conector recto 336">
              <a:extLst>
                <a:ext uri="{FF2B5EF4-FFF2-40B4-BE49-F238E27FC236}">
                  <a16:creationId xmlns:a16="http://schemas.microsoft.com/office/drawing/2014/main" id="{447921D1-933A-5B38-02CB-5EC9C07C86F4}"/>
                </a:ext>
              </a:extLst>
            </p:cNvPr>
            <p:cNvCxnSpPr>
              <a:cxnSpLocks/>
            </p:cNvCxnSpPr>
            <p:nvPr/>
          </p:nvCxnSpPr>
          <p:spPr>
            <a:xfrm>
              <a:off x="1298826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8" name="Conector recto 337">
              <a:extLst>
                <a:ext uri="{FF2B5EF4-FFF2-40B4-BE49-F238E27FC236}">
                  <a16:creationId xmlns:a16="http://schemas.microsoft.com/office/drawing/2014/main" id="{C013AE15-3B29-A81C-957B-470A56180EE9}"/>
                </a:ext>
              </a:extLst>
            </p:cNvPr>
            <p:cNvCxnSpPr>
              <a:cxnSpLocks/>
            </p:cNvCxnSpPr>
            <p:nvPr/>
          </p:nvCxnSpPr>
          <p:spPr>
            <a:xfrm>
              <a:off x="1470495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8" name="Conector recto 377">
              <a:extLst>
                <a:ext uri="{FF2B5EF4-FFF2-40B4-BE49-F238E27FC236}">
                  <a16:creationId xmlns:a16="http://schemas.microsoft.com/office/drawing/2014/main" id="{335BC412-044C-A6B0-9C28-982A3FC7951A}"/>
                </a:ext>
              </a:extLst>
            </p:cNvPr>
            <p:cNvCxnSpPr>
              <a:cxnSpLocks/>
            </p:cNvCxnSpPr>
            <p:nvPr/>
          </p:nvCxnSpPr>
          <p:spPr>
            <a:xfrm>
              <a:off x="1654083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9" name="Conector recto 378">
              <a:extLst>
                <a:ext uri="{FF2B5EF4-FFF2-40B4-BE49-F238E27FC236}">
                  <a16:creationId xmlns:a16="http://schemas.microsoft.com/office/drawing/2014/main" id="{63FB30FE-211C-0B80-3944-2DBC2BFCD8A9}"/>
                </a:ext>
              </a:extLst>
            </p:cNvPr>
            <p:cNvCxnSpPr>
              <a:cxnSpLocks/>
            </p:cNvCxnSpPr>
            <p:nvPr/>
          </p:nvCxnSpPr>
          <p:spPr>
            <a:xfrm>
              <a:off x="1835534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0" name="Conector recto 379">
              <a:extLst>
                <a:ext uri="{FF2B5EF4-FFF2-40B4-BE49-F238E27FC236}">
                  <a16:creationId xmlns:a16="http://schemas.microsoft.com/office/drawing/2014/main" id="{AD39EC1C-9AAD-413A-68C4-C15DAF4F444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428" y="2996622"/>
              <a:ext cx="0" cy="164481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438" name="Imagen 437">
            <a:extLst>
              <a:ext uri="{FF2B5EF4-FFF2-40B4-BE49-F238E27FC236}">
                <a16:creationId xmlns:a16="http://schemas.microsoft.com/office/drawing/2014/main" id="{F5891C83-0BCC-98F5-CA17-937925E80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7" name="Imagen 436">
            <a:extLst>
              <a:ext uri="{FF2B5EF4-FFF2-40B4-BE49-F238E27FC236}">
                <a16:creationId xmlns:a16="http://schemas.microsoft.com/office/drawing/2014/main" id="{C0C5DA9E-20B2-36DD-E584-5F0A8F37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6" name="Imagen 435">
            <a:extLst>
              <a:ext uri="{FF2B5EF4-FFF2-40B4-BE49-F238E27FC236}">
                <a16:creationId xmlns:a16="http://schemas.microsoft.com/office/drawing/2014/main" id="{D20D474B-A322-E6D6-5657-DB6E4C76D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5" name="Imagen 434">
            <a:extLst>
              <a:ext uri="{FF2B5EF4-FFF2-40B4-BE49-F238E27FC236}">
                <a16:creationId xmlns:a16="http://schemas.microsoft.com/office/drawing/2014/main" id="{9F9E4E1B-ED2B-4F88-023B-3DB511A5E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4" name="Imagen 433">
            <a:extLst>
              <a:ext uri="{FF2B5EF4-FFF2-40B4-BE49-F238E27FC236}">
                <a16:creationId xmlns:a16="http://schemas.microsoft.com/office/drawing/2014/main" id="{9C129CD0-C6E7-7B86-3CF6-655E34AB8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3" name="Imagen 432">
            <a:extLst>
              <a:ext uri="{FF2B5EF4-FFF2-40B4-BE49-F238E27FC236}">
                <a16:creationId xmlns:a16="http://schemas.microsoft.com/office/drawing/2014/main" id="{609166F5-4714-B8DA-7033-59EDCC03B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2" name="Imagen 431">
            <a:extLst>
              <a:ext uri="{FF2B5EF4-FFF2-40B4-BE49-F238E27FC236}">
                <a16:creationId xmlns:a16="http://schemas.microsoft.com/office/drawing/2014/main" id="{42C7CCF1-2035-7125-C591-F26FA589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1" name="Imagen 430">
            <a:extLst>
              <a:ext uri="{FF2B5EF4-FFF2-40B4-BE49-F238E27FC236}">
                <a16:creationId xmlns:a16="http://schemas.microsoft.com/office/drawing/2014/main" id="{0A1C2499-D7C1-9890-1FD1-3C4C2FA12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0" name="Imagen 429">
            <a:extLst>
              <a:ext uri="{FF2B5EF4-FFF2-40B4-BE49-F238E27FC236}">
                <a16:creationId xmlns:a16="http://schemas.microsoft.com/office/drawing/2014/main" id="{7A0566DA-8894-C033-29B3-D1E02836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29" name="Imagen 428">
            <a:extLst>
              <a:ext uri="{FF2B5EF4-FFF2-40B4-BE49-F238E27FC236}">
                <a16:creationId xmlns:a16="http://schemas.microsoft.com/office/drawing/2014/main" id="{8FE845DB-8224-C2E9-5AF1-6375FC495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/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blipFill>
                <a:blip r:embed="rId8"/>
                <a:stretch>
                  <a:fillRect l="-10185" r="-2778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/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h𝑚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blipFill>
                <a:blip r:embed="rId9"/>
                <a:stretch>
                  <a:fillRect l="-10092" r="-1835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/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𝑑𝑎𝑚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blipFill>
                <a:blip r:embed="rId10"/>
                <a:stretch>
                  <a:fillRect l="-7246" r="-2174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/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blipFill>
                <a:blip r:embed="rId11"/>
                <a:stretch>
                  <a:fillRect l="-6173" r="-2469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/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blipFill>
                <a:blip r:embed="rId12"/>
                <a:stretch>
                  <a:fillRect l="-10092" r="-2752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/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blipFill>
                <a:blip r:embed="rId13"/>
                <a:stretch>
                  <a:fillRect l="-4808" r="-1923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/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blipFill>
                <a:blip r:embed="rId14"/>
                <a:stretch>
                  <a:fillRect l="-4878" r="-1626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Arco 445">
            <a:extLst>
              <a:ext uri="{FF2B5EF4-FFF2-40B4-BE49-F238E27FC236}">
                <a16:creationId xmlns:a16="http://schemas.microsoft.com/office/drawing/2014/main" id="{DF279793-D225-8812-8CB5-E5AE77D2A7D4}"/>
              </a:ext>
            </a:extLst>
          </p:cNvPr>
          <p:cNvSpPr/>
          <p:nvPr/>
        </p:nvSpPr>
        <p:spPr>
          <a:xfrm>
            <a:off x="2293976" y="2108407"/>
            <a:ext cx="1276405" cy="665137"/>
          </a:xfrm>
          <a:prstGeom prst="arc">
            <a:avLst>
              <a:gd name="adj1" fmla="val 373235"/>
              <a:gd name="adj2" fmla="val 1054353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7" name="Arco 446">
            <a:extLst>
              <a:ext uri="{FF2B5EF4-FFF2-40B4-BE49-F238E27FC236}">
                <a16:creationId xmlns:a16="http://schemas.microsoft.com/office/drawing/2014/main" id="{D4BBC78A-4FFC-5DF5-532F-F6B373BB4E89}"/>
              </a:ext>
            </a:extLst>
          </p:cNvPr>
          <p:cNvSpPr/>
          <p:nvPr/>
        </p:nvSpPr>
        <p:spPr>
          <a:xfrm>
            <a:off x="3630752" y="2108407"/>
            <a:ext cx="1276405" cy="665137"/>
          </a:xfrm>
          <a:prstGeom prst="arc">
            <a:avLst>
              <a:gd name="adj1" fmla="val 373235"/>
              <a:gd name="adj2" fmla="val 10371813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6" name="Arco 575">
            <a:extLst>
              <a:ext uri="{FF2B5EF4-FFF2-40B4-BE49-F238E27FC236}">
                <a16:creationId xmlns:a16="http://schemas.microsoft.com/office/drawing/2014/main" id="{A56C07C0-1BDF-5567-47A9-D4958F5CDC6D}"/>
              </a:ext>
            </a:extLst>
          </p:cNvPr>
          <p:cNvSpPr/>
          <p:nvPr/>
        </p:nvSpPr>
        <p:spPr>
          <a:xfrm>
            <a:off x="4967528" y="2108407"/>
            <a:ext cx="1276405" cy="665137"/>
          </a:xfrm>
          <a:prstGeom prst="arc">
            <a:avLst>
              <a:gd name="adj1" fmla="val 373235"/>
              <a:gd name="adj2" fmla="val 10386751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7" name="Arco 576">
            <a:extLst>
              <a:ext uri="{FF2B5EF4-FFF2-40B4-BE49-F238E27FC236}">
                <a16:creationId xmlns:a16="http://schemas.microsoft.com/office/drawing/2014/main" id="{E0B377BF-EDD9-7E35-A714-9A7B2FD84623}"/>
              </a:ext>
            </a:extLst>
          </p:cNvPr>
          <p:cNvSpPr/>
          <p:nvPr/>
        </p:nvSpPr>
        <p:spPr>
          <a:xfrm>
            <a:off x="6304304" y="2108407"/>
            <a:ext cx="1276405" cy="665137"/>
          </a:xfrm>
          <a:prstGeom prst="arc">
            <a:avLst>
              <a:gd name="adj1" fmla="val 373235"/>
              <a:gd name="adj2" fmla="val 104038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8" name="Arco 577">
            <a:extLst>
              <a:ext uri="{FF2B5EF4-FFF2-40B4-BE49-F238E27FC236}">
                <a16:creationId xmlns:a16="http://schemas.microsoft.com/office/drawing/2014/main" id="{D7DC8B79-03C3-5626-D253-0A7034D8DC68}"/>
              </a:ext>
            </a:extLst>
          </p:cNvPr>
          <p:cNvSpPr/>
          <p:nvPr/>
        </p:nvSpPr>
        <p:spPr>
          <a:xfrm>
            <a:off x="7641080" y="2108407"/>
            <a:ext cx="1276405" cy="665137"/>
          </a:xfrm>
          <a:prstGeom prst="arc">
            <a:avLst>
              <a:gd name="adj1" fmla="val 373235"/>
              <a:gd name="adj2" fmla="val 105181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9" name="Arco 578">
            <a:extLst>
              <a:ext uri="{FF2B5EF4-FFF2-40B4-BE49-F238E27FC236}">
                <a16:creationId xmlns:a16="http://schemas.microsoft.com/office/drawing/2014/main" id="{EA68B485-0814-50CB-F244-9D7D7C0EC38F}"/>
              </a:ext>
            </a:extLst>
          </p:cNvPr>
          <p:cNvSpPr/>
          <p:nvPr/>
        </p:nvSpPr>
        <p:spPr>
          <a:xfrm>
            <a:off x="8977854" y="2108407"/>
            <a:ext cx="1276405" cy="665137"/>
          </a:xfrm>
          <a:prstGeom prst="arc">
            <a:avLst>
              <a:gd name="adj1" fmla="val 373235"/>
              <a:gd name="adj2" fmla="val 1027657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/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blipFill>
                <a:blip r:embed="rId15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/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blipFill>
                <a:blip r:embed="rId16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/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blipFill>
                <a:blip r:embed="rId17"/>
                <a:stretch>
                  <a:fillRect l="-1325" r="-662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/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blipFill>
                <a:blip r:embed="rId18"/>
                <a:stretch>
                  <a:fillRect l="-1333" r="-733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/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blipFill>
                <a:blip r:embed="rId19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/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blipFill>
                <a:blip r:embed="rId20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493B396-E0CA-D1F8-FD2C-A2CF726A3A98}"/>
              </a:ext>
            </a:extLst>
          </p:cNvPr>
          <p:cNvCxnSpPr>
            <a:cxnSpLocks/>
          </p:cNvCxnSpPr>
          <p:nvPr/>
        </p:nvCxnSpPr>
        <p:spPr>
          <a:xfrm flipV="1">
            <a:off x="9230664" y="3652982"/>
            <a:ext cx="528831" cy="48123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D326DDC-CEAB-A542-7C23-C467E1E3B9A3}"/>
              </a:ext>
            </a:extLst>
          </p:cNvPr>
          <p:cNvCxnSpPr>
            <a:cxnSpLocks/>
          </p:cNvCxnSpPr>
          <p:nvPr/>
        </p:nvCxnSpPr>
        <p:spPr>
          <a:xfrm>
            <a:off x="6857554" y="4421060"/>
            <a:ext cx="180787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A93D255-C546-84C5-DB91-A8D0B9A9792C}"/>
              </a:ext>
            </a:extLst>
          </p:cNvPr>
          <p:cNvSpPr txBox="1"/>
          <p:nvPr/>
        </p:nvSpPr>
        <p:spPr>
          <a:xfrm>
            <a:off x="7423120" y="4095980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E26C73-F66D-8CBF-AABE-AE1A11BC186C}"/>
              </a:ext>
            </a:extLst>
          </p:cNvPr>
          <p:cNvSpPr txBox="1"/>
          <p:nvPr/>
        </p:nvSpPr>
        <p:spPr>
          <a:xfrm rot="19172639">
            <a:off x="8852143" y="3581311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782AA95-7B06-FEC6-2482-31386B2ABF82}"/>
              </a:ext>
            </a:extLst>
          </p:cNvPr>
          <p:cNvSpPr txBox="1"/>
          <p:nvPr/>
        </p:nvSpPr>
        <p:spPr>
          <a:xfrm>
            <a:off x="9972067" y="3672547"/>
            <a:ext cx="171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100 cm</a:t>
            </a:r>
            <a:r>
              <a:rPr lang="es-ES" sz="2400" b="1" baseline="30000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271562E-6FBD-2E81-FF7E-903BFAAEA4CC}"/>
              </a:ext>
            </a:extLst>
          </p:cNvPr>
          <p:cNvSpPr txBox="1"/>
          <p:nvPr/>
        </p:nvSpPr>
        <p:spPr>
          <a:xfrm>
            <a:off x="404734" y="4615214"/>
            <a:ext cx="171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 dm</a:t>
            </a:r>
            <a:r>
              <a:rPr lang="es-ES" sz="2400" b="1" baseline="30000" dirty="0"/>
              <a:t>3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867267DB-3F43-CB7F-5D12-38F5B2097C65}"/>
              </a:ext>
            </a:extLst>
          </p:cNvPr>
          <p:cNvCxnSpPr>
            <a:cxnSpLocks/>
          </p:cNvCxnSpPr>
          <p:nvPr/>
        </p:nvCxnSpPr>
        <p:spPr>
          <a:xfrm>
            <a:off x="2364289" y="4652695"/>
            <a:ext cx="0" cy="161998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2A59EF9-32CA-6DD6-D455-EA1F474173BB}"/>
              </a:ext>
            </a:extLst>
          </p:cNvPr>
          <p:cNvSpPr txBox="1"/>
          <p:nvPr/>
        </p:nvSpPr>
        <p:spPr>
          <a:xfrm>
            <a:off x="1574523" y="527153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870229A-ACFE-5414-C0D1-1F47B4C347D4}"/>
              </a:ext>
            </a:extLst>
          </p:cNvPr>
          <p:cNvCxnSpPr>
            <a:cxnSpLocks/>
          </p:cNvCxnSpPr>
          <p:nvPr/>
        </p:nvCxnSpPr>
        <p:spPr>
          <a:xfrm>
            <a:off x="2538471" y="6599968"/>
            <a:ext cx="180787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3269D15-8AF4-AE06-D91A-CFB78F4902CC}"/>
              </a:ext>
            </a:extLst>
          </p:cNvPr>
          <p:cNvSpPr txBox="1"/>
          <p:nvPr/>
        </p:nvSpPr>
        <p:spPr>
          <a:xfrm>
            <a:off x="3104037" y="627488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FE2AA27-4F98-C00D-586B-3CE026B1E4B7}"/>
              </a:ext>
            </a:extLst>
          </p:cNvPr>
          <p:cNvCxnSpPr>
            <a:cxnSpLocks/>
          </p:cNvCxnSpPr>
          <p:nvPr/>
        </p:nvCxnSpPr>
        <p:spPr>
          <a:xfrm>
            <a:off x="4448060" y="6270236"/>
            <a:ext cx="73053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2BF7175-B998-381F-21D0-08FC4263A0BC}"/>
              </a:ext>
            </a:extLst>
          </p:cNvPr>
          <p:cNvCxnSpPr>
            <a:cxnSpLocks/>
          </p:cNvCxnSpPr>
          <p:nvPr/>
        </p:nvCxnSpPr>
        <p:spPr>
          <a:xfrm>
            <a:off x="4964608" y="5783654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B2142B6-FC3E-E72A-FBEC-2C62C045A029}"/>
              </a:ext>
            </a:extLst>
          </p:cNvPr>
          <p:cNvSpPr/>
          <p:nvPr/>
        </p:nvSpPr>
        <p:spPr>
          <a:xfrm>
            <a:off x="5127583" y="5733632"/>
            <a:ext cx="221237" cy="88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3196688C-27E4-9947-596D-496446B63800}"/>
              </a:ext>
            </a:extLst>
          </p:cNvPr>
          <p:cNvCxnSpPr>
            <a:cxnSpLocks/>
          </p:cNvCxnSpPr>
          <p:nvPr/>
        </p:nvCxnSpPr>
        <p:spPr>
          <a:xfrm flipV="1">
            <a:off x="4960459" y="5789006"/>
            <a:ext cx="528831" cy="48123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754636F-76A8-07F9-CD88-534F85D8EFC4}"/>
              </a:ext>
            </a:extLst>
          </p:cNvPr>
          <p:cNvSpPr txBox="1"/>
          <p:nvPr/>
        </p:nvSpPr>
        <p:spPr>
          <a:xfrm rot="19172639">
            <a:off x="4678692" y="5661729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75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" grpId="0" animBg="1"/>
      <p:bldP spid="24" grpId="0"/>
      <p:bldP spid="439" grpId="0"/>
      <p:bldP spid="440" grpId="0"/>
      <p:bldP spid="441" grpId="0"/>
      <p:bldP spid="442" grpId="0"/>
      <p:bldP spid="443" grpId="0"/>
      <p:bldP spid="444" grpId="0"/>
      <p:bldP spid="445" grpId="0"/>
      <p:bldP spid="446" grpId="0" animBg="1"/>
      <p:bldP spid="447" grpId="0" animBg="1"/>
      <p:bldP spid="576" grpId="0" animBg="1"/>
      <p:bldP spid="577" grpId="0" animBg="1"/>
      <p:bldP spid="578" grpId="0" animBg="1"/>
      <p:bldP spid="579" grpId="0" animBg="1"/>
      <p:bldP spid="585" grpId="0"/>
      <p:bldP spid="586" grpId="0"/>
      <p:bldP spid="587" grpId="0"/>
      <p:bldP spid="588" grpId="0"/>
      <p:bldP spid="589" grpId="0"/>
      <p:bldP spid="590" grpId="0"/>
      <p:bldP spid="13" grpId="0"/>
      <p:bldP spid="14" grpId="0"/>
      <p:bldP spid="30" grpId="0"/>
      <p:bldP spid="36" grpId="0"/>
      <p:bldP spid="38" grpId="0"/>
      <p:bldP spid="40" grpId="0"/>
      <p:bldP spid="43" grpId="0" animBg="1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unidad de volumen es 1.000 veces mayor que la unidad inmediatamente inferior y equivale a la milésima parte (0,001) de la unidad inmediatamente superior.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52" name="Grupo 451">
            <a:extLst>
              <a:ext uri="{FF2B5EF4-FFF2-40B4-BE49-F238E27FC236}">
                <a16:creationId xmlns:a16="http://schemas.microsoft.com/office/drawing/2014/main" id="{96FFB09B-61C6-3A9E-FB9B-B889CC5A2D47}"/>
              </a:ext>
            </a:extLst>
          </p:cNvPr>
          <p:cNvGrpSpPr/>
          <p:nvPr/>
        </p:nvGrpSpPr>
        <p:grpSpPr>
          <a:xfrm>
            <a:off x="2540790" y="4141500"/>
            <a:ext cx="2370146" cy="2132779"/>
            <a:chOff x="382719" y="2510262"/>
            <a:chExt cx="2370146" cy="2132779"/>
          </a:xfrm>
        </p:grpSpPr>
        <p:sp>
          <p:nvSpPr>
            <p:cNvPr id="328" name="Rectángulo 327">
              <a:extLst>
                <a:ext uri="{FF2B5EF4-FFF2-40B4-BE49-F238E27FC236}">
                  <a16:creationId xmlns:a16="http://schemas.microsoft.com/office/drawing/2014/main" id="{0849EB4C-0F0F-17F0-F8AC-44A8EA2424F4}"/>
                </a:ext>
              </a:extLst>
            </p:cNvPr>
            <p:cNvSpPr/>
            <p:nvPr/>
          </p:nvSpPr>
          <p:spPr>
            <a:xfrm>
              <a:off x="383630" y="2516099"/>
              <a:ext cx="2351771" cy="481708"/>
            </a:xfrm>
            <a:custGeom>
              <a:avLst/>
              <a:gdLst>
                <a:gd name="connsiteX0" fmla="*/ 0 w 1808846"/>
                <a:gd name="connsiteY0" fmla="*/ 0 h 1640583"/>
                <a:gd name="connsiteX1" fmla="*/ 1808846 w 1808846"/>
                <a:gd name="connsiteY1" fmla="*/ 0 h 1640583"/>
                <a:gd name="connsiteX2" fmla="*/ 1808846 w 1808846"/>
                <a:gd name="connsiteY2" fmla="*/ 1640583 h 1640583"/>
                <a:gd name="connsiteX3" fmla="*/ 0 w 1808846"/>
                <a:gd name="connsiteY3" fmla="*/ 1640583 h 1640583"/>
                <a:gd name="connsiteX4" fmla="*/ 0 w 1808846"/>
                <a:gd name="connsiteY4" fmla="*/ 0 h 1640583"/>
                <a:gd name="connsiteX0" fmla="*/ 542925 w 2351771"/>
                <a:gd name="connsiteY0" fmla="*/ 0 h 1640583"/>
                <a:gd name="connsiteX1" fmla="*/ 2351771 w 2351771"/>
                <a:gd name="connsiteY1" fmla="*/ 0 h 1640583"/>
                <a:gd name="connsiteX2" fmla="*/ 2351771 w 2351771"/>
                <a:gd name="connsiteY2" fmla="*/ 1640583 h 1640583"/>
                <a:gd name="connsiteX3" fmla="*/ 0 w 2351771"/>
                <a:gd name="connsiteY3" fmla="*/ 478533 h 1640583"/>
                <a:gd name="connsiteX4" fmla="*/ 542925 w 2351771"/>
                <a:gd name="connsiteY4" fmla="*/ 0 h 1640583"/>
                <a:gd name="connsiteX0" fmla="*/ 542925 w 2351771"/>
                <a:gd name="connsiteY0" fmla="*/ 0 h 481708"/>
                <a:gd name="connsiteX1" fmla="*/ 2351771 w 2351771"/>
                <a:gd name="connsiteY1" fmla="*/ 0 h 481708"/>
                <a:gd name="connsiteX2" fmla="*/ 1821546 w 2351771"/>
                <a:gd name="connsiteY2" fmla="*/ 481708 h 481708"/>
                <a:gd name="connsiteX3" fmla="*/ 0 w 2351771"/>
                <a:gd name="connsiteY3" fmla="*/ 478533 h 481708"/>
                <a:gd name="connsiteX4" fmla="*/ 542925 w 2351771"/>
                <a:gd name="connsiteY4" fmla="*/ 0 h 48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1771" h="481708">
                  <a:moveTo>
                    <a:pt x="542925" y="0"/>
                  </a:moveTo>
                  <a:lnTo>
                    <a:pt x="2351771" y="0"/>
                  </a:lnTo>
                  <a:lnTo>
                    <a:pt x="1821546" y="481708"/>
                  </a:lnTo>
                  <a:lnTo>
                    <a:pt x="0" y="478533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BCE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7" name="Rectángulo 326">
              <a:extLst>
                <a:ext uri="{FF2B5EF4-FFF2-40B4-BE49-F238E27FC236}">
                  <a16:creationId xmlns:a16="http://schemas.microsoft.com/office/drawing/2014/main" id="{1FFE298F-5048-8483-D495-06488BDD20AB}"/>
                </a:ext>
              </a:extLst>
            </p:cNvPr>
            <p:cNvSpPr/>
            <p:nvPr/>
          </p:nvSpPr>
          <p:spPr>
            <a:xfrm>
              <a:off x="2195155" y="2511339"/>
              <a:ext cx="557710" cy="2124770"/>
            </a:xfrm>
            <a:custGeom>
              <a:avLst/>
              <a:gdLst>
                <a:gd name="connsiteX0" fmla="*/ 0 w 1794372"/>
                <a:gd name="connsiteY0" fmla="*/ 0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0 w 1794372"/>
                <a:gd name="connsiteY4" fmla="*/ 0 h 1640583"/>
                <a:gd name="connsiteX0" fmla="*/ 1250950 w 1794372"/>
                <a:gd name="connsiteY0" fmla="*/ 485775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1250950 w 1794372"/>
                <a:gd name="connsiteY4" fmla="*/ 485775 h 1640583"/>
                <a:gd name="connsiteX0" fmla="*/ 0 w 543422"/>
                <a:gd name="connsiteY0" fmla="*/ 485775 h 2120008"/>
                <a:gd name="connsiteX1" fmla="*/ 543422 w 543422"/>
                <a:gd name="connsiteY1" fmla="*/ 0 h 2120008"/>
                <a:gd name="connsiteX2" fmla="*/ 543422 w 543422"/>
                <a:gd name="connsiteY2" fmla="*/ 1640583 h 2120008"/>
                <a:gd name="connsiteX3" fmla="*/ 6350 w 543422"/>
                <a:gd name="connsiteY3" fmla="*/ 2120008 h 2120008"/>
                <a:gd name="connsiteX4" fmla="*/ 0 w 543422"/>
                <a:gd name="connsiteY4" fmla="*/ 485775 h 2120008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43422 w 557710"/>
                <a:gd name="connsiteY2" fmla="*/ 1645345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57709 w 557710"/>
                <a:gd name="connsiteY2" fmla="*/ 1642964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10" h="2124770">
                  <a:moveTo>
                    <a:pt x="0" y="490537"/>
                  </a:moveTo>
                  <a:lnTo>
                    <a:pt x="557710" y="0"/>
                  </a:lnTo>
                  <a:cubicBezTo>
                    <a:pt x="557710" y="547655"/>
                    <a:pt x="557709" y="1095309"/>
                    <a:pt x="557709" y="1642964"/>
                  </a:cubicBezTo>
                  <a:lnTo>
                    <a:pt x="6350" y="2124770"/>
                  </a:lnTo>
                  <a:cubicBezTo>
                    <a:pt x="4233" y="1580026"/>
                    <a:pt x="2117" y="1035281"/>
                    <a:pt x="0" y="490537"/>
                  </a:cubicBezTo>
                  <a:close/>
                </a:path>
              </a:pathLst>
            </a:custGeom>
            <a:solidFill>
              <a:srgbClr val="A2E1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6" name="Rectángulo 325">
              <a:extLst>
                <a:ext uri="{FF2B5EF4-FFF2-40B4-BE49-F238E27FC236}">
                  <a16:creationId xmlns:a16="http://schemas.microsoft.com/office/drawing/2014/main" id="{6B00F06C-6798-83E9-E051-C6A7467532A4}"/>
                </a:ext>
              </a:extLst>
            </p:cNvPr>
            <p:cNvSpPr/>
            <p:nvPr/>
          </p:nvSpPr>
          <p:spPr>
            <a:xfrm>
              <a:off x="382719" y="2996622"/>
              <a:ext cx="1808846" cy="16405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BB0CABAF-6153-1D51-B088-84E846AA63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9533" y="2510262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8" name="Conector recto 237">
              <a:extLst>
                <a:ext uri="{FF2B5EF4-FFF2-40B4-BE49-F238E27FC236}">
                  <a16:creationId xmlns:a16="http://schemas.microsoft.com/office/drawing/2014/main" id="{2C72B60D-2FA0-901F-EDF1-A50E72C8CF6B}"/>
                </a:ext>
              </a:extLst>
            </p:cNvPr>
            <p:cNvCxnSpPr>
              <a:cxnSpLocks/>
            </p:cNvCxnSpPr>
            <p:nvPr/>
          </p:nvCxnSpPr>
          <p:spPr>
            <a:xfrm>
              <a:off x="930534" y="251026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9" name="Conector recto 238">
              <a:extLst>
                <a:ext uri="{FF2B5EF4-FFF2-40B4-BE49-F238E27FC236}">
                  <a16:creationId xmlns:a16="http://schemas.microsoft.com/office/drawing/2014/main" id="{6497A5B6-DFBE-B87F-9443-EF1A45C0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747349" y="251026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38768F11-41F5-F94F-5A4B-0407F7D50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8170" y="4150847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2F62CB71-F500-A8B2-3DA7-CFDC575BD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719" y="2511944"/>
              <a:ext cx="541213" cy="484678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F4A19D46-E4C0-3324-26AA-4D0CFA71D4F5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64304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2" name="Conector recto 321">
              <a:extLst>
                <a:ext uri="{FF2B5EF4-FFF2-40B4-BE49-F238E27FC236}">
                  <a16:creationId xmlns:a16="http://schemas.microsoft.com/office/drawing/2014/main" id="{634459CA-7C18-4737-0814-EE79049CECC9}"/>
                </a:ext>
              </a:extLst>
            </p:cNvPr>
            <p:cNvCxnSpPr>
              <a:cxnSpLocks/>
            </p:cNvCxnSpPr>
            <p:nvPr/>
          </p:nvCxnSpPr>
          <p:spPr>
            <a:xfrm>
              <a:off x="382719" y="3002427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0A6F4156-3481-9B2F-4A66-54D1FBDADCF0}"/>
                </a:ext>
              </a:extLst>
            </p:cNvPr>
            <p:cNvCxnSpPr>
              <a:cxnSpLocks/>
            </p:cNvCxnSpPr>
            <p:nvPr/>
          </p:nvCxnSpPr>
          <p:spPr>
            <a:xfrm>
              <a:off x="2198170" y="300085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4" name="Conector recto 323">
              <a:extLst>
                <a:ext uri="{FF2B5EF4-FFF2-40B4-BE49-F238E27FC236}">
                  <a16:creationId xmlns:a16="http://schemas.microsoft.com/office/drawing/2014/main" id="{4F549B01-7CF9-3A56-DC06-AA8690912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00085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438" name="Imagen 437">
            <a:extLst>
              <a:ext uri="{FF2B5EF4-FFF2-40B4-BE49-F238E27FC236}">
                <a16:creationId xmlns:a16="http://schemas.microsoft.com/office/drawing/2014/main" id="{F5891C83-0BCC-98F5-CA17-937925E80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7" name="Imagen 436">
            <a:extLst>
              <a:ext uri="{FF2B5EF4-FFF2-40B4-BE49-F238E27FC236}">
                <a16:creationId xmlns:a16="http://schemas.microsoft.com/office/drawing/2014/main" id="{C0C5DA9E-20B2-36DD-E584-5F0A8F37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6" name="Imagen 435">
            <a:extLst>
              <a:ext uri="{FF2B5EF4-FFF2-40B4-BE49-F238E27FC236}">
                <a16:creationId xmlns:a16="http://schemas.microsoft.com/office/drawing/2014/main" id="{D20D474B-A322-E6D6-5657-DB6E4C76D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5" name="Imagen 434">
            <a:extLst>
              <a:ext uri="{FF2B5EF4-FFF2-40B4-BE49-F238E27FC236}">
                <a16:creationId xmlns:a16="http://schemas.microsoft.com/office/drawing/2014/main" id="{9F9E4E1B-ED2B-4F88-023B-3DB511A5E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4" name="Imagen 433">
            <a:extLst>
              <a:ext uri="{FF2B5EF4-FFF2-40B4-BE49-F238E27FC236}">
                <a16:creationId xmlns:a16="http://schemas.microsoft.com/office/drawing/2014/main" id="{9C129CD0-C6E7-7B86-3CF6-655E34AB8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3" name="Imagen 432">
            <a:extLst>
              <a:ext uri="{FF2B5EF4-FFF2-40B4-BE49-F238E27FC236}">
                <a16:creationId xmlns:a16="http://schemas.microsoft.com/office/drawing/2014/main" id="{609166F5-4714-B8DA-7033-59EDCC03B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2" name="Imagen 431">
            <a:extLst>
              <a:ext uri="{FF2B5EF4-FFF2-40B4-BE49-F238E27FC236}">
                <a16:creationId xmlns:a16="http://schemas.microsoft.com/office/drawing/2014/main" id="{42C7CCF1-2035-7125-C591-F26FA589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1" name="Imagen 430">
            <a:extLst>
              <a:ext uri="{FF2B5EF4-FFF2-40B4-BE49-F238E27FC236}">
                <a16:creationId xmlns:a16="http://schemas.microsoft.com/office/drawing/2014/main" id="{0A1C2499-D7C1-9890-1FD1-3C4C2FA12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30" name="Imagen 429">
            <a:extLst>
              <a:ext uri="{FF2B5EF4-FFF2-40B4-BE49-F238E27FC236}">
                <a16:creationId xmlns:a16="http://schemas.microsoft.com/office/drawing/2014/main" id="{7A0566DA-8894-C033-29B3-D1E02836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p:pic>
        <p:nvPicPr>
          <p:cNvPr id="429" name="Imagen 428">
            <a:extLst>
              <a:ext uri="{FF2B5EF4-FFF2-40B4-BE49-F238E27FC236}">
                <a16:creationId xmlns:a16="http://schemas.microsoft.com/office/drawing/2014/main" id="{8FE845DB-8224-C2E9-5AF1-6375FC495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45227"/>
            <a:ext cx="2389839" cy="69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/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blipFill>
                <a:blip r:embed="rId8"/>
                <a:stretch>
                  <a:fillRect l="-10185" r="-2778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/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h𝑚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blipFill>
                <a:blip r:embed="rId9"/>
                <a:stretch>
                  <a:fillRect l="-10092" r="-1835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/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𝑑𝑎𝑚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blipFill>
                <a:blip r:embed="rId10"/>
                <a:stretch>
                  <a:fillRect l="-7246" r="-2174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/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blipFill>
                <a:blip r:embed="rId11"/>
                <a:stretch>
                  <a:fillRect l="-6173" r="-2469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/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blipFill>
                <a:blip r:embed="rId12"/>
                <a:stretch>
                  <a:fillRect l="-10092" r="-2752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/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blipFill>
                <a:blip r:embed="rId13"/>
                <a:stretch>
                  <a:fillRect l="-4808" r="-1923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/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blipFill>
                <a:blip r:embed="rId14"/>
                <a:stretch>
                  <a:fillRect l="-4878" r="-1626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Arco 445">
            <a:extLst>
              <a:ext uri="{FF2B5EF4-FFF2-40B4-BE49-F238E27FC236}">
                <a16:creationId xmlns:a16="http://schemas.microsoft.com/office/drawing/2014/main" id="{DF279793-D225-8812-8CB5-E5AE77D2A7D4}"/>
              </a:ext>
            </a:extLst>
          </p:cNvPr>
          <p:cNvSpPr/>
          <p:nvPr/>
        </p:nvSpPr>
        <p:spPr>
          <a:xfrm>
            <a:off x="2293976" y="2108407"/>
            <a:ext cx="1276405" cy="665137"/>
          </a:xfrm>
          <a:prstGeom prst="arc">
            <a:avLst>
              <a:gd name="adj1" fmla="val 373235"/>
              <a:gd name="adj2" fmla="val 1054353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7" name="Arco 446">
            <a:extLst>
              <a:ext uri="{FF2B5EF4-FFF2-40B4-BE49-F238E27FC236}">
                <a16:creationId xmlns:a16="http://schemas.microsoft.com/office/drawing/2014/main" id="{D4BBC78A-4FFC-5DF5-532F-F6B373BB4E89}"/>
              </a:ext>
            </a:extLst>
          </p:cNvPr>
          <p:cNvSpPr/>
          <p:nvPr/>
        </p:nvSpPr>
        <p:spPr>
          <a:xfrm>
            <a:off x="3630752" y="2108407"/>
            <a:ext cx="1276405" cy="665137"/>
          </a:xfrm>
          <a:prstGeom prst="arc">
            <a:avLst>
              <a:gd name="adj1" fmla="val 373235"/>
              <a:gd name="adj2" fmla="val 10371813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6" name="Arco 575">
            <a:extLst>
              <a:ext uri="{FF2B5EF4-FFF2-40B4-BE49-F238E27FC236}">
                <a16:creationId xmlns:a16="http://schemas.microsoft.com/office/drawing/2014/main" id="{A56C07C0-1BDF-5567-47A9-D4958F5CDC6D}"/>
              </a:ext>
            </a:extLst>
          </p:cNvPr>
          <p:cNvSpPr/>
          <p:nvPr/>
        </p:nvSpPr>
        <p:spPr>
          <a:xfrm>
            <a:off x="4967528" y="2108407"/>
            <a:ext cx="1276405" cy="665137"/>
          </a:xfrm>
          <a:prstGeom prst="arc">
            <a:avLst>
              <a:gd name="adj1" fmla="val 373235"/>
              <a:gd name="adj2" fmla="val 10386751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7" name="Arco 576">
            <a:extLst>
              <a:ext uri="{FF2B5EF4-FFF2-40B4-BE49-F238E27FC236}">
                <a16:creationId xmlns:a16="http://schemas.microsoft.com/office/drawing/2014/main" id="{E0B377BF-EDD9-7E35-A714-9A7B2FD84623}"/>
              </a:ext>
            </a:extLst>
          </p:cNvPr>
          <p:cNvSpPr/>
          <p:nvPr/>
        </p:nvSpPr>
        <p:spPr>
          <a:xfrm>
            <a:off x="6304304" y="2108407"/>
            <a:ext cx="1276405" cy="665137"/>
          </a:xfrm>
          <a:prstGeom prst="arc">
            <a:avLst>
              <a:gd name="adj1" fmla="val 373235"/>
              <a:gd name="adj2" fmla="val 104038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8" name="Arco 577">
            <a:extLst>
              <a:ext uri="{FF2B5EF4-FFF2-40B4-BE49-F238E27FC236}">
                <a16:creationId xmlns:a16="http://schemas.microsoft.com/office/drawing/2014/main" id="{D7DC8B79-03C3-5626-D253-0A7034D8DC68}"/>
              </a:ext>
            </a:extLst>
          </p:cNvPr>
          <p:cNvSpPr/>
          <p:nvPr/>
        </p:nvSpPr>
        <p:spPr>
          <a:xfrm>
            <a:off x="7641080" y="2108407"/>
            <a:ext cx="1276405" cy="665137"/>
          </a:xfrm>
          <a:prstGeom prst="arc">
            <a:avLst>
              <a:gd name="adj1" fmla="val 373235"/>
              <a:gd name="adj2" fmla="val 105181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9" name="Arco 578">
            <a:extLst>
              <a:ext uri="{FF2B5EF4-FFF2-40B4-BE49-F238E27FC236}">
                <a16:creationId xmlns:a16="http://schemas.microsoft.com/office/drawing/2014/main" id="{EA68B485-0814-50CB-F244-9D7D7C0EC38F}"/>
              </a:ext>
            </a:extLst>
          </p:cNvPr>
          <p:cNvSpPr/>
          <p:nvPr/>
        </p:nvSpPr>
        <p:spPr>
          <a:xfrm>
            <a:off x="8977854" y="2108407"/>
            <a:ext cx="1276405" cy="665137"/>
          </a:xfrm>
          <a:prstGeom prst="arc">
            <a:avLst>
              <a:gd name="adj1" fmla="val 373235"/>
              <a:gd name="adj2" fmla="val 1027657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/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blipFill>
                <a:blip r:embed="rId15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/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blipFill>
                <a:blip r:embed="rId16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/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blipFill>
                <a:blip r:embed="rId17"/>
                <a:stretch>
                  <a:fillRect l="-1325" r="-662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/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blipFill>
                <a:blip r:embed="rId18"/>
                <a:stretch>
                  <a:fillRect l="-1333" r="-733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/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blipFill>
                <a:blip r:embed="rId19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/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blipFill>
                <a:blip r:embed="rId20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DB7A8B95-BA99-C7BD-6E37-2B9ACC7B9E51}"/>
              </a:ext>
            </a:extLst>
          </p:cNvPr>
          <p:cNvSpPr txBox="1"/>
          <p:nvPr/>
        </p:nvSpPr>
        <p:spPr>
          <a:xfrm>
            <a:off x="404734" y="4615214"/>
            <a:ext cx="171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 dm</a:t>
            </a:r>
            <a:r>
              <a:rPr lang="es-ES" sz="2400" b="1" baseline="30000" dirty="0"/>
              <a:t>3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03A2836-0318-5FC9-E7F5-B9347E1C6919}"/>
              </a:ext>
            </a:extLst>
          </p:cNvPr>
          <p:cNvCxnSpPr>
            <a:cxnSpLocks/>
          </p:cNvCxnSpPr>
          <p:nvPr/>
        </p:nvCxnSpPr>
        <p:spPr>
          <a:xfrm>
            <a:off x="2364289" y="4652695"/>
            <a:ext cx="0" cy="161998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589993D-A69E-9057-396B-04C806290602}"/>
              </a:ext>
            </a:extLst>
          </p:cNvPr>
          <p:cNvSpPr txBox="1"/>
          <p:nvPr/>
        </p:nvSpPr>
        <p:spPr>
          <a:xfrm>
            <a:off x="1574523" y="527153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94F3153-0D34-F7DF-C822-0EBD58F15CD3}"/>
              </a:ext>
            </a:extLst>
          </p:cNvPr>
          <p:cNvCxnSpPr>
            <a:cxnSpLocks/>
          </p:cNvCxnSpPr>
          <p:nvPr/>
        </p:nvCxnSpPr>
        <p:spPr>
          <a:xfrm>
            <a:off x="2538471" y="6599968"/>
            <a:ext cx="180787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F6B211C-0085-911F-8F74-5AD8CF40F3C8}"/>
              </a:ext>
            </a:extLst>
          </p:cNvPr>
          <p:cNvSpPr txBox="1"/>
          <p:nvPr/>
        </p:nvSpPr>
        <p:spPr>
          <a:xfrm>
            <a:off x="3104037" y="627488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228DAD7-1F9F-EEED-1BB6-3AD4DD8292F1}"/>
              </a:ext>
            </a:extLst>
          </p:cNvPr>
          <p:cNvCxnSpPr>
            <a:cxnSpLocks/>
          </p:cNvCxnSpPr>
          <p:nvPr/>
        </p:nvCxnSpPr>
        <p:spPr>
          <a:xfrm>
            <a:off x="4448060" y="6270236"/>
            <a:ext cx="73053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31B891B-0F5D-14A2-1D0F-327F53436981}"/>
              </a:ext>
            </a:extLst>
          </p:cNvPr>
          <p:cNvCxnSpPr>
            <a:cxnSpLocks/>
          </p:cNvCxnSpPr>
          <p:nvPr/>
        </p:nvCxnSpPr>
        <p:spPr>
          <a:xfrm>
            <a:off x="4964608" y="5783654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E74266-4F35-DB7B-C6FE-4DD6178DE26E}"/>
              </a:ext>
            </a:extLst>
          </p:cNvPr>
          <p:cNvSpPr/>
          <p:nvPr/>
        </p:nvSpPr>
        <p:spPr>
          <a:xfrm>
            <a:off x="5127583" y="5733632"/>
            <a:ext cx="221237" cy="88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85CAE6-98A4-5C42-3CEA-9FC22301E852}"/>
              </a:ext>
            </a:extLst>
          </p:cNvPr>
          <p:cNvSpPr txBox="1"/>
          <p:nvPr/>
        </p:nvSpPr>
        <p:spPr>
          <a:xfrm rot="19172639">
            <a:off x="4678692" y="5661729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593B2FC-EA74-14EE-513E-466F84FE21B5}"/>
              </a:ext>
            </a:extLst>
          </p:cNvPr>
          <p:cNvCxnSpPr>
            <a:cxnSpLocks/>
          </p:cNvCxnSpPr>
          <p:nvPr/>
        </p:nvCxnSpPr>
        <p:spPr>
          <a:xfrm flipV="1">
            <a:off x="4960459" y="5789006"/>
            <a:ext cx="528831" cy="48123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106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unidad de volumen es 1.000 veces mayor que la unidad inmediatamente inferior y equivale a la milésima parte (0,001) de la unidad inmediatamente superior.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52" name="Grupo 451">
            <a:extLst>
              <a:ext uri="{FF2B5EF4-FFF2-40B4-BE49-F238E27FC236}">
                <a16:creationId xmlns:a16="http://schemas.microsoft.com/office/drawing/2014/main" id="{96FFB09B-61C6-3A9E-FB9B-B889CC5A2D47}"/>
              </a:ext>
            </a:extLst>
          </p:cNvPr>
          <p:cNvGrpSpPr/>
          <p:nvPr/>
        </p:nvGrpSpPr>
        <p:grpSpPr>
          <a:xfrm>
            <a:off x="2540790" y="4141500"/>
            <a:ext cx="2370146" cy="2132779"/>
            <a:chOff x="382719" y="2510262"/>
            <a:chExt cx="2370146" cy="2132779"/>
          </a:xfrm>
        </p:grpSpPr>
        <p:sp>
          <p:nvSpPr>
            <p:cNvPr id="328" name="Rectángulo 327">
              <a:extLst>
                <a:ext uri="{FF2B5EF4-FFF2-40B4-BE49-F238E27FC236}">
                  <a16:creationId xmlns:a16="http://schemas.microsoft.com/office/drawing/2014/main" id="{0849EB4C-0F0F-17F0-F8AC-44A8EA2424F4}"/>
                </a:ext>
              </a:extLst>
            </p:cNvPr>
            <p:cNvSpPr/>
            <p:nvPr/>
          </p:nvSpPr>
          <p:spPr>
            <a:xfrm>
              <a:off x="383630" y="2516099"/>
              <a:ext cx="2351771" cy="481708"/>
            </a:xfrm>
            <a:custGeom>
              <a:avLst/>
              <a:gdLst>
                <a:gd name="connsiteX0" fmla="*/ 0 w 1808846"/>
                <a:gd name="connsiteY0" fmla="*/ 0 h 1640583"/>
                <a:gd name="connsiteX1" fmla="*/ 1808846 w 1808846"/>
                <a:gd name="connsiteY1" fmla="*/ 0 h 1640583"/>
                <a:gd name="connsiteX2" fmla="*/ 1808846 w 1808846"/>
                <a:gd name="connsiteY2" fmla="*/ 1640583 h 1640583"/>
                <a:gd name="connsiteX3" fmla="*/ 0 w 1808846"/>
                <a:gd name="connsiteY3" fmla="*/ 1640583 h 1640583"/>
                <a:gd name="connsiteX4" fmla="*/ 0 w 1808846"/>
                <a:gd name="connsiteY4" fmla="*/ 0 h 1640583"/>
                <a:gd name="connsiteX0" fmla="*/ 542925 w 2351771"/>
                <a:gd name="connsiteY0" fmla="*/ 0 h 1640583"/>
                <a:gd name="connsiteX1" fmla="*/ 2351771 w 2351771"/>
                <a:gd name="connsiteY1" fmla="*/ 0 h 1640583"/>
                <a:gd name="connsiteX2" fmla="*/ 2351771 w 2351771"/>
                <a:gd name="connsiteY2" fmla="*/ 1640583 h 1640583"/>
                <a:gd name="connsiteX3" fmla="*/ 0 w 2351771"/>
                <a:gd name="connsiteY3" fmla="*/ 478533 h 1640583"/>
                <a:gd name="connsiteX4" fmla="*/ 542925 w 2351771"/>
                <a:gd name="connsiteY4" fmla="*/ 0 h 1640583"/>
                <a:gd name="connsiteX0" fmla="*/ 542925 w 2351771"/>
                <a:gd name="connsiteY0" fmla="*/ 0 h 481708"/>
                <a:gd name="connsiteX1" fmla="*/ 2351771 w 2351771"/>
                <a:gd name="connsiteY1" fmla="*/ 0 h 481708"/>
                <a:gd name="connsiteX2" fmla="*/ 1821546 w 2351771"/>
                <a:gd name="connsiteY2" fmla="*/ 481708 h 481708"/>
                <a:gd name="connsiteX3" fmla="*/ 0 w 2351771"/>
                <a:gd name="connsiteY3" fmla="*/ 478533 h 481708"/>
                <a:gd name="connsiteX4" fmla="*/ 542925 w 2351771"/>
                <a:gd name="connsiteY4" fmla="*/ 0 h 48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1771" h="481708">
                  <a:moveTo>
                    <a:pt x="542925" y="0"/>
                  </a:moveTo>
                  <a:lnTo>
                    <a:pt x="2351771" y="0"/>
                  </a:lnTo>
                  <a:lnTo>
                    <a:pt x="1821546" y="481708"/>
                  </a:lnTo>
                  <a:lnTo>
                    <a:pt x="0" y="478533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BCE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7" name="Rectángulo 326">
              <a:extLst>
                <a:ext uri="{FF2B5EF4-FFF2-40B4-BE49-F238E27FC236}">
                  <a16:creationId xmlns:a16="http://schemas.microsoft.com/office/drawing/2014/main" id="{1FFE298F-5048-8483-D495-06488BDD20AB}"/>
                </a:ext>
              </a:extLst>
            </p:cNvPr>
            <p:cNvSpPr/>
            <p:nvPr/>
          </p:nvSpPr>
          <p:spPr>
            <a:xfrm>
              <a:off x="2195155" y="2511339"/>
              <a:ext cx="557710" cy="2124770"/>
            </a:xfrm>
            <a:custGeom>
              <a:avLst/>
              <a:gdLst>
                <a:gd name="connsiteX0" fmla="*/ 0 w 1794372"/>
                <a:gd name="connsiteY0" fmla="*/ 0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0 w 1794372"/>
                <a:gd name="connsiteY4" fmla="*/ 0 h 1640583"/>
                <a:gd name="connsiteX0" fmla="*/ 1250950 w 1794372"/>
                <a:gd name="connsiteY0" fmla="*/ 485775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1250950 w 1794372"/>
                <a:gd name="connsiteY4" fmla="*/ 485775 h 1640583"/>
                <a:gd name="connsiteX0" fmla="*/ 0 w 543422"/>
                <a:gd name="connsiteY0" fmla="*/ 485775 h 2120008"/>
                <a:gd name="connsiteX1" fmla="*/ 543422 w 543422"/>
                <a:gd name="connsiteY1" fmla="*/ 0 h 2120008"/>
                <a:gd name="connsiteX2" fmla="*/ 543422 w 543422"/>
                <a:gd name="connsiteY2" fmla="*/ 1640583 h 2120008"/>
                <a:gd name="connsiteX3" fmla="*/ 6350 w 543422"/>
                <a:gd name="connsiteY3" fmla="*/ 2120008 h 2120008"/>
                <a:gd name="connsiteX4" fmla="*/ 0 w 543422"/>
                <a:gd name="connsiteY4" fmla="*/ 485775 h 2120008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43422 w 557710"/>
                <a:gd name="connsiteY2" fmla="*/ 1645345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57709 w 557710"/>
                <a:gd name="connsiteY2" fmla="*/ 1642964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10" h="2124770">
                  <a:moveTo>
                    <a:pt x="0" y="490537"/>
                  </a:moveTo>
                  <a:lnTo>
                    <a:pt x="557710" y="0"/>
                  </a:lnTo>
                  <a:cubicBezTo>
                    <a:pt x="557710" y="547655"/>
                    <a:pt x="557709" y="1095309"/>
                    <a:pt x="557709" y="1642964"/>
                  </a:cubicBezTo>
                  <a:lnTo>
                    <a:pt x="6350" y="2124770"/>
                  </a:lnTo>
                  <a:cubicBezTo>
                    <a:pt x="4233" y="1580026"/>
                    <a:pt x="2117" y="1035281"/>
                    <a:pt x="0" y="490537"/>
                  </a:cubicBezTo>
                  <a:close/>
                </a:path>
              </a:pathLst>
            </a:custGeom>
            <a:solidFill>
              <a:srgbClr val="A2E1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6" name="Rectángulo 325">
              <a:extLst>
                <a:ext uri="{FF2B5EF4-FFF2-40B4-BE49-F238E27FC236}">
                  <a16:creationId xmlns:a16="http://schemas.microsoft.com/office/drawing/2014/main" id="{6B00F06C-6798-83E9-E051-C6A7467532A4}"/>
                </a:ext>
              </a:extLst>
            </p:cNvPr>
            <p:cNvSpPr/>
            <p:nvPr/>
          </p:nvSpPr>
          <p:spPr>
            <a:xfrm>
              <a:off x="382719" y="2996622"/>
              <a:ext cx="1808846" cy="16405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BB0CABAF-6153-1D51-B088-84E846AA63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9533" y="2510262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8" name="Conector recto 237">
              <a:extLst>
                <a:ext uri="{FF2B5EF4-FFF2-40B4-BE49-F238E27FC236}">
                  <a16:creationId xmlns:a16="http://schemas.microsoft.com/office/drawing/2014/main" id="{2C72B60D-2FA0-901F-EDF1-A50E72C8CF6B}"/>
                </a:ext>
              </a:extLst>
            </p:cNvPr>
            <p:cNvCxnSpPr>
              <a:cxnSpLocks/>
            </p:cNvCxnSpPr>
            <p:nvPr/>
          </p:nvCxnSpPr>
          <p:spPr>
            <a:xfrm>
              <a:off x="930534" y="251026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9" name="Conector recto 238">
              <a:extLst>
                <a:ext uri="{FF2B5EF4-FFF2-40B4-BE49-F238E27FC236}">
                  <a16:creationId xmlns:a16="http://schemas.microsoft.com/office/drawing/2014/main" id="{6497A5B6-DFBE-B87F-9443-EF1A45C0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747349" y="251026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38768F11-41F5-F94F-5A4B-0407F7D50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8170" y="4150847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2F62CB71-F500-A8B2-3DA7-CFDC575BD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719" y="2511944"/>
              <a:ext cx="541213" cy="484678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F4A19D46-E4C0-3324-26AA-4D0CFA71D4F5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64304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2" name="Conector recto 321">
              <a:extLst>
                <a:ext uri="{FF2B5EF4-FFF2-40B4-BE49-F238E27FC236}">
                  <a16:creationId xmlns:a16="http://schemas.microsoft.com/office/drawing/2014/main" id="{634459CA-7C18-4737-0814-EE79049CECC9}"/>
                </a:ext>
              </a:extLst>
            </p:cNvPr>
            <p:cNvCxnSpPr>
              <a:cxnSpLocks/>
            </p:cNvCxnSpPr>
            <p:nvPr/>
          </p:nvCxnSpPr>
          <p:spPr>
            <a:xfrm>
              <a:off x="382719" y="3002427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0A6F4156-3481-9B2F-4A66-54D1FBDADCF0}"/>
                </a:ext>
              </a:extLst>
            </p:cNvPr>
            <p:cNvCxnSpPr>
              <a:cxnSpLocks/>
            </p:cNvCxnSpPr>
            <p:nvPr/>
          </p:nvCxnSpPr>
          <p:spPr>
            <a:xfrm>
              <a:off x="2198170" y="300085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4" name="Conector recto 323">
              <a:extLst>
                <a:ext uri="{FF2B5EF4-FFF2-40B4-BE49-F238E27FC236}">
                  <a16:creationId xmlns:a16="http://schemas.microsoft.com/office/drawing/2014/main" id="{4F549B01-7CF9-3A56-DC06-AA8690912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00085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438" name="Imagen 437">
            <a:extLst>
              <a:ext uri="{FF2B5EF4-FFF2-40B4-BE49-F238E27FC236}">
                <a16:creationId xmlns:a16="http://schemas.microsoft.com/office/drawing/2014/main" id="{F5891C83-0BCC-98F5-CA17-937925E80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5993277"/>
            <a:ext cx="2389839" cy="695004"/>
          </a:xfrm>
          <a:prstGeom prst="rect">
            <a:avLst/>
          </a:prstGeom>
        </p:spPr>
      </p:pic>
      <p:pic>
        <p:nvPicPr>
          <p:cNvPr id="437" name="Imagen 436">
            <a:extLst>
              <a:ext uri="{FF2B5EF4-FFF2-40B4-BE49-F238E27FC236}">
                <a16:creationId xmlns:a16="http://schemas.microsoft.com/office/drawing/2014/main" id="{C0C5DA9E-20B2-36DD-E584-5F0A8F37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5710726"/>
            <a:ext cx="2389839" cy="695004"/>
          </a:xfrm>
          <a:prstGeom prst="rect">
            <a:avLst/>
          </a:prstGeom>
        </p:spPr>
      </p:pic>
      <p:pic>
        <p:nvPicPr>
          <p:cNvPr id="436" name="Imagen 435">
            <a:extLst>
              <a:ext uri="{FF2B5EF4-FFF2-40B4-BE49-F238E27FC236}">
                <a16:creationId xmlns:a16="http://schemas.microsoft.com/office/drawing/2014/main" id="{D20D474B-A322-E6D6-5657-DB6E4C76D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5428178"/>
            <a:ext cx="2389839" cy="695004"/>
          </a:xfrm>
          <a:prstGeom prst="rect">
            <a:avLst/>
          </a:prstGeom>
        </p:spPr>
      </p:pic>
      <p:pic>
        <p:nvPicPr>
          <p:cNvPr id="435" name="Imagen 434">
            <a:extLst>
              <a:ext uri="{FF2B5EF4-FFF2-40B4-BE49-F238E27FC236}">
                <a16:creationId xmlns:a16="http://schemas.microsoft.com/office/drawing/2014/main" id="{9F9E4E1B-ED2B-4F88-023B-3DB511A5E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5145630"/>
            <a:ext cx="2389839" cy="695004"/>
          </a:xfrm>
          <a:prstGeom prst="rect">
            <a:avLst/>
          </a:prstGeom>
        </p:spPr>
      </p:pic>
      <p:pic>
        <p:nvPicPr>
          <p:cNvPr id="434" name="Imagen 433">
            <a:extLst>
              <a:ext uri="{FF2B5EF4-FFF2-40B4-BE49-F238E27FC236}">
                <a16:creationId xmlns:a16="http://schemas.microsoft.com/office/drawing/2014/main" id="{9C129CD0-C6E7-7B86-3CF6-655E34AB8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4863082"/>
            <a:ext cx="2389839" cy="695004"/>
          </a:xfrm>
          <a:prstGeom prst="rect">
            <a:avLst/>
          </a:prstGeom>
        </p:spPr>
      </p:pic>
      <p:pic>
        <p:nvPicPr>
          <p:cNvPr id="433" name="Imagen 432">
            <a:extLst>
              <a:ext uri="{FF2B5EF4-FFF2-40B4-BE49-F238E27FC236}">
                <a16:creationId xmlns:a16="http://schemas.microsoft.com/office/drawing/2014/main" id="{609166F5-4714-B8DA-7033-59EDCC03B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4580534"/>
            <a:ext cx="2389839" cy="695004"/>
          </a:xfrm>
          <a:prstGeom prst="rect">
            <a:avLst/>
          </a:prstGeom>
        </p:spPr>
      </p:pic>
      <p:pic>
        <p:nvPicPr>
          <p:cNvPr id="432" name="Imagen 431">
            <a:extLst>
              <a:ext uri="{FF2B5EF4-FFF2-40B4-BE49-F238E27FC236}">
                <a16:creationId xmlns:a16="http://schemas.microsoft.com/office/drawing/2014/main" id="{42C7CCF1-2035-7125-C591-F26FA589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4297986"/>
            <a:ext cx="2389839" cy="695004"/>
          </a:xfrm>
          <a:prstGeom prst="rect">
            <a:avLst/>
          </a:prstGeom>
        </p:spPr>
      </p:pic>
      <p:pic>
        <p:nvPicPr>
          <p:cNvPr id="431" name="Imagen 430">
            <a:extLst>
              <a:ext uri="{FF2B5EF4-FFF2-40B4-BE49-F238E27FC236}">
                <a16:creationId xmlns:a16="http://schemas.microsoft.com/office/drawing/2014/main" id="{0A1C2499-D7C1-9890-1FD1-3C4C2FA12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4015438"/>
            <a:ext cx="2389839" cy="695004"/>
          </a:xfrm>
          <a:prstGeom prst="rect">
            <a:avLst/>
          </a:prstGeom>
        </p:spPr>
      </p:pic>
      <p:pic>
        <p:nvPicPr>
          <p:cNvPr id="430" name="Imagen 429">
            <a:extLst>
              <a:ext uri="{FF2B5EF4-FFF2-40B4-BE49-F238E27FC236}">
                <a16:creationId xmlns:a16="http://schemas.microsoft.com/office/drawing/2014/main" id="{7A0566DA-8894-C033-29B3-D1E02836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732890"/>
            <a:ext cx="2389839" cy="695004"/>
          </a:xfrm>
          <a:prstGeom prst="rect">
            <a:avLst/>
          </a:prstGeom>
        </p:spPr>
      </p:pic>
      <p:pic>
        <p:nvPicPr>
          <p:cNvPr id="429" name="Imagen 428">
            <a:extLst>
              <a:ext uri="{FF2B5EF4-FFF2-40B4-BE49-F238E27FC236}">
                <a16:creationId xmlns:a16="http://schemas.microsoft.com/office/drawing/2014/main" id="{8FE845DB-8224-C2E9-5AF1-6375FC495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5" y="3450342"/>
            <a:ext cx="2389839" cy="69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/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blipFill>
                <a:blip r:embed="rId8"/>
                <a:stretch>
                  <a:fillRect l="-10185" r="-2778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/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h𝑚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blipFill>
                <a:blip r:embed="rId9"/>
                <a:stretch>
                  <a:fillRect l="-10092" r="-1835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/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𝑑𝑎𝑚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blipFill>
                <a:blip r:embed="rId10"/>
                <a:stretch>
                  <a:fillRect l="-7246" r="-2174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/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blipFill>
                <a:blip r:embed="rId11"/>
                <a:stretch>
                  <a:fillRect l="-6173" r="-2469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/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blipFill>
                <a:blip r:embed="rId12"/>
                <a:stretch>
                  <a:fillRect l="-10092" r="-2752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/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blipFill>
                <a:blip r:embed="rId13"/>
                <a:stretch>
                  <a:fillRect l="-4808" r="-1923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/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blipFill>
                <a:blip r:embed="rId14"/>
                <a:stretch>
                  <a:fillRect l="-4878" r="-1626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Arco 445">
            <a:extLst>
              <a:ext uri="{FF2B5EF4-FFF2-40B4-BE49-F238E27FC236}">
                <a16:creationId xmlns:a16="http://schemas.microsoft.com/office/drawing/2014/main" id="{DF279793-D225-8812-8CB5-E5AE77D2A7D4}"/>
              </a:ext>
            </a:extLst>
          </p:cNvPr>
          <p:cNvSpPr/>
          <p:nvPr/>
        </p:nvSpPr>
        <p:spPr>
          <a:xfrm>
            <a:off x="2293976" y="2108407"/>
            <a:ext cx="1276405" cy="665137"/>
          </a:xfrm>
          <a:prstGeom prst="arc">
            <a:avLst>
              <a:gd name="adj1" fmla="val 373235"/>
              <a:gd name="adj2" fmla="val 1054353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7" name="Arco 446">
            <a:extLst>
              <a:ext uri="{FF2B5EF4-FFF2-40B4-BE49-F238E27FC236}">
                <a16:creationId xmlns:a16="http://schemas.microsoft.com/office/drawing/2014/main" id="{D4BBC78A-4FFC-5DF5-532F-F6B373BB4E89}"/>
              </a:ext>
            </a:extLst>
          </p:cNvPr>
          <p:cNvSpPr/>
          <p:nvPr/>
        </p:nvSpPr>
        <p:spPr>
          <a:xfrm>
            <a:off x="3630752" y="2108407"/>
            <a:ext cx="1276405" cy="665137"/>
          </a:xfrm>
          <a:prstGeom prst="arc">
            <a:avLst>
              <a:gd name="adj1" fmla="val 373235"/>
              <a:gd name="adj2" fmla="val 10371813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6" name="Arco 575">
            <a:extLst>
              <a:ext uri="{FF2B5EF4-FFF2-40B4-BE49-F238E27FC236}">
                <a16:creationId xmlns:a16="http://schemas.microsoft.com/office/drawing/2014/main" id="{A56C07C0-1BDF-5567-47A9-D4958F5CDC6D}"/>
              </a:ext>
            </a:extLst>
          </p:cNvPr>
          <p:cNvSpPr/>
          <p:nvPr/>
        </p:nvSpPr>
        <p:spPr>
          <a:xfrm>
            <a:off x="4967528" y="2108407"/>
            <a:ext cx="1276405" cy="665137"/>
          </a:xfrm>
          <a:prstGeom prst="arc">
            <a:avLst>
              <a:gd name="adj1" fmla="val 373235"/>
              <a:gd name="adj2" fmla="val 10386751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7" name="Arco 576">
            <a:extLst>
              <a:ext uri="{FF2B5EF4-FFF2-40B4-BE49-F238E27FC236}">
                <a16:creationId xmlns:a16="http://schemas.microsoft.com/office/drawing/2014/main" id="{E0B377BF-EDD9-7E35-A714-9A7B2FD84623}"/>
              </a:ext>
            </a:extLst>
          </p:cNvPr>
          <p:cNvSpPr/>
          <p:nvPr/>
        </p:nvSpPr>
        <p:spPr>
          <a:xfrm>
            <a:off x="6304304" y="2108407"/>
            <a:ext cx="1276405" cy="665137"/>
          </a:xfrm>
          <a:prstGeom prst="arc">
            <a:avLst>
              <a:gd name="adj1" fmla="val 373235"/>
              <a:gd name="adj2" fmla="val 104038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8" name="Arco 577">
            <a:extLst>
              <a:ext uri="{FF2B5EF4-FFF2-40B4-BE49-F238E27FC236}">
                <a16:creationId xmlns:a16="http://schemas.microsoft.com/office/drawing/2014/main" id="{D7DC8B79-03C3-5626-D253-0A7034D8DC68}"/>
              </a:ext>
            </a:extLst>
          </p:cNvPr>
          <p:cNvSpPr/>
          <p:nvPr/>
        </p:nvSpPr>
        <p:spPr>
          <a:xfrm>
            <a:off x="7641080" y="2108407"/>
            <a:ext cx="1276405" cy="665137"/>
          </a:xfrm>
          <a:prstGeom prst="arc">
            <a:avLst>
              <a:gd name="adj1" fmla="val 373235"/>
              <a:gd name="adj2" fmla="val 105181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9" name="Arco 578">
            <a:extLst>
              <a:ext uri="{FF2B5EF4-FFF2-40B4-BE49-F238E27FC236}">
                <a16:creationId xmlns:a16="http://schemas.microsoft.com/office/drawing/2014/main" id="{EA68B485-0814-50CB-F244-9D7D7C0EC38F}"/>
              </a:ext>
            </a:extLst>
          </p:cNvPr>
          <p:cNvSpPr/>
          <p:nvPr/>
        </p:nvSpPr>
        <p:spPr>
          <a:xfrm>
            <a:off x="8977854" y="2108407"/>
            <a:ext cx="1276405" cy="665137"/>
          </a:xfrm>
          <a:prstGeom prst="arc">
            <a:avLst>
              <a:gd name="adj1" fmla="val 373235"/>
              <a:gd name="adj2" fmla="val 1027657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/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blipFill>
                <a:blip r:embed="rId15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/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blipFill>
                <a:blip r:embed="rId16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/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blipFill>
                <a:blip r:embed="rId17"/>
                <a:stretch>
                  <a:fillRect l="-1325" r="-662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/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blipFill>
                <a:blip r:embed="rId18"/>
                <a:stretch>
                  <a:fillRect l="-1333" r="-733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/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blipFill>
                <a:blip r:embed="rId19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/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blipFill>
                <a:blip r:embed="rId20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9C1327C7-44D7-AD92-8007-6019F508EEEF}"/>
              </a:ext>
            </a:extLst>
          </p:cNvPr>
          <p:cNvSpPr txBox="1"/>
          <p:nvPr/>
        </p:nvSpPr>
        <p:spPr>
          <a:xfrm>
            <a:off x="404734" y="4615214"/>
            <a:ext cx="171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 dm</a:t>
            </a:r>
            <a:r>
              <a:rPr lang="es-ES" sz="2400" b="1" baseline="30000" dirty="0"/>
              <a:t>3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25E8674-7DD5-CD69-B258-5DA7E9225747}"/>
              </a:ext>
            </a:extLst>
          </p:cNvPr>
          <p:cNvCxnSpPr>
            <a:cxnSpLocks/>
          </p:cNvCxnSpPr>
          <p:nvPr/>
        </p:nvCxnSpPr>
        <p:spPr>
          <a:xfrm>
            <a:off x="2364289" y="4652695"/>
            <a:ext cx="0" cy="161998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BBF896A-1C13-AFAC-5D4A-D20594086963}"/>
              </a:ext>
            </a:extLst>
          </p:cNvPr>
          <p:cNvSpPr txBox="1"/>
          <p:nvPr/>
        </p:nvSpPr>
        <p:spPr>
          <a:xfrm>
            <a:off x="1574523" y="527153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6A07D1D-983A-4F34-A565-6057E53B6185}"/>
              </a:ext>
            </a:extLst>
          </p:cNvPr>
          <p:cNvCxnSpPr>
            <a:cxnSpLocks/>
          </p:cNvCxnSpPr>
          <p:nvPr/>
        </p:nvCxnSpPr>
        <p:spPr>
          <a:xfrm>
            <a:off x="2538471" y="6599968"/>
            <a:ext cx="180787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3B0C38D1-8EB7-C6BD-F30D-BDFBB7EB19C1}"/>
              </a:ext>
            </a:extLst>
          </p:cNvPr>
          <p:cNvSpPr txBox="1"/>
          <p:nvPr/>
        </p:nvSpPr>
        <p:spPr>
          <a:xfrm>
            <a:off x="3104037" y="627488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4D1CD-10B4-C923-39F0-CED08AE6BFF6}"/>
              </a:ext>
            </a:extLst>
          </p:cNvPr>
          <p:cNvCxnSpPr>
            <a:cxnSpLocks/>
          </p:cNvCxnSpPr>
          <p:nvPr/>
        </p:nvCxnSpPr>
        <p:spPr>
          <a:xfrm>
            <a:off x="4448060" y="6270236"/>
            <a:ext cx="73053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AF58614-5AE0-985E-6E5D-B07F3607CCC0}"/>
              </a:ext>
            </a:extLst>
          </p:cNvPr>
          <p:cNvCxnSpPr>
            <a:cxnSpLocks/>
          </p:cNvCxnSpPr>
          <p:nvPr/>
        </p:nvCxnSpPr>
        <p:spPr>
          <a:xfrm>
            <a:off x="4964608" y="5783654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9EFAE8-73CE-D7FB-7DD4-54ED428860ED}"/>
              </a:ext>
            </a:extLst>
          </p:cNvPr>
          <p:cNvSpPr/>
          <p:nvPr/>
        </p:nvSpPr>
        <p:spPr>
          <a:xfrm>
            <a:off x="5127583" y="5733632"/>
            <a:ext cx="221237" cy="88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DF8FDC-08DB-1DF2-8B32-8DF97C9804A7}"/>
              </a:ext>
            </a:extLst>
          </p:cNvPr>
          <p:cNvSpPr txBox="1"/>
          <p:nvPr/>
        </p:nvSpPr>
        <p:spPr>
          <a:xfrm rot="19172639">
            <a:off x="4678692" y="5661729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C055E83-2609-0CFA-4878-97AC66DDD821}"/>
              </a:ext>
            </a:extLst>
          </p:cNvPr>
          <p:cNvCxnSpPr>
            <a:cxnSpLocks/>
          </p:cNvCxnSpPr>
          <p:nvPr/>
        </p:nvCxnSpPr>
        <p:spPr>
          <a:xfrm flipV="1">
            <a:off x="4960459" y="5789006"/>
            <a:ext cx="528831" cy="48123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85966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6" name="Conector recto 595">
            <a:extLst>
              <a:ext uri="{FF2B5EF4-FFF2-40B4-BE49-F238E27FC236}">
                <a16:creationId xmlns:a16="http://schemas.microsoft.com/office/drawing/2014/main" id="{67E3A842-748F-2E59-CED6-0F63CB6182FF}"/>
              </a:ext>
            </a:extLst>
          </p:cNvPr>
          <p:cNvCxnSpPr>
            <a:cxnSpLocks/>
          </p:cNvCxnSpPr>
          <p:nvPr/>
        </p:nvCxnSpPr>
        <p:spPr>
          <a:xfrm>
            <a:off x="9242169" y="5770540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ector recto 598">
            <a:extLst>
              <a:ext uri="{FF2B5EF4-FFF2-40B4-BE49-F238E27FC236}">
                <a16:creationId xmlns:a16="http://schemas.microsoft.com/office/drawing/2014/main" id="{D6045E49-ED6C-D206-2E15-0CB8A2986588}"/>
              </a:ext>
            </a:extLst>
          </p:cNvPr>
          <p:cNvCxnSpPr>
            <a:cxnSpLocks/>
          </p:cNvCxnSpPr>
          <p:nvPr/>
        </p:nvCxnSpPr>
        <p:spPr>
          <a:xfrm>
            <a:off x="8718265" y="6261540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Rectángulo 599">
            <a:extLst>
              <a:ext uri="{FF2B5EF4-FFF2-40B4-BE49-F238E27FC236}">
                <a16:creationId xmlns:a16="http://schemas.microsoft.com/office/drawing/2014/main" id="{1881D2C0-4EE3-7D0E-1E14-BE4E8B91297B}"/>
              </a:ext>
            </a:extLst>
          </p:cNvPr>
          <p:cNvSpPr/>
          <p:nvPr/>
        </p:nvSpPr>
        <p:spPr>
          <a:xfrm>
            <a:off x="9426575" y="5720518"/>
            <a:ext cx="221237" cy="88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unidad de volumen es 1.000 veces mayor que la unidad inmediatamente inferior y equivale a la milésima parte (0,001) de la unidad inmediatamente superior.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52" name="Grupo 451">
            <a:extLst>
              <a:ext uri="{FF2B5EF4-FFF2-40B4-BE49-F238E27FC236}">
                <a16:creationId xmlns:a16="http://schemas.microsoft.com/office/drawing/2014/main" id="{96FFB09B-61C6-3A9E-FB9B-B889CC5A2D47}"/>
              </a:ext>
            </a:extLst>
          </p:cNvPr>
          <p:cNvGrpSpPr/>
          <p:nvPr/>
        </p:nvGrpSpPr>
        <p:grpSpPr>
          <a:xfrm>
            <a:off x="2540790" y="4141500"/>
            <a:ext cx="2370146" cy="2132779"/>
            <a:chOff x="382719" y="2510262"/>
            <a:chExt cx="2370146" cy="2132779"/>
          </a:xfrm>
        </p:grpSpPr>
        <p:sp>
          <p:nvSpPr>
            <p:cNvPr id="328" name="Rectángulo 327">
              <a:extLst>
                <a:ext uri="{FF2B5EF4-FFF2-40B4-BE49-F238E27FC236}">
                  <a16:creationId xmlns:a16="http://schemas.microsoft.com/office/drawing/2014/main" id="{0849EB4C-0F0F-17F0-F8AC-44A8EA2424F4}"/>
                </a:ext>
              </a:extLst>
            </p:cNvPr>
            <p:cNvSpPr/>
            <p:nvPr/>
          </p:nvSpPr>
          <p:spPr>
            <a:xfrm>
              <a:off x="383630" y="2516099"/>
              <a:ext cx="2351771" cy="481708"/>
            </a:xfrm>
            <a:custGeom>
              <a:avLst/>
              <a:gdLst>
                <a:gd name="connsiteX0" fmla="*/ 0 w 1808846"/>
                <a:gd name="connsiteY0" fmla="*/ 0 h 1640583"/>
                <a:gd name="connsiteX1" fmla="*/ 1808846 w 1808846"/>
                <a:gd name="connsiteY1" fmla="*/ 0 h 1640583"/>
                <a:gd name="connsiteX2" fmla="*/ 1808846 w 1808846"/>
                <a:gd name="connsiteY2" fmla="*/ 1640583 h 1640583"/>
                <a:gd name="connsiteX3" fmla="*/ 0 w 1808846"/>
                <a:gd name="connsiteY3" fmla="*/ 1640583 h 1640583"/>
                <a:gd name="connsiteX4" fmla="*/ 0 w 1808846"/>
                <a:gd name="connsiteY4" fmla="*/ 0 h 1640583"/>
                <a:gd name="connsiteX0" fmla="*/ 542925 w 2351771"/>
                <a:gd name="connsiteY0" fmla="*/ 0 h 1640583"/>
                <a:gd name="connsiteX1" fmla="*/ 2351771 w 2351771"/>
                <a:gd name="connsiteY1" fmla="*/ 0 h 1640583"/>
                <a:gd name="connsiteX2" fmla="*/ 2351771 w 2351771"/>
                <a:gd name="connsiteY2" fmla="*/ 1640583 h 1640583"/>
                <a:gd name="connsiteX3" fmla="*/ 0 w 2351771"/>
                <a:gd name="connsiteY3" fmla="*/ 478533 h 1640583"/>
                <a:gd name="connsiteX4" fmla="*/ 542925 w 2351771"/>
                <a:gd name="connsiteY4" fmla="*/ 0 h 1640583"/>
                <a:gd name="connsiteX0" fmla="*/ 542925 w 2351771"/>
                <a:gd name="connsiteY0" fmla="*/ 0 h 481708"/>
                <a:gd name="connsiteX1" fmla="*/ 2351771 w 2351771"/>
                <a:gd name="connsiteY1" fmla="*/ 0 h 481708"/>
                <a:gd name="connsiteX2" fmla="*/ 1821546 w 2351771"/>
                <a:gd name="connsiteY2" fmla="*/ 481708 h 481708"/>
                <a:gd name="connsiteX3" fmla="*/ 0 w 2351771"/>
                <a:gd name="connsiteY3" fmla="*/ 478533 h 481708"/>
                <a:gd name="connsiteX4" fmla="*/ 542925 w 2351771"/>
                <a:gd name="connsiteY4" fmla="*/ 0 h 48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1771" h="481708">
                  <a:moveTo>
                    <a:pt x="542925" y="0"/>
                  </a:moveTo>
                  <a:lnTo>
                    <a:pt x="2351771" y="0"/>
                  </a:lnTo>
                  <a:lnTo>
                    <a:pt x="1821546" y="481708"/>
                  </a:lnTo>
                  <a:lnTo>
                    <a:pt x="0" y="478533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BCE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7" name="Rectángulo 326">
              <a:extLst>
                <a:ext uri="{FF2B5EF4-FFF2-40B4-BE49-F238E27FC236}">
                  <a16:creationId xmlns:a16="http://schemas.microsoft.com/office/drawing/2014/main" id="{1FFE298F-5048-8483-D495-06488BDD20AB}"/>
                </a:ext>
              </a:extLst>
            </p:cNvPr>
            <p:cNvSpPr/>
            <p:nvPr/>
          </p:nvSpPr>
          <p:spPr>
            <a:xfrm>
              <a:off x="2195155" y="2511339"/>
              <a:ext cx="557710" cy="2124770"/>
            </a:xfrm>
            <a:custGeom>
              <a:avLst/>
              <a:gdLst>
                <a:gd name="connsiteX0" fmla="*/ 0 w 1794372"/>
                <a:gd name="connsiteY0" fmla="*/ 0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0 w 1794372"/>
                <a:gd name="connsiteY4" fmla="*/ 0 h 1640583"/>
                <a:gd name="connsiteX0" fmla="*/ 1250950 w 1794372"/>
                <a:gd name="connsiteY0" fmla="*/ 485775 h 1640583"/>
                <a:gd name="connsiteX1" fmla="*/ 1794372 w 1794372"/>
                <a:gd name="connsiteY1" fmla="*/ 0 h 1640583"/>
                <a:gd name="connsiteX2" fmla="*/ 1794372 w 1794372"/>
                <a:gd name="connsiteY2" fmla="*/ 1640583 h 1640583"/>
                <a:gd name="connsiteX3" fmla="*/ 0 w 1794372"/>
                <a:gd name="connsiteY3" fmla="*/ 1640583 h 1640583"/>
                <a:gd name="connsiteX4" fmla="*/ 1250950 w 1794372"/>
                <a:gd name="connsiteY4" fmla="*/ 485775 h 1640583"/>
                <a:gd name="connsiteX0" fmla="*/ 0 w 543422"/>
                <a:gd name="connsiteY0" fmla="*/ 485775 h 2120008"/>
                <a:gd name="connsiteX1" fmla="*/ 543422 w 543422"/>
                <a:gd name="connsiteY1" fmla="*/ 0 h 2120008"/>
                <a:gd name="connsiteX2" fmla="*/ 543422 w 543422"/>
                <a:gd name="connsiteY2" fmla="*/ 1640583 h 2120008"/>
                <a:gd name="connsiteX3" fmla="*/ 6350 w 543422"/>
                <a:gd name="connsiteY3" fmla="*/ 2120008 h 2120008"/>
                <a:gd name="connsiteX4" fmla="*/ 0 w 543422"/>
                <a:gd name="connsiteY4" fmla="*/ 485775 h 2120008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43422 w 557710"/>
                <a:gd name="connsiteY2" fmla="*/ 1645345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  <a:gd name="connsiteX0" fmla="*/ 0 w 557710"/>
                <a:gd name="connsiteY0" fmla="*/ 490537 h 2124770"/>
                <a:gd name="connsiteX1" fmla="*/ 557710 w 557710"/>
                <a:gd name="connsiteY1" fmla="*/ 0 h 2124770"/>
                <a:gd name="connsiteX2" fmla="*/ 557709 w 557710"/>
                <a:gd name="connsiteY2" fmla="*/ 1642964 h 2124770"/>
                <a:gd name="connsiteX3" fmla="*/ 6350 w 557710"/>
                <a:gd name="connsiteY3" fmla="*/ 2124770 h 2124770"/>
                <a:gd name="connsiteX4" fmla="*/ 0 w 557710"/>
                <a:gd name="connsiteY4" fmla="*/ 490537 h 212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10" h="2124770">
                  <a:moveTo>
                    <a:pt x="0" y="490537"/>
                  </a:moveTo>
                  <a:lnTo>
                    <a:pt x="557710" y="0"/>
                  </a:lnTo>
                  <a:cubicBezTo>
                    <a:pt x="557710" y="547655"/>
                    <a:pt x="557709" y="1095309"/>
                    <a:pt x="557709" y="1642964"/>
                  </a:cubicBezTo>
                  <a:lnTo>
                    <a:pt x="6350" y="2124770"/>
                  </a:lnTo>
                  <a:cubicBezTo>
                    <a:pt x="4233" y="1580026"/>
                    <a:pt x="2117" y="1035281"/>
                    <a:pt x="0" y="490537"/>
                  </a:cubicBezTo>
                  <a:close/>
                </a:path>
              </a:pathLst>
            </a:custGeom>
            <a:solidFill>
              <a:srgbClr val="A2E1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6" name="Rectángulo 325">
              <a:extLst>
                <a:ext uri="{FF2B5EF4-FFF2-40B4-BE49-F238E27FC236}">
                  <a16:creationId xmlns:a16="http://schemas.microsoft.com/office/drawing/2014/main" id="{6B00F06C-6798-83E9-E051-C6A7467532A4}"/>
                </a:ext>
              </a:extLst>
            </p:cNvPr>
            <p:cNvSpPr/>
            <p:nvPr/>
          </p:nvSpPr>
          <p:spPr>
            <a:xfrm>
              <a:off x="382719" y="2996622"/>
              <a:ext cx="1808846" cy="16405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BB0CABAF-6153-1D51-B088-84E846AA63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9533" y="2510262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8" name="Conector recto 237">
              <a:extLst>
                <a:ext uri="{FF2B5EF4-FFF2-40B4-BE49-F238E27FC236}">
                  <a16:creationId xmlns:a16="http://schemas.microsoft.com/office/drawing/2014/main" id="{2C72B60D-2FA0-901F-EDF1-A50E72C8CF6B}"/>
                </a:ext>
              </a:extLst>
            </p:cNvPr>
            <p:cNvCxnSpPr>
              <a:cxnSpLocks/>
            </p:cNvCxnSpPr>
            <p:nvPr/>
          </p:nvCxnSpPr>
          <p:spPr>
            <a:xfrm>
              <a:off x="930534" y="251026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9" name="Conector recto 238">
              <a:extLst>
                <a:ext uri="{FF2B5EF4-FFF2-40B4-BE49-F238E27FC236}">
                  <a16:creationId xmlns:a16="http://schemas.microsoft.com/office/drawing/2014/main" id="{6497A5B6-DFBE-B87F-9443-EF1A45C0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747349" y="251026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38768F11-41F5-F94F-5A4B-0407F7D50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8170" y="4150847"/>
              <a:ext cx="547815" cy="49059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2F62CB71-F500-A8B2-3DA7-CFDC575BD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719" y="2511944"/>
              <a:ext cx="541213" cy="484678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F4A19D46-E4C0-3324-26AA-4D0CFA71D4F5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4643041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2" name="Conector recto 321">
              <a:extLst>
                <a:ext uri="{FF2B5EF4-FFF2-40B4-BE49-F238E27FC236}">
                  <a16:creationId xmlns:a16="http://schemas.microsoft.com/office/drawing/2014/main" id="{634459CA-7C18-4737-0814-EE79049CECC9}"/>
                </a:ext>
              </a:extLst>
            </p:cNvPr>
            <p:cNvCxnSpPr>
              <a:cxnSpLocks/>
            </p:cNvCxnSpPr>
            <p:nvPr/>
          </p:nvCxnSpPr>
          <p:spPr>
            <a:xfrm>
              <a:off x="382719" y="3002427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0A6F4156-3481-9B2F-4A66-54D1FBDADCF0}"/>
                </a:ext>
              </a:extLst>
            </p:cNvPr>
            <p:cNvCxnSpPr>
              <a:cxnSpLocks/>
            </p:cNvCxnSpPr>
            <p:nvPr/>
          </p:nvCxnSpPr>
          <p:spPr>
            <a:xfrm>
              <a:off x="2198170" y="3000852"/>
              <a:ext cx="0" cy="1640585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4" name="Conector recto 323">
              <a:extLst>
                <a:ext uri="{FF2B5EF4-FFF2-40B4-BE49-F238E27FC236}">
                  <a16:creationId xmlns:a16="http://schemas.microsoft.com/office/drawing/2014/main" id="{4F549B01-7CF9-3A56-DC06-AA8690912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6117" y="3000852"/>
              <a:ext cx="1812053" cy="0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438" name="Imagen 437">
            <a:extLst>
              <a:ext uri="{FF2B5EF4-FFF2-40B4-BE49-F238E27FC236}">
                <a16:creationId xmlns:a16="http://schemas.microsoft.com/office/drawing/2014/main" id="{F5891C83-0BCC-98F5-CA17-937925E80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5574777"/>
            <a:ext cx="2389839" cy="695004"/>
          </a:xfrm>
          <a:prstGeom prst="rect">
            <a:avLst/>
          </a:prstGeom>
        </p:spPr>
      </p:pic>
      <p:pic>
        <p:nvPicPr>
          <p:cNvPr id="437" name="Imagen 436">
            <a:extLst>
              <a:ext uri="{FF2B5EF4-FFF2-40B4-BE49-F238E27FC236}">
                <a16:creationId xmlns:a16="http://schemas.microsoft.com/office/drawing/2014/main" id="{C0C5DA9E-20B2-36DD-E584-5F0A8F37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5414626"/>
            <a:ext cx="2389839" cy="695004"/>
          </a:xfrm>
          <a:prstGeom prst="rect">
            <a:avLst/>
          </a:prstGeom>
        </p:spPr>
      </p:pic>
      <p:pic>
        <p:nvPicPr>
          <p:cNvPr id="436" name="Imagen 435">
            <a:extLst>
              <a:ext uri="{FF2B5EF4-FFF2-40B4-BE49-F238E27FC236}">
                <a16:creationId xmlns:a16="http://schemas.microsoft.com/office/drawing/2014/main" id="{D20D474B-A322-E6D6-5657-DB6E4C76D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5254476"/>
            <a:ext cx="2389839" cy="695004"/>
          </a:xfrm>
          <a:prstGeom prst="rect">
            <a:avLst/>
          </a:prstGeom>
        </p:spPr>
      </p:pic>
      <p:pic>
        <p:nvPicPr>
          <p:cNvPr id="435" name="Imagen 434">
            <a:extLst>
              <a:ext uri="{FF2B5EF4-FFF2-40B4-BE49-F238E27FC236}">
                <a16:creationId xmlns:a16="http://schemas.microsoft.com/office/drawing/2014/main" id="{9F9E4E1B-ED2B-4F88-023B-3DB511A5E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5094326"/>
            <a:ext cx="2389839" cy="695004"/>
          </a:xfrm>
          <a:prstGeom prst="rect">
            <a:avLst/>
          </a:prstGeom>
        </p:spPr>
      </p:pic>
      <p:pic>
        <p:nvPicPr>
          <p:cNvPr id="434" name="Imagen 433">
            <a:extLst>
              <a:ext uri="{FF2B5EF4-FFF2-40B4-BE49-F238E27FC236}">
                <a16:creationId xmlns:a16="http://schemas.microsoft.com/office/drawing/2014/main" id="{9C129CD0-C6E7-7B86-3CF6-655E34AB8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4934176"/>
            <a:ext cx="2389839" cy="695004"/>
          </a:xfrm>
          <a:prstGeom prst="rect">
            <a:avLst/>
          </a:prstGeom>
        </p:spPr>
      </p:pic>
      <p:pic>
        <p:nvPicPr>
          <p:cNvPr id="433" name="Imagen 432">
            <a:extLst>
              <a:ext uri="{FF2B5EF4-FFF2-40B4-BE49-F238E27FC236}">
                <a16:creationId xmlns:a16="http://schemas.microsoft.com/office/drawing/2014/main" id="{609166F5-4714-B8DA-7033-59EDCC03B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4774026"/>
            <a:ext cx="2389839" cy="695004"/>
          </a:xfrm>
          <a:prstGeom prst="rect">
            <a:avLst/>
          </a:prstGeom>
        </p:spPr>
      </p:pic>
      <p:pic>
        <p:nvPicPr>
          <p:cNvPr id="432" name="Imagen 431">
            <a:extLst>
              <a:ext uri="{FF2B5EF4-FFF2-40B4-BE49-F238E27FC236}">
                <a16:creationId xmlns:a16="http://schemas.microsoft.com/office/drawing/2014/main" id="{42C7CCF1-2035-7125-C591-F26FA589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4613876"/>
            <a:ext cx="2389839" cy="695004"/>
          </a:xfrm>
          <a:prstGeom prst="rect">
            <a:avLst/>
          </a:prstGeom>
        </p:spPr>
      </p:pic>
      <p:pic>
        <p:nvPicPr>
          <p:cNvPr id="431" name="Imagen 430">
            <a:extLst>
              <a:ext uri="{FF2B5EF4-FFF2-40B4-BE49-F238E27FC236}">
                <a16:creationId xmlns:a16="http://schemas.microsoft.com/office/drawing/2014/main" id="{0A1C2499-D7C1-9890-1FD1-3C4C2FA12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4453726"/>
            <a:ext cx="2389839" cy="695004"/>
          </a:xfrm>
          <a:prstGeom prst="rect">
            <a:avLst/>
          </a:prstGeom>
        </p:spPr>
      </p:pic>
      <p:pic>
        <p:nvPicPr>
          <p:cNvPr id="430" name="Imagen 429">
            <a:extLst>
              <a:ext uri="{FF2B5EF4-FFF2-40B4-BE49-F238E27FC236}">
                <a16:creationId xmlns:a16="http://schemas.microsoft.com/office/drawing/2014/main" id="{7A0566DA-8894-C033-29B3-D1E02836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4293576"/>
            <a:ext cx="2389839" cy="695004"/>
          </a:xfrm>
          <a:prstGeom prst="rect">
            <a:avLst/>
          </a:prstGeom>
        </p:spPr>
      </p:pic>
      <p:pic>
        <p:nvPicPr>
          <p:cNvPr id="429" name="Imagen 428">
            <a:extLst>
              <a:ext uri="{FF2B5EF4-FFF2-40B4-BE49-F238E27FC236}">
                <a16:creationId xmlns:a16="http://schemas.microsoft.com/office/drawing/2014/main" id="{8FE845DB-8224-C2E9-5AF1-6375FC495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94" y="4133426"/>
            <a:ext cx="2389839" cy="69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/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39" name="CuadroTexto 438">
                <a:extLst>
                  <a:ext uri="{FF2B5EF4-FFF2-40B4-BE49-F238E27FC236}">
                    <a16:creationId xmlns:a16="http://schemas.microsoft.com/office/drawing/2014/main" id="{064913C7-AF60-5D9D-7DA1-B7A099FE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31" y="2098477"/>
                <a:ext cx="660822" cy="369332"/>
              </a:xfrm>
              <a:prstGeom prst="rect">
                <a:avLst/>
              </a:prstGeom>
              <a:blipFill>
                <a:blip r:embed="rId8"/>
                <a:stretch>
                  <a:fillRect l="-10185" r="-2778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/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h𝑚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0" name="CuadroTexto 439">
                <a:extLst>
                  <a:ext uri="{FF2B5EF4-FFF2-40B4-BE49-F238E27FC236}">
                    <a16:creationId xmlns:a16="http://schemas.microsoft.com/office/drawing/2014/main" id="{11AC2256-7A94-E01A-3A83-0640940A4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689" y="2098477"/>
                <a:ext cx="662425" cy="369332"/>
              </a:xfrm>
              <a:prstGeom prst="rect">
                <a:avLst/>
              </a:prstGeom>
              <a:blipFill>
                <a:blip r:embed="rId9"/>
                <a:stretch>
                  <a:fillRect l="-10092" r="-1835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/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𝑑𝑎𝑚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1" name="CuadroTexto 440">
                <a:extLst>
                  <a:ext uri="{FF2B5EF4-FFF2-40B4-BE49-F238E27FC236}">
                    <a16:creationId xmlns:a16="http://schemas.microsoft.com/office/drawing/2014/main" id="{4A12946B-6D25-979A-3539-3C526FF6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250" y="2098477"/>
                <a:ext cx="840358" cy="369332"/>
              </a:xfrm>
              <a:prstGeom prst="rect">
                <a:avLst/>
              </a:prstGeom>
              <a:blipFill>
                <a:blip r:embed="rId10"/>
                <a:stretch>
                  <a:fillRect l="-7246" r="-2174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/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2" name="CuadroTexto 441">
                <a:extLst>
                  <a:ext uri="{FF2B5EF4-FFF2-40B4-BE49-F238E27FC236}">
                    <a16:creationId xmlns:a16="http://schemas.microsoft.com/office/drawing/2014/main" id="{85266675-4F93-E9CD-C58E-AE092E66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744" y="2098477"/>
                <a:ext cx="490904" cy="369332"/>
              </a:xfrm>
              <a:prstGeom prst="rect">
                <a:avLst/>
              </a:prstGeom>
              <a:blipFill>
                <a:blip r:embed="rId11"/>
                <a:stretch>
                  <a:fillRect l="-6173" r="-2469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/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3" name="CuadroTexto 442">
                <a:extLst>
                  <a:ext uri="{FF2B5EF4-FFF2-40B4-BE49-F238E27FC236}">
                    <a16:creationId xmlns:a16="http://schemas.microsoft.com/office/drawing/2014/main" id="{13C2AA98-81E9-9BF7-AEB9-198D4FFD3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784" y="2098477"/>
                <a:ext cx="668836" cy="369332"/>
              </a:xfrm>
              <a:prstGeom prst="rect">
                <a:avLst/>
              </a:prstGeom>
              <a:blipFill>
                <a:blip r:embed="rId12"/>
                <a:stretch>
                  <a:fillRect l="-10092" r="-2752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/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4" name="CuadroTexto 443">
                <a:extLst>
                  <a:ext uri="{FF2B5EF4-FFF2-40B4-BE49-F238E27FC236}">
                    <a16:creationId xmlns:a16="http://schemas.microsoft.com/office/drawing/2014/main" id="{8E167627-C82E-0351-1F32-A3C2A0C7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756" y="2098477"/>
                <a:ext cx="631968" cy="369332"/>
              </a:xfrm>
              <a:prstGeom prst="rect">
                <a:avLst/>
              </a:prstGeom>
              <a:blipFill>
                <a:blip r:embed="rId13"/>
                <a:stretch>
                  <a:fillRect l="-4808" r="-1923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/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5" name="CuadroTexto 444">
                <a:extLst>
                  <a:ext uri="{FF2B5EF4-FFF2-40B4-BE49-F238E27FC236}">
                    <a16:creationId xmlns:a16="http://schemas.microsoft.com/office/drawing/2014/main" id="{A32A085B-9EC4-7103-EDB5-274B03091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858" y="2098477"/>
                <a:ext cx="748988" cy="369332"/>
              </a:xfrm>
              <a:prstGeom prst="rect">
                <a:avLst/>
              </a:prstGeom>
              <a:blipFill>
                <a:blip r:embed="rId14"/>
                <a:stretch>
                  <a:fillRect l="-4878" r="-1626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Arco 445">
            <a:extLst>
              <a:ext uri="{FF2B5EF4-FFF2-40B4-BE49-F238E27FC236}">
                <a16:creationId xmlns:a16="http://schemas.microsoft.com/office/drawing/2014/main" id="{DF279793-D225-8812-8CB5-E5AE77D2A7D4}"/>
              </a:ext>
            </a:extLst>
          </p:cNvPr>
          <p:cNvSpPr/>
          <p:nvPr/>
        </p:nvSpPr>
        <p:spPr>
          <a:xfrm>
            <a:off x="2293976" y="2108407"/>
            <a:ext cx="1276405" cy="665137"/>
          </a:xfrm>
          <a:prstGeom prst="arc">
            <a:avLst>
              <a:gd name="adj1" fmla="val 373235"/>
              <a:gd name="adj2" fmla="val 1054353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7" name="Arco 446">
            <a:extLst>
              <a:ext uri="{FF2B5EF4-FFF2-40B4-BE49-F238E27FC236}">
                <a16:creationId xmlns:a16="http://schemas.microsoft.com/office/drawing/2014/main" id="{D4BBC78A-4FFC-5DF5-532F-F6B373BB4E89}"/>
              </a:ext>
            </a:extLst>
          </p:cNvPr>
          <p:cNvSpPr/>
          <p:nvPr/>
        </p:nvSpPr>
        <p:spPr>
          <a:xfrm>
            <a:off x="3630752" y="2108407"/>
            <a:ext cx="1276405" cy="665137"/>
          </a:xfrm>
          <a:prstGeom prst="arc">
            <a:avLst>
              <a:gd name="adj1" fmla="val 373235"/>
              <a:gd name="adj2" fmla="val 10371813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6" name="Arco 575">
            <a:extLst>
              <a:ext uri="{FF2B5EF4-FFF2-40B4-BE49-F238E27FC236}">
                <a16:creationId xmlns:a16="http://schemas.microsoft.com/office/drawing/2014/main" id="{A56C07C0-1BDF-5567-47A9-D4958F5CDC6D}"/>
              </a:ext>
            </a:extLst>
          </p:cNvPr>
          <p:cNvSpPr/>
          <p:nvPr/>
        </p:nvSpPr>
        <p:spPr>
          <a:xfrm>
            <a:off x="4967528" y="2108407"/>
            <a:ext cx="1276405" cy="665137"/>
          </a:xfrm>
          <a:prstGeom prst="arc">
            <a:avLst>
              <a:gd name="adj1" fmla="val 373235"/>
              <a:gd name="adj2" fmla="val 10386751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7" name="Arco 576">
            <a:extLst>
              <a:ext uri="{FF2B5EF4-FFF2-40B4-BE49-F238E27FC236}">
                <a16:creationId xmlns:a16="http://schemas.microsoft.com/office/drawing/2014/main" id="{E0B377BF-EDD9-7E35-A714-9A7B2FD84623}"/>
              </a:ext>
            </a:extLst>
          </p:cNvPr>
          <p:cNvSpPr/>
          <p:nvPr/>
        </p:nvSpPr>
        <p:spPr>
          <a:xfrm>
            <a:off x="6304304" y="2108407"/>
            <a:ext cx="1276405" cy="665137"/>
          </a:xfrm>
          <a:prstGeom prst="arc">
            <a:avLst>
              <a:gd name="adj1" fmla="val 373235"/>
              <a:gd name="adj2" fmla="val 104038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8" name="Arco 577">
            <a:extLst>
              <a:ext uri="{FF2B5EF4-FFF2-40B4-BE49-F238E27FC236}">
                <a16:creationId xmlns:a16="http://schemas.microsoft.com/office/drawing/2014/main" id="{D7DC8B79-03C3-5626-D253-0A7034D8DC68}"/>
              </a:ext>
            </a:extLst>
          </p:cNvPr>
          <p:cNvSpPr/>
          <p:nvPr/>
        </p:nvSpPr>
        <p:spPr>
          <a:xfrm>
            <a:off x="7641080" y="2108407"/>
            <a:ext cx="1276405" cy="665137"/>
          </a:xfrm>
          <a:prstGeom prst="arc">
            <a:avLst>
              <a:gd name="adj1" fmla="val 373235"/>
              <a:gd name="adj2" fmla="val 1051811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9" name="Arco 578">
            <a:extLst>
              <a:ext uri="{FF2B5EF4-FFF2-40B4-BE49-F238E27FC236}">
                <a16:creationId xmlns:a16="http://schemas.microsoft.com/office/drawing/2014/main" id="{EA68B485-0814-50CB-F244-9D7D7C0EC38F}"/>
              </a:ext>
            </a:extLst>
          </p:cNvPr>
          <p:cNvSpPr/>
          <p:nvPr/>
        </p:nvSpPr>
        <p:spPr>
          <a:xfrm>
            <a:off x="8977854" y="2108407"/>
            <a:ext cx="1276405" cy="665137"/>
          </a:xfrm>
          <a:prstGeom prst="arc">
            <a:avLst>
              <a:gd name="adj1" fmla="val 373235"/>
              <a:gd name="adj2" fmla="val 1027657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/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5" name="CuadroTexto 584">
                <a:extLst>
                  <a:ext uri="{FF2B5EF4-FFF2-40B4-BE49-F238E27FC236}">
                    <a16:creationId xmlns:a16="http://schemas.microsoft.com/office/drawing/2014/main" id="{D7054A80-0AFA-7852-CF3E-02A51FE5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266" y="2790592"/>
                <a:ext cx="919611" cy="369332"/>
              </a:xfrm>
              <a:prstGeom prst="rect">
                <a:avLst/>
              </a:prstGeom>
              <a:blipFill>
                <a:blip r:embed="rId15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/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6" name="CuadroTexto 585">
                <a:extLst>
                  <a:ext uri="{FF2B5EF4-FFF2-40B4-BE49-F238E27FC236}">
                    <a16:creationId xmlns:a16="http://schemas.microsoft.com/office/drawing/2014/main" id="{937EA4DE-7F80-35D1-71C0-2ADA741F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63" y="2790592"/>
                <a:ext cx="919611" cy="369332"/>
              </a:xfrm>
              <a:prstGeom prst="rect">
                <a:avLst/>
              </a:prstGeom>
              <a:blipFill>
                <a:blip r:embed="rId16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/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7" name="CuadroTexto 586">
                <a:extLst>
                  <a:ext uri="{FF2B5EF4-FFF2-40B4-BE49-F238E27FC236}">
                    <a16:creationId xmlns:a16="http://schemas.microsoft.com/office/drawing/2014/main" id="{10AC6DF2-D39D-8C82-918A-B35FB6DD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460" y="2790592"/>
                <a:ext cx="919611" cy="369332"/>
              </a:xfrm>
              <a:prstGeom prst="rect">
                <a:avLst/>
              </a:prstGeom>
              <a:blipFill>
                <a:blip r:embed="rId17"/>
                <a:stretch>
                  <a:fillRect l="-1325" r="-662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/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8" name="CuadroTexto 587">
                <a:extLst>
                  <a:ext uri="{FF2B5EF4-FFF2-40B4-BE49-F238E27FC236}">
                    <a16:creationId xmlns:a16="http://schemas.microsoft.com/office/drawing/2014/main" id="{9734BE9A-C6F9-1C34-7AFE-2C3AC5656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57" y="2790592"/>
                <a:ext cx="919611" cy="369332"/>
              </a:xfrm>
              <a:prstGeom prst="rect">
                <a:avLst/>
              </a:prstGeom>
              <a:blipFill>
                <a:blip r:embed="rId18"/>
                <a:stretch>
                  <a:fillRect l="-1333" r="-7333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/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89" name="CuadroTexto 588">
                <a:extLst>
                  <a:ext uri="{FF2B5EF4-FFF2-40B4-BE49-F238E27FC236}">
                    <a16:creationId xmlns:a16="http://schemas.microsoft.com/office/drawing/2014/main" id="{4CAF9A20-767C-34D5-54B3-22227AD9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654" y="2790592"/>
                <a:ext cx="919611" cy="369332"/>
              </a:xfrm>
              <a:prstGeom prst="rect">
                <a:avLst/>
              </a:prstGeom>
              <a:blipFill>
                <a:blip r:embed="rId19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/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90" name="CuadroTexto 589">
                <a:extLst>
                  <a:ext uri="{FF2B5EF4-FFF2-40B4-BE49-F238E27FC236}">
                    <a16:creationId xmlns:a16="http://schemas.microsoft.com/office/drawing/2014/main" id="{B5AF1B58-DE6B-740C-81F7-77AF6F42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252" y="2790592"/>
                <a:ext cx="919611" cy="369332"/>
              </a:xfrm>
              <a:prstGeom prst="rect">
                <a:avLst/>
              </a:prstGeom>
              <a:blipFill>
                <a:blip r:embed="rId20"/>
                <a:stretch>
                  <a:fillRect l="-662" r="-7285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1" name="Conector recto de flecha 590">
            <a:extLst>
              <a:ext uri="{FF2B5EF4-FFF2-40B4-BE49-F238E27FC236}">
                <a16:creationId xmlns:a16="http://schemas.microsoft.com/office/drawing/2014/main" id="{2C7DD71D-6A3B-0A75-F05D-DCD9FF6FFA29}"/>
              </a:ext>
            </a:extLst>
          </p:cNvPr>
          <p:cNvCxnSpPr>
            <a:cxnSpLocks/>
          </p:cNvCxnSpPr>
          <p:nvPr/>
        </p:nvCxnSpPr>
        <p:spPr>
          <a:xfrm flipV="1">
            <a:off x="9181639" y="5776969"/>
            <a:ext cx="567676" cy="48851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ector recto de flecha 591">
            <a:extLst>
              <a:ext uri="{FF2B5EF4-FFF2-40B4-BE49-F238E27FC236}">
                <a16:creationId xmlns:a16="http://schemas.microsoft.com/office/drawing/2014/main" id="{0F296F8E-CDEA-63A4-9173-6C34F66FEF60}"/>
              </a:ext>
            </a:extLst>
          </p:cNvPr>
          <p:cNvCxnSpPr>
            <a:cxnSpLocks/>
          </p:cNvCxnSpPr>
          <p:nvPr/>
        </p:nvCxnSpPr>
        <p:spPr>
          <a:xfrm>
            <a:off x="6825543" y="6583698"/>
            <a:ext cx="180787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CuadroTexto 592">
            <a:extLst>
              <a:ext uri="{FF2B5EF4-FFF2-40B4-BE49-F238E27FC236}">
                <a16:creationId xmlns:a16="http://schemas.microsoft.com/office/drawing/2014/main" id="{8B4A1C1E-4A6E-2163-24C6-7DD2114C7073}"/>
              </a:ext>
            </a:extLst>
          </p:cNvPr>
          <p:cNvSpPr txBox="1"/>
          <p:nvPr/>
        </p:nvSpPr>
        <p:spPr>
          <a:xfrm>
            <a:off x="7359006" y="625861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594" name="CuadroTexto 593">
            <a:extLst>
              <a:ext uri="{FF2B5EF4-FFF2-40B4-BE49-F238E27FC236}">
                <a16:creationId xmlns:a16="http://schemas.microsoft.com/office/drawing/2014/main" id="{BEA61CC1-5B69-C6EE-F449-08AF236232FF}"/>
              </a:ext>
            </a:extLst>
          </p:cNvPr>
          <p:cNvSpPr txBox="1"/>
          <p:nvPr/>
        </p:nvSpPr>
        <p:spPr>
          <a:xfrm rot="19172639">
            <a:off x="8907607" y="5726730"/>
            <a:ext cx="86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 cm</a:t>
            </a:r>
          </a:p>
        </p:txBody>
      </p:sp>
      <p:cxnSp>
        <p:nvCxnSpPr>
          <p:cNvPr id="601" name="Conector recto de flecha 600">
            <a:extLst>
              <a:ext uri="{FF2B5EF4-FFF2-40B4-BE49-F238E27FC236}">
                <a16:creationId xmlns:a16="http://schemas.microsoft.com/office/drawing/2014/main" id="{8AF486A5-C603-AC2E-0211-F5FD632BA63D}"/>
              </a:ext>
            </a:extLst>
          </p:cNvPr>
          <p:cNvCxnSpPr>
            <a:cxnSpLocks/>
          </p:cNvCxnSpPr>
          <p:nvPr/>
        </p:nvCxnSpPr>
        <p:spPr>
          <a:xfrm>
            <a:off x="6710322" y="4645493"/>
            <a:ext cx="0" cy="161998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CuadroTexto 603">
            <a:extLst>
              <a:ext uri="{FF2B5EF4-FFF2-40B4-BE49-F238E27FC236}">
                <a16:creationId xmlns:a16="http://schemas.microsoft.com/office/drawing/2014/main" id="{CA611BF6-7806-E540-B42D-A4BD70299B9E}"/>
              </a:ext>
            </a:extLst>
          </p:cNvPr>
          <p:cNvSpPr txBox="1"/>
          <p:nvPr/>
        </p:nvSpPr>
        <p:spPr>
          <a:xfrm>
            <a:off x="5895262" y="5271810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605" name="CuadroTexto 604">
            <a:extLst>
              <a:ext uri="{FF2B5EF4-FFF2-40B4-BE49-F238E27FC236}">
                <a16:creationId xmlns:a16="http://schemas.microsoft.com/office/drawing/2014/main" id="{A64B0DF1-915B-4FA3-6B47-C5A37DFEAA00}"/>
              </a:ext>
            </a:extLst>
          </p:cNvPr>
          <p:cNvSpPr txBox="1"/>
          <p:nvPr/>
        </p:nvSpPr>
        <p:spPr>
          <a:xfrm>
            <a:off x="9426575" y="4725506"/>
            <a:ext cx="171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1000 cm</a:t>
            </a:r>
            <a:r>
              <a:rPr lang="es-ES" sz="2400" b="1" baseline="30000" dirty="0"/>
              <a:t>3</a:t>
            </a:r>
          </a:p>
        </p:txBody>
      </p:sp>
      <p:sp>
        <p:nvSpPr>
          <p:cNvPr id="606" name="CuadroTexto 605">
            <a:extLst>
              <a:ext uri="{FF2B5EF4-FFF2-40B4-BE49-F238E27FC236}">
                <a16:creationId xmlns:a16="http://schemas.microsoft.com/office/drawing/2014/main" id="{4B283829-EE4A-85B7-69E5-3348D8E8AFED}"/>
              </a:ext>
            </a:extLst>
          </p:cNvPr>
          <p:cNvSpPr txBox="1"/>
          <p:nvPr/>
        </p:nvSpPr>
        <p:spPr>
          <a:xfrm>
            <a:off x="404734" y="4615214"/>
            <a:ext cx="171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 dm</a:t>
            </a:r>
            <a:r>
              <a:rPr lang="es-ES" sz="2400" b="1" baseline="30000" dirty="0"/>
              <a:t>3</a:t>
            </a:r>
          </a:p>
        </p:txBody>
      </p:sp>
      <p:cxnSp>
        <p:nvCxnSpPr>
          <p:cNvPr id="607" name="Conector recto de flecha 606">
            <a:extLst>
              <a:ext uri="{FF2B5EF4-FFF2-40B4-BE49-F238E27FC236}">
                <a16:creationId xmlns:a16="http://schemas.microsoft.com/office/drawing/2014/main" id="{83F384E9-C68D-D3A5-6A74-2906322E5580}"/>
              </a:ext>
            </a:extLst>
          </p:cNvPr>
          <p:cNvCxnSpPr>
            <a:cxnSpLocks/>
          </p:cNvCxnSpPr>
          <p:nvPr/>
        </p:nvCxnSpPr>
        <p:spPr>
          <a:xfrm>
            <a:off x="2364289" y="4652695"/>
            <a:ext cx="0" cy="161998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CuadroTexto 607">
            <a:extLst>
              <a:ext uri="{FF2B5EF4-FFF2-40B4-BE49-F238E27FC236}">
                <a16:creationId xmlns:a16="http://schemas.microsoft.com/office/drawing/2014/main" id="{6EC2D7D6-4B2C-E6BB-44D8-1FFB82756D76}"/>
              </a:ext>
            </a:extLst>
          </p:cNvPr>
          <p:cNvSpPr txBox="1"/>
          <p:nvPr/>
        </p:nvSpPr>
        <p:spPr>
          <a:xfrm>
            <a:off x="1574523" y="527153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609" name="Conector recto de flecha 608">
            <a:extLst>
              <a:ext uri="{FF2B5EF4-FFF2-40B4-BE49-F238E27FC236}">
                <a16:creationId xmlns:a16="http://schemas.microsoft.com/office/drawing/2014/main" id="{E2A66C16-20F9-4547-6BC2-0B9227DF47A6}"/>
              </a:ext>
            </a:extLst>
          </p:cNvPr>
          <p:cNvCxnSpPr>
            <a:cxnSpLocks/>
          </p:cNvCxnSpPr>
          <p:nvPr/>
        </p:nvCxnSpPr>
        <p:spPr>
          <a:xfrm>
            <a:off x="2538471" y="6599968"/>
            <a:ext cx="180787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CuadroTexto 609">
            <a:extLst>
              <a:ext uri="{FF2B5EF4-FFF2-40B4-BE49-F238E27FC236}">
                <a16:creationId xmlns:a16="http://schemas.microsoft.com/office/drawing/2014/main" id="{B06BBD44-4F44-6AEC-4641-801A0F5B0518}"/>
              </a:ext>
            </a:extLst>
          </p:cNvPr>
          <p:cNvSpPr txBox="1"/>
          <p:nvPr/>
        </p:nvSpPr>
        <p:spPr>
          <a:xfrm>
            <a:off x="3104037" y="6274888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611" name="Conector recto 610">
            <a:extLst>
              <a:ext uri="{FF2B5EF4-FFF2-40B4-BE49-F238E27FC236}">
                <a16:creationId xmlns:a16="http://schemas.microsoft.com/office/drawing/2014/main" id="{D7936CB8-DAAE-57B8-BD76-283FDC1061D1}"/>
              </a:ext>
            </a:extLst>
          </p:cNvPr>
          <p:cNvCxnSpPr>
            <a:cxnSpLocks/>
          </p:cNvCxnSpPr>
          <p:nvPr/>
        </p:nvCxnSpPr>
        <p:spPr>
          <a:xfrm>
            <a:off x="4448060" y="6270236"/>
            <a:ext cx="73053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ector recto 611">
            <a:extLst>
              <a:ext uri="{FF2B5EF4-FFF2-40B4-BE49-F238E27FC236}">
                <a16:creationId xmlns:a16="http://schemas.microsoft.com/office/drawing/2014/main" id="{9A3FC4C6-3AA3-9C20-CA56-82C8B39F7E92}"/>
              </a:ext>
            </a:extLst>
          </p:cNvPr>
          <p:cNvCxnSpPr>
            <a:cxnSpLocks/>
          </p:cNvCxnSpPr>
          <p:nvPr/>
        </p:nvCxnSpPr>
        <p:spPr>
          <a:xfrm>
            <a:off x="4964608" y="5783654"/>
            <a:ext cx="65113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ectángulo 612">
            <a:extLst>
              <a:ext uri="{FF2B5EF4-FFF2-40B4-BE49-F238E27FC236}">
                <a16:creationId xmlns:a16="http://schemas.microsoft.com/office/drawing/2014/main" id="{3872CCBB-74AC-1DE7-3A86-6BC3CFEFDF14}"/>
              </a:ext>
            </a:extLst>
          </p:cNvPr>
          <p:cNvSpPr/>
          <p:nvPr/>
        </p:nvSpPr>
        <p:spPr>
          <a:xfrm>
            <a:off x="5127583" y="5733632"/>
            <a:ext cx="221237" cy="88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4" name="CuadroTexto 613">
            <a:extLst>
              <a:ext uri="{FF2B5EF4-FFF2-40B4-BE49-F238E27FC236}">
                <a16:creationId xmlns:a16="http://schemas.microsoft.com/office/drawing/2014/main" id="{921CE5F6-0E28-9331-6530-34B2587860DD}"/>
              </a:ext>
            </a:extLst>
          </p:cNvPr>
          <p:cNvSpPr txBox="1"/>
          <p:nvPr/>
        </p:nvSpPr>
        <p:spPr>
          <a:xfrm rot="19172639">
            <a:off x="4678692" y="5661729"/>
            <a:ext cx="98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dm</a:t>
            </a:r>
          </a:p>
        </p:txBody>
      </p:sp>
      <p:cxnSp>
        <p:nvCxnSpPr>
          <p:cNvPr id="615" name="Conector recto de flecha 614">
            <a:extLst>
              <a:ext uri="{FF2B5EF4-FFF2-40B4-BE49-F238E27FC236}">
                <a16:creationId xmlns:a16="http://schemas.microsoft.com/office/drawing/2014/main" id="{E5923837-1287-031D-17C7-DC1CFBF43CC3}"/>
              </a:ext>
            </a:extLst>
          </p:cNvPr>
          <p:cNvCxnSpPr>
            <a:cxnSpLocks/>
          </p:cNvCxnSpPr>
          <p:nvPr/>
        </p:nvCxnSpPr>
        <p:spPr>
          <a:xfrm flipV="1">
            <a:off x="4960459" y="5789006"/>
            <a:ext cx="528831" cy="48123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" grpId="0" animBg="1"/>
      <p:bldP spid="593" grpId="0"/>
      <p:bldP spid="594" grpId="0"/>
      <p:bldP spid="604" grpId="0"/>
      <p:bldP spid="60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2D72AEF-EB7F-4F03-A82C-DE811B0282D9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0 - Medida del volumen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1. Unidad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2EA8C65-D617-4C79-B3D3-0FD2D47E8F6C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2F9233D-29E6-4047-A106-33AB5A17451C}:26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8306300-E326-42FA-A3BE-E55ECB71C0FF}:26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8CC6D9D-C50C-4E91-84FC-E2A4006E82D4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262</Words>
  <Application>Microsoft Office PowerPoint</Application>
  <PresentationFormat>Panorámica</PresentationFormat>
  <Paragraphs>87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Unidades</dc:title>
  <dc:creator>Illán Linos Souto</dc:creator>
  <cp:lastModifiedBy>Illán Linos</cp:lastModifiedBy>
  <cp:revision>68</cp:revision>
  <dcterms:created xsi:type="dcterms:W3CDTF">2024-08-18T18:48:07Z</dcterms:created>
  <dcterms:modified xsi:type="dcterms:W3CDTF">2025-11-18T13:16:06Z</dcterms:modified>
</cp:coreProperties>
</file>
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  <a:srgbClr val="A7FFE9"/>
    <a:srgbClr val="DB96FF"/>
    <a:srgbClr val="FFE249"/>
    <a:srgbClr val="BCEAFA"/>
    <a:srgbClr val="B4E8FA"/>
    <a:srgbClr val="C9EEFB"/>
    <a:srgbClr val="A2E1F8"/>
    <a:srgbClr val="EF4246"/>
    <a:srgbClr val="BCC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21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B6DBE-1D4C-4109-B004-13A54473114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4BF45-98EA-425E-9AC0-5A4D03F947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49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04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4BF45-98EA-425E-9AC0-5A4D03F9479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857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54613"/>
            <a:ext cx="11121832" cy="39611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2615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función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</a:t>
            </a:r>
            <a:r>
              <a:rPr lang="es-ES" sz="2000" b="1" i="1" dirty="0"/>
              <a:t>, </a:t>
            </a:r>
            <a:r>
              <a:rPr lang="es-ES" sz="2000" b="1" dirty="0"/>
              <a:t>en la que el valor de </a:t>
            </a:r>
            <a:r>
              <a:rPr lang="es-ES" sz="2000" b="1" i="1" dirty="0"/>
              <a:t>y </a:t>
            </a:r>
            <a:r>
              <a:rPr lang="es-ES" sz="2000" b="1" dirty="0"/>
              <a:t>no depende de </a:t>
            </a:r>
            <a:r>
              <a:rPr lang="es-ES" sz="2000" b="1" i="1" dirty="0"/>
              <a:t>x</a:t>
            </a:r>
            <a:r>
              <a:rPr lang="es-ES" sz="2000" b="1" dirty="0"/>
              <a:t>,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constante</a:t>
            </a:r>
            <a:r>
              <a:rPr lang="es-ES" sz="2000" b="1" dirty="0"/>
              <a:t>.</a:t>
            </a:r>
            <a:endParaRPr lang="es-ES" sz="4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AF0D1B50-38B6-8F54-2C95-0561C03E4969}"/>
              </a:ext>
            </a:extLst>
          </p:cNvPr>
          <p:cNvSpPr/>
          <p:nvPr/>
        </p:nvSpPr>
        <p:spPr>
          <a:xfrm>
            <a:off x="535084" y="1571260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A6211F1-5755-CF0B-7259-BA3D66A3E4A7}"/>
              </a:ext>
            </a:extLst>
          </p:cNvPr>
          <p:cNvSpPr txBox="1"/>
          <p:nvPr/>
        </p:nvSpPr>
        <p:spPr>
          <a:xfrm>
            <a:off x="535084" y="1574903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Se representa por una recta paralela al eje </a:t>
            </a:r>
            <a:r>
              <a:rPr lang="es-ES" sz="2000" b="1" i="1" dirty="0"/>
              <a:t>X</a:t>
            </a:r>
            <a:r>
              <a:rPr lang="es-ES" sz="2000" b="1" dirty="0"/>
              <a:t>, a una distancia </a:t>
            </a:r>
            <a:r>
              <a:rPr lang="es-ES" sz="2000" b="1" i="1" dirty="0"/>
              <a:t>k </a:t>
            </a:r>
            <a:r>
              <a:rPr lang="es-ES" sz="2000" b="1" dirty="0"/>
              <a:t>de este.</a:t>
            </a:r>
            <a:endParaRPr lang="es-ES" sz="5400" b="1" dirty="0"/>
          </a:p>
        </p:txBody>
      </p: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36FDEF2C-F98E-0C5A-E335-6EE63960B74B}"/>
              </a:ext>
            </a:extLst>
          </p:cNvPr>
          <p:cNvGrpSpPr/>
          <p:nvPr/>
        </p:nvGrpSpPr>
        <p:grpSpPr>
          <a:xfrm>
            <a:off x="3029005" y="2393699"/>
            <a:ext cx="4334932" cy="3543805"/>
            <a:chOff x="3029005" y="2393699"/>
            <a:chExt cx="4334932" cy="3543805"/>
          </a:xfrm>
        </p:grpSpPr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005A433E-4B46-1825-327D-605C25C048A6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258819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2F544E33-2266-A669-24CE-27F43CF581BA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033740"/>
              <a:ext cx="43198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1C0752D6-D3DA-FA36-88B4-FA26A734A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4044" y="4806861"/>
              <a:ext cx="4319815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cto 129">
              <a:extLst>
                <a:ext uri="{FF2B5EF4-FFF2-40B4-BE49-F238E27FC236}">
                  <a16:creationId xmlns:a16="http://schemas.microsoft.com/office/drawing/2014/main" id="{CBCD1122-8822-F71B-CC05-1C0F22EF803B}"/>
                </a:ext>
              </a:extLst>
            </p:cNvPr>
            <p:cNvCxnSpPr>
              <a:cxnSpLocks/>
            </p:cNvCxnSpPr>
            <p:nvPr/>
          </p:nvCxnSpPr>
          <p:spPr>
            <a:xfrm>
              <a:off x="3029005" y="5937504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4FB91286-B608-EF65-566F-5168AAC814C0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712335"/>
              <a:ext cx="4329892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8112B99C-7903-63DD-7A21-38C13D94C91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08002" y="3329523"/>
              <a:ext cx="0" cy="431186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813B2956-CDDA-ACC5-D200-3320CE42B9C7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5485910"/>
              <a:ext cx="216671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D96945D9-F6EF-3C00-0197-CD299B46F1E1}"/>
                </a:ext>
              </a:extLst>
            </p:cNvPr>
            <p:cNvCxnSpPr>
              <a:cxnSpLocks/>
            </p:cNvCxnSpPr>
            <p:nvPr/>
          </p:nvCxnSpPr>
          <p:spPr>
            <a:xfrm>
              <a:off x="3034044" y="2404426"/>
              <a:ext cx="0" cy="353307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40928303-A945-4459-59A5-E2D63BB164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323855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128CE909-B3EF-7FFA-5A55-573C108FBC2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99566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BFDD2E69-C263-95EA-8C07-1D9988AF10D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75277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632B647-5B3A-49D1-0F21-712521E109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50988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5B1A7EE8-3331-2438-03D6-8395F861E35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26700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5DF21155-BB7F-4953-27B9-C662702310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202411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D5923F70-4A4B-C77C-C9BD-EB1D2075EF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178122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7546C3FE-3BD8-142D-8FAF-9B4B5D1A9F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153833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E2B797FF-7E36-A176-1605-2E1E91F84EC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117222" y="131517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12621722-53A5-C0AE-1D31-0FBB3204F2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323708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7715245-A25F-4859-8468-809D9D13020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99419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9B83473-A14D-AE9E-EB91-8654B7D36D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75130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ABDFE03-9963-A09E-348B-A459ADFDDDF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50841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8D142CA-718C-1A69-E193-F6D30B5C595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26552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01F36BCB-9EB4-8234-4B03-46102F0D2C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202264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EA9F8A3-17E5-0F05-FA27-327F31BE21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177975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2E5E1775-A433-0394-D531-6A0C37625F4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153686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7DF842C-0003-E494-5966-0361F85D73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131369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7AB2D3CD-F040-B5C9-BAFC-B1F747AF8CA2}"/>
                </a:ext>
              </a:extLst>
            </p:cNvPr>
            <p:cNvCxnSpPr>
              <a:cxnSpLocks/>
            </p:cNvCxnSpPr>
            <p:nvPr/>
          </p:nvCxnSpPr>
          <p:spPr>
            <a:xfrm>
              <a:off x="3280110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53E327E0-21A7-FD55-458B-EEADBE186964}"/>
                </a:ext>
              </a:extLst>
            </p:cNvPr>
            <p:cNvCxnSpPr>
              <a:cxnSpLocks/>
            </p:cNvCxnSpPr>
            <p:nvPr/>
          </p:nvCxnSpPr>
          <p:spPr>
            <a:xfrm>
              <a:off x="3522998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B9F23C6A-940B-D713-CC10-DA5B2C94984B}"/>
                </a:ext>
              </a:extLst>
            </p:cNvPr>
            <p:cNvCxnSpPr>
              <a:cxnSpLocks/>
            </p:cNvCxnSpPr>
            <p:nvPr/>
          </p:nvCxnSpPr>
          <p:spPr>
            <a:xfrm>
              <a:off x="3765887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06DD7069-05C0-23DE-88A0-DFA110E584B4}"/>
                </a:ext>
              </a:extLst>
            </p:cNvPr>
            <p:cNvCxnSpPr>
              <a:cxnSpLocks/>
            </p:cNvCxnSpPr>
            <p:nvPr/>
          </p:nvCxnSpPr>
          <p:spPr>
            <a:xfrm>
              <a:off x="4008776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8C9C1A5D-6318-5258-2487-1E7A32A107E1}"/>
                </a:ext>
              </a:extLst>
            </p:cNvPr>
            <p:cNvCxnSpPr>
              <a:cxnSpLocks/>
            </p:cNvCxnSpPr>
            <p:nvPr/>
          </p:nvCxnSpPr>
          <p:spPr>
            <a:xfrm>
              <a:off x="4251665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85F0F51D-20D4-9608-D359-47E2F55D2AFF}"/>
                </a:ext>
              </a:extLst>
            </p:cNvPr>
            <p:cNvCxnSpPr>
              <a:cxnSpLocks/>
            </p:cNvCxnSpPr>
            <p:nvPr/>
          </p:nvCxnSpPr>
          <p:spPr>
            <a:xfrm>
              <a:off x="4494554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67D77128-5A76-00CE-23E1-04F54A2144F3}"/>
                </a:ext>
              </a:extLst>
            </p:cNvPr>
            <p:cNvCxnSpPr>
              <a:cxnSpLocks/>
            </p:cNvCxnSpPr>
            <p:nvPr/>
          </p:nvCxnSpPr>
          <p:spPr>
            <a:xfrm>
              <a:off x="4737443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7F42B41D-6C1B-7B0D-C44D-DD2F3732880E}"/>
                </a:ext>
              </a:extLst>
            </p:cNvPr>
            <p:cNvCxnSpPr>
              <a:cxnSpLocks/>
            </p:cNvCxnSpPr>
            <p:nvPr/>
          </p:nvCxnSpPr>
          <p:spPr>
            <a:xfrm>
              <a:off x="4980330" y="2401948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624E4721-CF03-8677-D222-476B26E726BD}"/>
                </a:ext>
              </a:extLst>
            </p:cNvPr>
            <p:cNvCxnSpPr>
              <a:cxnSpLocks/>
            </p:cNvCxnSpPr>
            <p:nvPr/>
          </p:nvCxnSpPr>
          <p:spPr>
            <a:xfrm>
              <a:off x="5446825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A853622A-8368-9A0D-9BF9-2CD3E7F2CEBA}"/>
                </a:ext>
              </a:extLst>
            </p:cNvPr>
            <p:cNvCxnSpPr>
              <a:cxnSpLocks/>
            </p:cNvCxnSpPr>
            <p:nvPr/>
          </p:nvCxnSpPr>
          <p:spPr>
            <a:xfrm>
              <a:off x="5689713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F266EDB-F1B9-59FF-5E2E-7C9D6BB54BF1}"/>
                </a:ext>
              </a:extLst>
            </p:cNvPr>
            <p:cNvCxnSpPr>
              <a:cxnSpLocks/>
            </p:cNvCxnSpPr>
            <p:nvPr/>
          </p:nvCxnSpPr>
          <p:spPr>
            <a:xfrm>
              <a:off x="5932602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EBD51884-6A85-B80F-F9C0-2C6C1AB58268}"/>
                </a:ext>
              </a:extLst>
            </p:cNvPr>
            <p:cNvCxnSpPr>
              <a:cxnSpLocks/>
            </p:cNvCxnSpPr>
            <p:nvPr/>
          </p:nvCxnSpPr>
          <p:spPr>
            <a:xfrm>
              <a:off x="6175491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5FBC8E1F-75A9-5815-AC57-CADB55CE9CC5}"/>
                </a:ext>
              </a:extLst>
            </p:cNvPr>
            <p:cNvCxnSpPr>
              <a:cxnSpLocks/>
            </p:cNvCxnSpPr>
            <p:nvPr/>
          </p:nvCxnSpPr>
          <p:spPr>
            <a:xfrm>
              <a:off x="6418380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A189FE8-8A0E-B067-1B71-E935A1343291}"/>
                </a:ext>
              </a:extLst>
            </p:cNvPr>
            <p:cNvCxnSpPr>
              <a:cxnSpLocks/>
            </p:cNvCxnSpPr>
            <p:nvPr/>
          </p:nvCxnSpPr>
          <p:spPr>
            <a:xfrm>
              <a:off x="6661269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AE3BFD8-DB0F-AF88-05A1-727B5DA41495}"/>
                </a:ext>
              </a:extLst>
            </p:cNvPr>
            <p:cNvCxnSpPr>
              <a:cxnSpLocks/>
            </p:cNvCxnSpPr>
            <p:nvPr/>
          </p:nvCxnSpPr>
          <p:spPr>
            <a:xfrm>
              <a:off x="6904158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6BE96F1-92C4-EF7A-4A05-30A15DE89496}"/>
                </a:ext>
              </a:extLst>
            </p:cNvPr>
            <p:cNvCxnSpPr>
              <a:cxnSpLocks/>
            </p:cNvCxnSpPr>
            <p:nvPr/>
          </p:nvCxnSpPr>
          <p:spPr>
            <a:xfrm>
              <a:off x="7147045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FBE9566-D202-4A2F-AC41-49467625C83A}"/>
                </a:ext>
              </a:extLst>
            </p:cNvPr>
            <p:cNvCxnSpPr>
              <a:cxnSpLocks/>
            </p:cNvCxnSpPr>
            <p:nvPr/>
          </p:nvCxnSpPr>
          <p:spPr>
            <a:xfrm>
              <a:off x="7363937" y="2399971"/>
              <a:ext cx="0" cy="3531098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/>
              <p:nvPr/>
            </p:nvSpPr>
            <p:spPr>
              <a:xfrm>
                <a:off x="7530623" y="2679492"/>
                <a:ext cx="1052631" cy="360515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=3,5</m:t>
                    </m:r>
                  </m:oMath>
                </a14:m>
                <a:r>
                  <a:rPr lang="es-E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5" name="Rectángulo: esquinas redondeadas 114">
                <a:extLst>
                  <a:ext uri="{FF2B5EF4-FFF2-40B4-BE49-F238E27FC236}">
                    <a16:creationId xmlns:a16="http://schemas.microsoft.com/office/drawing/2014/main" id="{0293645C-55DA-1963-58A0-7257D35E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23" y="2679492"/>
                <a:ext cx="1052631" cy="360515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8065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10F421E2-FBE6-D692-152D-6096E0121471}"/>
              </a:ext>
            </a:extLst>
          </p:cNvPr>
          <p:cNvCxnSpPr>
            <a:cxnSpLocks/>
          </p:cNvCxnSpPr>
          <p:nvPr/>
        </p:nvCxnSpPr>
        <p:spPr>
          <a:xfrm>
            <a:off x="3034044" y="2864513"/>
            <a:ext cx="4329892" cy="0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01279272-1074-CEB0-A5E1-113794578ED0}"/>
              </a:ext>
            </a:extLst>
          </p:cNvPr>
          <p:cNvCxnSpPr>
            <a:cxnSpLocks/>
          </p:cNvCxnSpPr>
          <p:nvPr/>
        </p:nvCxnSpPr>
        <p:spPr>
          <a:xfrm>
            <a:off x="3034044" y="3586713"/>
            <a:ext cx="4329892" cy="0"/>
          </a:xfrm>
          <a:prstGeom prst="line">
            <a:avLst/>
          </a:prstGeom>
          <a:ln w="19050"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1A7EAFA3-F513-A5C1-E7DB-267CD9BC8F83}"/>
              </a:ext>
            </a:extLst>
          </p:cNvPr>
          <p:cNvCxnSpPr>
            <a:cxnSpLocks/>
          </p:cNvCxnSpPr>
          <p:nvPr/>
        </p:nvCxnSpPr>
        <p:spPr>
          <a:xfrm>
            <a:off x="3034044" y="5930666"/>
            <a:ext cx="4329892" cy="0"/>
          </a:xfrm>
          <a:prstGeom prst="line">
            <a:avLst/>
          </a:prstGeom>
          <a:ln w="19050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35A77DE0-8CCF-6EDA-8D47-DCCD6295BB33}"/>
              </a:ext>
            </a:extLst>
          </p:cNvPr>
          <p:cNvGrpSpPr/>
          <p:nvPr/>
        </p:nvGrpSpPr>
        <p:grpSpPr>
          <a:xfrm>
            <a:off x="2967800" y="2399972"/>
            <a:ext cx="4396137" cy="3766132"/>
            <a:chOff x="2967800" y="2399972"/>
            <a:chExt cx="4396137" cy="3766132"/>
          </a:xfrm>
        </p:grpSpPr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2C357BF-D18E-7700-FAFA-49AEC048F89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283937" y="347997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56FB316-DFA9-FCBF-7A9A-565605461928}"/>
                </a:ext>
              </a:extLst>
            </p:cNvPr>
            <p:cNvSpPr txBox="1"/>
            <p:nvPr/>
          </p:nvSpPr>
          <p:spPr>
            <a:xfrm>
              <a:off x="5613512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30545AF0-D51C-F289-A9EB-F1E426A2CF4B}"/>
                </a:ext>
              </a:extLst>
            </p:cNvPr>
            <p:cNvSpPr txBox="1"/>
            <p:nvPr/>
          </p:nvSpPr>
          <p:spPr>
            <a:xfrm>
              <a:off x="6099292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723C5312-1CFF-CC98-3DA7-33B987F7CC9C}"/>
                </a:ext>
              </a:extLst>
            </p:cNvPr>
            <p:cNvSpPr txBox="1"/>
            <p:nvPr/>
          </p:nvSpPr>
          <p:spPr>
            <a:xfrm>
              <a:off x="6585068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CD9EC0CC-A2F9-CD49-D9A3-DEF4F56FC5A1}"/>
                </a:ext>
              </a:extLst>
            </p:cNvPr>
            <p:cNvSpPr txBox="1"/>
            <p:nvPr/>
          </p:nvSpPr>
          <p:spPr>
            <a:xfrm>
              <a:off x="7070844" y="4533976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A3E2831D-FE8E-449F-EE57-8F4AB2792D48}"/>
                </a:ext>
              </a:extLst>
            </p:cNvPr>
            <p:cNvCxnSpPr>
              <a:cxnSpLocks/>
            </p:cNvCxnSpPr>
            <p:nvPr/>
          </p:nvCxnSpPr>
          <p:spPr>
            <a:xfrm>
              <a:off x="5689712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D77AE5B-0790-7149-997F-745A67BD5E02}"/>
                </a:ext>
              </a:extLst>
            </p:cNvPr>
            <p:cNvCxnSpPr>
              <a:cxnSpLocks/>
            </p:cNvCxnSpPr>
            <p:nvPr/>
          </p:nvCxnSpPr>
          <p:spPr>
            <a:xfrm>
              <a:off x="7147044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AE979AFF-2780-99DD-DA20-B2378A4F8647}"/>
                </a:ext>
              </a:extLst>
            </p:cNvPr>
            <p:cNvCxnSpPr>
              <a:cxnSpLocks/>
            </p:cNvCxnSpPr>
            <p:nvPr/>
          </p:nvCxnSpPr>
          <p:spPr>
            <a:xfrm>
              <a:off x="6175491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9E1611C-C378-7CD8-ADCF-4FC2755F6291}"/>
                </a:ext>
              </a:extLst>
            </p:cNvPr>
            <p:cNvCxnSpPr>
              <a:cxnSpLocks/>
            </p:cNvCxnSpPr>
            <p:nvPr/>
          </p:nvCxnSpPr>
          <p:spPr>
            <a:xfrm>
              <a:off x="6661268" y="45047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9D803D3-54A0-E3E1-F7FB-992670AAF43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2566672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BDF610C-E5E9-B3A8-9BDA-EEF92034157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402400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DDA9100E-3264-03E6-DEE9-6DF3E0950A9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305245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12D484FE-D590-19FF-9710-A0EA3CDF52E4}"/>
                </a:ext>
              </a:extLst>
            </p:cNvPr>
            <p:cNvSpPr txBox="1"/>
            <p:nvPr/>
          </p:nvSpPr>
          <p:spPr>
            <a:xfrm>
              <a:off x="4983880" y="3884527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4FBE374A-9B69-B156-261B-78072BCF2E6C}"/>
                </a:ext>
              </a:extLst>
            </p:cNvPr>
            <p:cNvSpPr txBox="1"/>
            <p:nvPr/>
          </p:nvSpPr>
          <p:spPr>
            <a:xfrm>
              <a:off x="4983880" y="2912969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20B9E77C-DAE0-3F60-3881-1E5BC7F5650F}"/>
                </a:ext>
              </a:extLst>
            </p:cNvPr>
            <p:cNvSpPr txBox="1"/>
            <p:nvPr/>
          </p:nvSpPr>
          <p:spPr>
            <a:xfrm>
              <a:off x="4991024" y="2427190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8BB95573-00C7-62F1-3C07-58868E65A589}"/>
                </a:ext>
              </a:extLst>
            </p:cNvPr>
            <p:cNvCxnSpPr>
              <a:cxnSpLocks/>
            </p:cNvCxnSpPr>
            <p:nvPr/>
          </p:nvCxnSpPr>
          <p:spPr>
            <a:xfrm>
              <a:off x="2967800" y="4559972"/>
              <a:ext cx="4396137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01622EE6-EAE9-E58B-D8C6-5696A91DF5E2}"/>
                </a:ext>
              </a:extLst>
            </p:cNvPr>
            <p:cNvSpPr txBox="1"/>
            <p:nvPr/>
          </p:nvSpPr>
          <p:spPr>
            <a:xfrm>
              <a:off x="4801564" y="4842154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-1</a:t>
              </a:r>
            </a:p>
          </p:txBody>
        </p: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FDA2532A-4A91-E616-BF32-879A1CDA0D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7116" y="498276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CuadroTexto 143">
              <a:extLst>
                <a:ext uri="{FF2B5EF4-FFF2-40B4-BE49-F238E27FC236}">
                  <a16:creationId xmlns:a16="http://schemas.microsoft.com/office/drawing/2014/main" id="{B9DE9E9E-8DBE-9979-D170-093F073E494D}"/>
                </a:ext>
              </a:extLst>
            </p:cNvPr>
            <p:cNvSpPr txBox="1"/>
            <p:nvPr/>
          </p:nvSpPr>
          <p:spPr>
            <a:xfrm>
              <a:off x="4801564" y="5298874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-2</a:t>
              </a:r>
            </a:p>
          </p:txBody>
        </p:sp>
        <p:cxnSp>
          <p:nvCxnSpPr>
            <p:cNvPr id="145" name="Conector recto 144">
              <a:extLst>
                <a:ext uri="{FF2B5EF4-FFF2-40B4-BE49-F238E27FC236}">
                  <a16:creationId xmlns:a16="http://schemas.microsoft.com/office/drawing/2014/main" id="{1C558268-D162-64E6-531D-C31653F3DC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7116" y="543472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5E07A9E-1D6C-03A8-C0B7-49DCCDDA7581}"/>
                </a:ext>
              </a:extLst>
            </p:cNvPr>
            <p:cNvSpPr txBox="1"/>
            <p:nvPr/>
          </p:nvSpPr>
          <p:spPr>
            <a:xfrm>
              <a:off x="4984856" y="3398748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146" name="CuadroTexto 145">
              <a:extLst>
                <a:ext uri="{FF2B5EF4-FFF2-40B4-BE49-F238E27FC236}">
                  <a16:creationId xmlns:a16="http://schemas.microsoft.com/office/drawing/2014/main" id="{C76D3D7A-0B92-C453-8331-1DDC9F1CEDDD}"/>
                </a:ext>
              </a:extLst>
            </p:cNvPr>
            <p:cNvSpPr txBox="1"/>
            <p:nvPr/>
          </p:nvSpPr>
          <p:spPr>
            <a:xfrm>
              <a:off x="4795458" y="5750564"/>
              <a:ext cx="41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/>
                <a:t>-3</a:t>
              </a:r>
              <a:endParaRPr lang="es-ES" b="1" dirty="0"/>
            </a:p>
          </p:txBody>
        </p:sp>
        <p:cxnSp>
          <p:nvCxnSpPr>
            <p:cNvPr id="147" name="Conector recto 146">
              <a:extLst>
                <a:ext uri="{FF2B5EF4-FFF2-40B4-BE49-F238E27FC236}">
                  <a16:creationId xmlns:a16="http://schemas.microsoft.com/office/drawing/2014/main" id="{5E52E4A2-8300-6159-F6CF-2BDC353AA5D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1010" y="5876889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B656437-F4AD-74B8-02F2-CE45FCB5BCCE}"/>
                </a:ext>
              </a:extLst>
            </p:cNvPr>
            <p:cNvCxnSpPr>
              <a:cxnSpLocks/>
            </p:cNvCxnSpPr>
            <p:nvPr/>
          </p:nvCxnSpPr>
          <p:spPr>
            <a:xfrm>
              <a:off x="5203937" y="2399972"/>
              <a:ext cx="0" cy="3766132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5F573F6-9F88-52F1-419E-7D32E85DE1D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00759" y="3538228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Rectángulo: esquinas redondeadas 152">
                <a:extLst>
                  <a:ext uri="{FF2B5EF4-FFF2-40B4-BE49-F238E27FC236}">
                    <a16:creationId xmlns:a16="http://schemas.microsoft.com/office/drawing/2014/main" id="{B08E03E8-A4B0-4ABA-F167-4830397CC899}"/>
                  </a:ext>
                </a:extLst>
              </p:cNvPr>
              <p:cNvSpPr/>
              <p:nvPr/>
            </p:nvSpPr>
            <p:spPr>
              <a:xfrm>
                <a:off x="7530623" y="3417308"/>
                <a:ext cx="1052631" cy="360515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Rectángulo: esquinas redondeadas 152">
                <a:extLst>
                  <a:ext uri="{FF2B5EF4-FFF2-40B4-BE49-F238E27FC236}">
                    <a16:creationId xmlns:a16="http://schemas.microsoft.com/office/drawing/2014/main" id="{B08E03E8-A4B0-4ABA-F167-4830397CC8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23" y="3417308"/>
                <a:ext cx="1052631" cy="360515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8065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Rectángulo: esquinas redondeadas 153">
                <a:extLst>
                  <a:ext uri="{FF2B5EF4-FFF2-40B4-BE49-F238E27FC236}">
                    <a16:creationId xmlns:a16="http://schemas.microsoft.com/office/drawing/2014/main" id="{47427E9C-4EF7-0D26-A86D-53E264328A6C}"/>
                  </a:ext>
                </a:extLst>
              </p:cNvPr>
              <p:cNvSpPr/>
              <p:nvPr/>
            </p:nvSpPr>
            <p:spPr>
              <a:xfrm>
                <a:off x="7530623" y="5712335"/>
                <a:ext cx="1052631" cy="360515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Rectángulo: esquinas redondeadas 153">
                <a:extLst>
                  <a:ext uri="{FF2B5EF4-FFF2-40B4-BE49-F238E27FC236}">
                    <a16:creationId xmlns:a16="http://schemas.microsoft.com/office/drawing/2014/main" id="{47427E9C-4EF7-0D26-A86D-53E264328A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23" y="5712335"/>
                <a:ext cx="1052631" cy="360515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8065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431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1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 animBg="1"/>
      <p:bldP spid="10" grpId="0"/>
      <p:bldP spid="115" grpId="0" animBg="1"/>
      <p:bldP spid="153" grpId="0" animBg="1"/>
      <p:bldP spid="1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upo 103">
            <a:extLst>
              <a:ext uri="{FF2B5EF4-FFF2-40B4-BE49-F238E27FC236}">
                <a16:creationId xmlns:a16="http://schemas.microsoft.com/office/drawing/2014/main" id="{036143A5-7576-A332-E234-589465471C30}"/>
              </a:ext>
            </a:extLst>
          </p:cNvPr>
          <p:cNvGrpSpPr/>
          <p:nvPr/>
        </p:nvGrpSpPr>
        <p:grpSpPr>
          <a:xfrm>
            <a:off x="864262" y="3428998"/>
            <a:ext cx="2168851" cy="2572160"/>
            <a:chOff x="864262" y="3428998"/>
            <a:chExt cx="2168851" cy="2572160"/>
          </a:xfrm>
        </p:grpSpPr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7D213A-F99C-1683-F31C-0F9E6F5961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44262" y="2559643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F4EBAAD-6E9D-4C77-F4D3-8E5BC89802B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685002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01367A6-5355-CE07-7B81-C650A6077B8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448851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2B77028-34B3-BEE7-0A3F-C3A57E1B8E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212700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9D7A27D0-2C00-D0BE-9E4F-E80EAA0195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976549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A05ADDD7-DE2D-A6AF-7302-8268C50C684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74039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3C6AD844-66B0-663A-8349-15FEE2CD81D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504247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3BA993E-92A7-FE3E-A1B0-62C8FE6D00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26809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AFB59F3-35BD-0373-1E1F-39EC16029D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3031945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BDC6F6-EDFA-7E3D-95F4-C148F886BA2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4921158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CFFA108-2598-F978-B07B-0F8A2AE878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1098" y="279579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9CC6F5CF-1BC6-D207-DBB4-738160F7A6BE}"/>
                </a:ext>
              </a:extLst>
            </p:cNvPr>
            <p:cNvCxnSpPr>
              <a:cxnSpLocks/>
            </p:cNvCxnSpPr>
            <p:nvPr/>
          </p:nvCxnSpPr>
          <p:spPr>
            <a:xfrm>
              <a:off x="1113986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2CF43B1-EE92-14C9-5FF6-FA10C25FD9E3}"/>
                </a:ext>
              </a:extLst>
            </p:cNvPr>
            <p:cNvCxnSpPr>
              <a:cxnSpLocks/>
            </p:cNvCxnSpPr>
            <p:nvPr/>
          </p:nvCxnSpPr>
          <p:spPr>
            <a:xfrm>
              <a:off x="1356874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D81D9968-03CD-B5DA-3E5A-8C373EC536A0}"/>
                </a:ext>
              </a:extLst>
            </p:cNvPr>
            <p:cNvCxnSpPr>
              <a:cxnSpLocks/>
            </p:cNvCxnSpPr>
            <p:nvPr/>
          </p:nvCxnSpPr>
          <p:spPr>
            <a:xfrm>
              <a:off x="1599763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3DB66687-E7CB-0399-1AAE-08B76DB25A2E}"/>
                </a:ext>
              </a:extLst>
            </p:cNvPr>
            <p:cNvCxnSpPr>
              <a:cxnSpLocks/>
            </p:cNvCxnSpPr>
            <p:nvPr/>
          </p:nvCxnSpPr>
          <p:spPr>
            <a:xfrm>
              <a:off x="1842652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925202C2-8DAC-92F7-21AA-F761F20A402F}"/>
                </a:ext>
              </a:extLst>
            </p:cNvPr>
            <p:cNvCxnSpPr>
              <a:cxnSpLocks/>
            </p:cNvCxnSpPr>
            <p:nvPr/>
          </p:nvCxnSpPr>
          <p:spPr>
            <a:xfrm>
              <a:off x="2085541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018E73D-8192-099C-B61D-ED35BFAE49D8}"/>
                </a:ext>
              </a:extLst>
            </p:cNvPr>
            <p:cNvCxnSpPr>
              <a:cxnSpLocks/>
            </p:cNvCxnSpPr>
            <p:nvPr/>
          </p:nvCxnSpPr>
          <p:spPr>
            <a:xfrm>
              <a:off x="2328430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DC2B35A6-D6C4-FC1D-13E8-D8BA544236F0}"/>
                </a:ext>
              </a:extLst>
            </p:cNvPr>
            <p:cNvCxnSpPr>
              <a:cxnSpLocks/>
            </p:cNvCxnSpPr>
            <p:nvPr/>
          </p:nvCxnSpPr>
          <p:spPr>
            <a:xfrm>
              <a:off x="2571319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51198E9C-4732-AA77-4374-AD87A37C6840}"/>
                </a:ext>
              </a:extLst>
            </p:cNvPr>
            <p:cNvCxnSpPr>
              <a:cxnSpLocks/>
            </p:cNvCxnSpPr>
            <p:nvPr/>
          </p:nvCxnSpPr>
          <p:spPr>
            <a:xfrm>
              <a:off x="2814206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56161D17-E503-A327-D32A-7F99C4834465}"/>
                </a:ext>
              </a:extLst>
            </p:cNvPr>
            <p:cNvCxnSpPr>
              <a:cxnSpLocks/>
            </p:cNvCxnSpPr>
            <p:nvPr/>
          </p:nvCxnSpPr>
          <p:spPr>
            <a:xfrm>
              <a:off x="3031098" y="3428998"/>
              <a:ext cx="0" cy="2572159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CE219A6-AB38-E953-7718-6FD8CE5BE1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49627" y="2562754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B75111FD-2874-8EF8-7BD8-3F979E81A12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953113" y="4217006"/>
              <a:ext cx="0" cy="216000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01F90C0-E573-DD58-2D7E-1961399FCEE5}"/>
              </a:ext>
            </a:extLst>
          </p:cNvPr>
          <p:cNvCxnSpPr>
            <a:cxnSpLocks/>
          </p:cNvCxnSpPr>
          <p:nvPr/>
        </p:nvCxnSpPr>
        <p:spPr>
          <a:xfrm>
            <a:off x="869082" y="4818911"/>
            <a:ext cx="2155179" cy="0"/>
          </a:xfrm>
          <a:prstGeom prst="line">
            <a:avLst/>
          </a:prstGeom>
          <a:ln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Funciones</a:t>
            </a:r>
          </a:p>
        </p:txBody>
      </p:sp>
      <p:sp>
        <p:nvSpPr>
          <p:cNvPr id="3" name="!CuadroTexto 1">
            <a:extLst>
              <a:ext uri="{FF2B5EF4-FFF2-40B4-BE49-F238E27FC236}">
                <a16:creationId xmlns:a16="http://schemas.microsoft.com/office/drawing/2014/main" id="{4EC89F19-5836-867A-0120-90B845C33FE3}"/>
              </a:ext>
            </a:extLst>
          </p:cNvPr>
          <p:cNvSpPr txBox="1"/>
          <p:nvPr/>
        </p:nvSpPr>
        <p:spPr>
          <a:xfrm>
            <a:off x="535084" y="1585804"/>
            <a:ext cx="1112183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El acceso a las pistas de patinaje sobre hielo vale 3 € para los niños, 5 € para</a:t>
            </a:r>
          </a:p>
          <a:p>
            <a:r>
              <a:rPr lang="es-ES" sz="2000" dirty="0"/>
              <a:t>los jóvenes y 10 € para los adultos. Una vez en las pistas, se puede estar tanto</a:t>
            </a:r>
          </a:p>
          <a:p>
            <a:r>
              <a:rPr lang="es-ES" sz="2000" dirty="0"/>
              <a:t>tiempo como se quiera.</a:t>
            </a:r>
            <a:endParaRPr lang="es-ES" sz="5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8" name="Tabla 7">
            <a:extLst>
              <a:ext uri="{FF2B5EF4-FFF2-40B4-BE49-F238E27FC236}">
                <a16:creationId xmlns:a16="http://schemas.microsoft.com/office/drawing/2014/main" id="{C3D5E426-1226-3D80-3B5A-695523E9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0631"/>
              </p:ext>
            </p:extLst>
          </p:nvPr>
        </p:nvGraphicFramePr>
        <p:xfrm>
          <a:off x="3987134" y="3981858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81" name="CuadroTexto 80">
            <a:extLst>
              <a:ext uri="{FF2B5EF4-FFF2-40B4-BE49-F238E27FC236}">
                <a16:creationId xmlns:a16="http://schemas.microsoft.com/office/drawing/2014/main" id="{51272F45-AAB7-1342-E299-A0EF66B69C39}"/>
              </a:ext>
            </a:extLst>
          </p:cNvPr>
          <p:cNvSpPr txBox="1"/>
          <p:nvPr/>
        </p:nvSpPr>
        <p:spPr>
          <a:xfrm>
            <a:off x="5736791" y="3588922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JOVENES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/>
              <p:nvPr/>
            </p:nvSpPr>
            <p:spPr>
              <a:xfrm>
                <a:off x="9724282" y="4187205"/>
                <a:ext cx="97155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ángulo: esquinas redondeadas 85">
                <a:extLst>
                  <a:ext uri="{FF2B5EF4-FFF2-40B4-BE49-F238E27FC236}">
                    <a16:creationId xmlns:a16="http://schemas.microsoft.com/office/drawing/2014/main" id="{09E91CDC-C123-13FC-915F-60EA73B83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2" y="4187205"/>
                <a:ext cx="97155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7"/>
                <a:stretch>
                  <a:fillRect b="-9836"/>
                </a:stretch>
              </a:blip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Elipse 86">
            <a:extLst>
              <a:ext uri="{FF2B5EF4-FFF2-40B4-BE49-F238E27FC236}">
                <a16:creationId xmlns:a16="http://schemas.microsoft.com/office/drawing/2014/main" id="{AE44687F-7549-5ED6-D8BD-47D8E2D0DFE3}"/>
              </a:ext>
            </a:extLst>
          </p:cNvPr>
          <p:cNvSpPr/>
          <p:nvPr/>
        </p:nvSpPr>
        <p:spPr>
          <a:xfrm>
            <a:off x="1329672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9C6C751E-1F11-19D0-8302-C5EED266912B}"/>
              </a:ext>
            </a:extLst>
          </p:cNvPr>
          <p:cNvSpPr/>
          <p:nvPr/>
        </p:nvSpPr>
        <p:spPr>
          <a:xfrm>
            <a:off x="1812452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DC377C4C-40B4-F37F-508F-4C828EFC785D}"/>
              </a:ext>
            </a:extLst>
          </p:cNvPr>
          <p:cNvSpPr/>
          <p:nvPr/>
        </p:nvSpPr>
        <p:spPr>
          <a:xfrm>
            <a:off x="2788211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57CC3716-81E6-8CFD-145B-9433F1AEE391}"/>
              </a:ext>
            </a:extLst>
          </p:cNvPr>
          <p:cNvSpPr/>
          <p:nvPr/>
        </p:nvSpPr>
        <p:spPr>
          <a:xfrm>
            <a:off x="2302101" y="4793833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B9FEB8FE-5FD5-55D4-E8DC-A361F73B9592}"/>
              </a:ext>
            </a:extLst>
          </p:cNvPr>
          <p:cNvSpPr txBox="1"/>
          <p:nvPr/>
        </p:nvSpPr>
        <p:spPr>
          <a:xfrm>
            <a:off x="184026" y="2783556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COSTE (€)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39AE7E7-6DE0-3A3F-B551-0131F5AACA16}"/>
              </a:ext>
            </a:extLst>
          </p:cNvPr>
          <p:cNvSpPr txBox="1"/>
          <p:nvPr/>
        </p:nvSpPr>
        <p:spPr>
          <a:xfrm>
            <a:off x="3024261" y="6130970"/>
            <a:ext cx="1496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TIEMPO (h)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03F98557-2955-E62B-E22E-1C660C880785}"/>
              </a:ext>
            </a:extLst>
          </p:cNvPr>
          <p:cNvSpPr/>
          <p:nvPr/>
        </p:nvSpPr>
        <p:spPr>
          <a:xfrm>
            <a:off x="535084" y="1054613"/>
            <a:ext cx="11121832" cy="39611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389A447D-5AC9-B9E3-3EF8-5758F87D0906}"/>
              </a:ext>
            </a:extLst>
          </p:cNvPr>
          <p:cNvSpPr txBox="1"/>
          <p:nvPr/>
        </p:nvSpPr>
        <p:spPr>
          <a:xfrm>
            <a:off x="535084" y="1052615"/>
            <a:ext cx="11121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La función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= </a:t>
            </a:r>
            <a:r>
              <a:rPr lang="es-ES" sz="2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</a:t>
            </a:r>
            <a:r>
              <a:rPr lang="es-ES" sz="2000" b="1" i="1" dirty="0"/>
              <a:t>, </a:t>
            </a:r>
            <a:r>
              <a:rPr lang="es-ES" sz="2000" b="1" dirty="0"/>
              <a:t>en la que el valor de </a:t>
            </a:r>
            <a:r>
              <a:rPr lang="es-ES" sz="2000" b="1" i="1" dirty="0"/>
              <a:t>y </a:t>
            </a:r>
            <a:r>
              <a:rPr lang="es-ES" sz="2000" b="1" dirty="0"/>
              <a:t>no depende de </a:t>
            </a:r>
            <a:r>
              <a:rPr lang="es-ES" sz="2000" b="1" i="1" dirty="0"/>
              <a:t>x</a:t>
            </a:r>
            <a:r>
              <a:rPr lang="es-ES" sz="2000" b="1" dirty="0"/>
              <a:t>,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función constante</a:t>
            </a:r>
            <a:r>
              <a:rPr lang="es-ES" sz="2000" b="1" dirty="0"/>
              <a:t>.</a:t>
            </a:r>
            <a:endParaRPr lang="es-ES" sz="4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9CB617F2-5F90-A09F-571C-68AD17A77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360275"/>
              </p:ext>
            </p:extLst>
          </p:nvPr>
        </p:nvGraphicFramePr>
        <p:xfrm>
          <a:off x="3987134" y="2770512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35DD3710-6AD0-BA1C-2881-A8B75EFB59C6}"/>
              </a:ext>
            </a:extLst>
          </p:cNvPr>
          <p:cNvSpPr txBox="1"/>
          <p:nvPr/>
        </p:nvSpPr>
        <p:spPr>
          <a:xfrm>
            <a:off x="5736791" y="2377576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NIÑOS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261B938B-1AF1-A473-5CE1-5383ECCAF7B8}"/>
                  </a:ext>
                </a:extLst>
              </p:cNvPr>
              <p:cNvSpPr/>
              <p:nvPr/>
            </p:nvSpPr>
            <p:spPr>
              <a:xfrm>
                <a:off x="9724282" y="2975859"/>
                <a:ext cx="97155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ángulo: esquinas redondeadas 16">
                <a:extLst>
                  <a:ext uri="{FF2B5EF4-FFF2-40B4-BE49-F238E27FC236}">
                    <a16:creationId xmlns:a16="http://schemas.microsoft.com/office/drawing/2014/main" id="{261B938B-1AF1-A473-5CE1-5383ECCAF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2" y="2975859"/>
                <a:ext cx="97155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8"/>
                <a:stretch>
                  <a:fillRect b="-8065"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a 7">
            <a:extLst>
              <a:ext uri="{FF2B5EF4-FFF2-40B4-BE49-F238E27FC236}">
                <a16:creationId xmlns:a16="http://schemas.microsoft.com/office/drawing/2014/main" id="{CB17F898-E255-422F-DA5C-DD245A8B3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57588"/>
              </p:ext>
            </p:extLst>
          </p:nvPr>
        </p:nvGraphicFramePr>
        <p:xfrm>
          <a:off x="3987134" y="5195101"/>
          <a:ext cx="5522639" cy="731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82283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204600998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627110018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1204674673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831989817"/>
                    </a:ext>
                  </a:extLst>
                </a:gridCol>
                <a:gridCol w="506726">
                  <a:extLst>
                    <a:ext uri="{9D8B030D-6E8A-4147-A177-3AD203B41FA5}">
                      <a16:colId xmlns:a16="http://schemas.microsoft.com/office/drawing/2014/main" val="54524693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46788839"/>
                    </a:ext>
                  </a:extLst>
                </a:gridCol>
              </a:tblGrid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Tiempo (h)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53943">
                <a:tc>
                  <a:txBody>
                    <a:bodyPr/>
                    <a:lstStyle/>
                    <a:p>
                      <a:pPr algn="ctr"/>
                      <a:r>
                        <a:rPr lang="es-ES" sz="1800" b="1" dirty="0"/>
                        <a:t>Coste (€)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</a:tbl>
          </a:graphicData>
        </a:graphic>
      </p:graphicFrame>
      <p:sp>
        <p:nvSpPr>
          <p:cNvPr id="33" name="CuadroTexto 32">
            <a:extLst>
              <a:ext uri="{FF2B5EF4-FFF2-40B4-BE49-F238E27FC236}">
                <a16:creationId xmlns:a16="http://schemas.microsoft.com/office/drawing/2014/main" id="{D4761FB9-3601-C1DE-223C-6C1886456125}"/>
              </a:ext>
            </a:extLst>
          </p:cNvPr>
          <p:cNvSpPr txBox="1"/>
          <p:nvPr/>
        </p:nvSpPr>
        <p:spPr>
          <a:xfrm>
            <a:off x="5736791" y="4802165"/>
            <a:ext cx="202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ADULTOS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27A8C30E-D032-A144-37EB-602C3AC471A0}"/>
                  </a:ext>
                </a:extLst>
              </p:cNvPr>
              <p:cNvSpPr/>
              <p:nvPr/>
            </p:nvSpPr>
            <p:spPr>
              <a:xfrm>
                <a:off x="9724282" y="5400448"/>
                <a:ext cx="971555" cy="356938"/>
              </a:xfrm>
              <a:prstGeom prst="roundRect">
                <a:avLst>
                  <a:gd name="adj" fmla="val 29710"/>
                </a:avLst>
              </a:prstGeom>
              <a:solidFill>
                <a:schemeClr val="bg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E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27A8C30E-D032-A144-37EB-602C3AC47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282" y="5400448"/>
                <a:ext cx="971555" cy="356938"/>
              </a:xfrm>
              <a:prstGeom prst="roundRect">
                <a:avLst>
                  <a:gd name="adj" fmla="val 29710"/>
                </a:avLst>
              </a:prstGeom>
              <a:blipFill>
                <a:blip r:embed="rId9"/>
                <a:stretch>
                  <a:fillRect b="-9836"/>
                </a:stretch>
              </a:blip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625AAF84-28E6-B02E-5F91-53209B5649D3}"/>
              </a:ext>
            </a:extLst>
          </p:cNvPr>
          <p:cNvCxnSpPr>
            <a:cxnSpLocks/>
          </p:cNvCxnSpPr>
          <p:nvPr/>
        </p:nvCxnSpPr>
        <p:spPr>
          <a:xfrm>
            <a:off x="867611" y="3641267"/>
            <a:ext cx="2155179" cy="0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Elipse 83">
            <a:extLst>
              <a:ext uri="{FF2B5EF4-FFF2-40B4-BE49-F238E27FC236}">
                <a16:creationId xmlns:a16="http://schemas.microsoft.com/office/drawing/2014/main" id="{8A2A471E-D024-37A7-93AA-7CE1AB884455}"/>
              </a:ext>
            </a:extLst>
          </p:cNvPr>
          <p:cNvSpPr/>
          <p:nvPr/>
        </p:nvSpPr>
        <p:spPr>
          <a:xfrm>
            <a:off x="1328201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000ED10-313A-3CBD-CF52-7C73322FE0AA}"/>
              </a:ext>
            </a:extLst>
          </p:cNvPr>
          <p:cNvSpPr/>
          <p:nvPr/>
        </p:nvSpPr>
        <p:spPr>
          <a:xfrm>
            <a:off x="1810981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012BCB0E-DC65-ED25-B2A7-90F355051BEA}"/>
              </a:ext>
            </a:extLst>
          </p:cNvPr>
          <p:cNvSpPr/>
          <p:nvPr/>
        </p:nvSpPr>
        <p:spPr>
          <a:xfrm>
            <a:off x="2786740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12A8F676-E0CB-CAD9-4EA0-E6CDA1F089B6}"/>
              </a:ext>
            </a:extLst>
          </p:cNvPr>
          <p:cNvSpPr/>
          <p:nvPr/>
        </p:nvSpPr>
        <p:spPr>
          <a:xfrm>
            <a:off x="2300630" y="3616189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F8321364-2999-0F3F-9D36-A3976CF2207F}"/>
              </a:ext>
            </a:extLst>
          </p:cNvPr>
          <p:cNvCxnSpPr>
            <a:cxnSpLocks/>
          </p:cNvCxnSpPr>
          <p:nvPr/>
        </p:nvCxnSpPr>
        <p:spPr>
          <a:xfrm>
            <a:off x="871097" y="5293138"/>
            <a:ext cx="2155179" cy="0"/>
          </a:xfrm>
          <a:prstGeom prst="line">
            <a:avLst/>
          </a:prstGeom>
          <a:ln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Elipse 95">
            <a:extLst>
              <a:ext uri="{FF2B5EF4-FFF2-40B4-BE49-F238E27FC236}">
                <a16:creationId xmlns:a16="http://schemas.microsoft.com/office/drawing/2014/main" id="{4048BF19-8A4F-090D-2479-CE0A2470C1B5}"/>
              </a:ext>
            </a:extLst>
          </p:cNvPr>
          <p:cNvSpPr/>
          <p:nvPr/>
        </p:nvSpPr>
        <p:spPr>
          <a:xfrm>
            <a:off x="1331687" y="5268060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Elipse 96">
            <a:extLst>
              <a:ext uri="{FF2B5EF4-FFF2-40B4-BE49-F238E27FC236}">
                <a16:creationId xmlns:a16="http://schemas.microsoft.com/office/drawing/2014/main" id="{1F30490D-DD73-D4CB-63EA-4A9F0AEE1965}"/>
              </a:ext>
            </a:extLst>
          </p:cNvPr>
          <p:cNvSpPr/>
          <p:nvPr/>
        </p:nvSpPr>
        <p:spPr>
          <a:xfrm>
            <a:off x="1814467" y="52704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8" name="Elipse 97">
            <a:extLst>
              <a:ext uri="{FF2B5EF4-FFF2-40B4-BE49-F238E27FC236}">
                <a16:creationId xmlns:a16="http://schemas.microsoft.com/office/drawing/2014/main" id="{B78D6430-CC91-C058-CD17-B6F2258249A0}"/>
              </a:ext>
            </a:extLst>
          </p:cNvPr>
          <p:cNvSpPr/>
          <p:nvPr/>
        </p:nvSpPr>
        <p:spPr>
          <a:xfrm>
            <a:off x="2787845" y="52704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9B725143-A397-A5C5-BD0B-85AE6F90D146}"/>
              </a:ext>
            </a:extLst>
          </p:cNvPr>
          <p:cNvSpPr/>
          <p:nvPr/>
        </p:nvSpPr>
        <p:spPr>
          <a:xfrm>
            <a:off x="2301735" y="5270441"/>
            <a:ext cx="56756" cy="5675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B564E0E5-1D20-5390-AA67-894C8AFD3AEE}"/>
              </a:ext>
            </a:extLst>
          </p:cNvPr>
          <p:cNvGrpSpPr/>
          <p:nvPr/>
        </p:nvGrpSpPr>
        <p:grpSpPr>
          <a:xfrm>
            <a:off x="409758" y="3429000"/>
            <a:ext cx="2621340" cy="2915494"/>
            <a:chOff x="409758" y="3429000"/>
            <a:chExt cx="2621340" cy="2915494"/>
          </a:xfrm>
        </p:grpSpPr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6D83B62E-6E08-296A-ED0F-134C6191B253}"/>
                </a:ext>
              </a:extLst>
            </p:cNvPr>
            <p:cNvSpPr txBox="1"/>
            <p:nvPr/>
          </p:nvSpPr>
          <p:spPr>
            <a:xfrm>
              <a:off x="1280673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1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4A9EC5A-B1F6-2935-1069-203F1040CD1D}"/>
                </a:ext>
              </a:extLst>
            </p:cNvPr>
            <p:cNvSpPr txBox="1"/>
            <p:nvPr/>
          </p:nvSpPr>
          <p:spPr>
            <a:xfrm>
              <a:off x="1766453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F8EBDDB-7947-54DD-99D2-39BE2732A0B3}"/>
                </a:ext>
              </a:extLst>
            </p:cNvPr>
            <p:cNvSpPr txBox="1"/>
            <p:nvPr/>
          </p:nvSpPr>
          <p:spPr>
            <a:xfrm>
              <a:off x="2252229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A066F0D-62F1-F51C-87D0-F7DD7C83AB3C}"/>
                </a:ext>
              </a:extLst>
            </p:cNvPr>
            <p:cNvSpPr txBox="1"/>
            <p:nvPr/>
          </p:nvSpPr>
          <p:spPr>
            <a:xfrm>
              <a:off x="2738005" y="5975162"/>
              <a:ext cx="152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357B772-C161-3ADC-5A97-AA2FC2968A5D}"/>
                </a:ext>
              </a:extLst>
            </p:cNvPr>
            <p:cNvCxnSpPr>
              <a:cxnSpLocks/>
            </p:cNvCxnSpPr>
            <p:nvPr/>
          </p:nvCxnSpPr>
          <p:spPr>
            <a:xfrm>
              <a:off x="1356873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DFAF815-2B45-F48A-9658-30B0DD6E08F0}"/>
                </a:ext>
              </a:extLst>
            </p:cNvPr>
            <p:cNvCxnSpPr>
              <a:cxnSpLocks/>
            </p:cNvCxnSpPr>
            <p:nvPr/>
          </p:nvCxnSpPr>
          <p:spPr>
            <a:xfrm>
              <a:off x="2814205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4B3010-E260-C4A5-D421-2CF7C3AA9803}"/>
                </a:ext>
              </a:extLst>
            </p:cNvPr>
            <p:cNvCxnSpPr>
              <a:cxnSpLocks/>
            </p:cNvCxnSpPr>
            <p:nvPr/>
          </p:nvCxnSpPr>
          <p:spPr>
            <a:xfrm>
              <a:off x="1842652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462482-1572-3B68-6838-7647CDF147C4}"/>
                </a:ext>
              </a:extLst>
            </p:cNvPr>
            <p:cNvCxnSpPr>
              <a:cxnSpLocks/>
            </p:cNvCxnSpPr>
            <p:nvPr/>
          </p:nvCxnSpPr>
          <p:spPr>
            <a:xfrm>
              <a:off x="2328429" y="594597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694A27C-6451-406A-E65A-8A86EE76C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0119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9F87A41-5A40-48A3-930F-A2437AA5BA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71998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06B4C93E-A32E-CDAC-1184-55B619751A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477888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05D066BA-38C3-FD58-4ACF-EDA4D8AC01C1}"/>
                </a:ext>
              </a:extLst>
            </p:cNvPr>
            <p:cNvSpPr txBox="1"/>
            <p:nvPr/>
          </p:nvSpPr>
          <p:spPr>
            <a:xfrm>
              <a:off x="593099" y="5582888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1</a:t>
              </a:r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B2ED0880-AC79-4412-61D5-D354F658C3ED}"/>
                </a:ext>
              </a:extLst>
            </p:cNvPr>
            <p:cNvSpPr txBox="1"/>
            <p:nvPr/>
          </p:nvSpPr>
          <p:spPr>
            <a:xfrm>
              <a:off x="593099" y="5345636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2</a:t>
              </a: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2D0288FF-39CF-95ED-EBF2-762CCD33EFFA}"/>
                </a:ext>
              </a:extLst>
            </p:cNvPr>
            <p:cNvSpPr txBox="1"/>
            <p:nvPr/>
          </p:nvSpPr>
          <p:spPr>
            <a:xfrm>
              <a:off x="593099" y="5108384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3</a:t>
              </a:r>
            </a:p>
          </p:txBody>
        </p:sp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C886AA09-C5A5-F190-4650-3713D4591CBB}"/>
                </a:ext>
              </a:extLst>
            </p:cNvPr>
            <p:cNvSpPr txBox="1"/>
            <p:nvPr/>
          </p:nvSpPr>
          <p:spPr>
            <a:xfrm>
              <a:off x="593099" y="4871132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4</a:t>
              </a: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2BB86BE-874F-DC55-6C3B-97B65F9F6EAD}"/>
                </a:ext>
              </a:extLst>
            </p:cNvPr>
            <p:cNvCxnSpPr>
              <a:cxnSpLocks/>
            </p:cNvCxnSpPr>
            <p:nvPr/>
          </p:nvCxnSpPr>
          <p:spPr>
            <a:xfrm>
              <a:off x="871098" y="6001158"/>
              <a:ext cx="21600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4F9862D6-5A2A-577A-A6C4-7D05895F2082}"/>
                </a:ext>
              </a:extLst>
            </p:cNvPr>
            <p:cNvSpPr txBox="1"/>
            <p:nvPr/>
          </p:nvSpPr>
          <p:spPr>
            <a:xfrm>
              <a:off x="593099" y="4633880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5</a:t>
              </a:r>
            </a:p>
          </p:txBody>
        </p: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96ABEC3E-CD59-125F-A8A8-D38587DBE66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3829916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3A2A60A-35E9-C7C2-2036-BA9F2866B8B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53795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6F7B94CD-746D-9FDD-9222-D4F35E506F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060901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964896E1-3A0C-3D2D-EDBA-F6AB4D1FCA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429585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2C721DEB-B5F2-22CA-0EFB-64891BDB5687}"/>
                </a:ext>
              </a:extLst>
            </p:cNvPr>
            <p:cNvSpPr txBox="1"/>
            <p:nvPr/>
          </p:nvSpPr>
          <p:spPr>
            <a:xfrm>
              <a:off x="593099" y="4159376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7</a:t>
              </a: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A2757059-C4BC-B7B2-C1C7-C94A7BB55894}"/>
                </a:ext>
              </a:extLst>
            </p:cNvPr>
            <p:cNvSpPr txBox="1"/>
            <p:nvPr/>
          </p:nvSpPr>
          <p:spPr>
            <a:xfrm>
              <a:off x="593099" y="3922124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8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0DA86D69-A4DB-4CD6-88E3-A8CA3C22D8E7}"/>
                </a:ext>
              </a:extLst>
            </p:cNvPr>
            <p:cNvSpPr txBox="1"/>
            <p:nvPr/>
          </p:nvSpPr>
          <p:spPr>
            <a:xfrm>
              <a:off x="593099" y="3684872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9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564C61DB-C392-F8BB-BD5B-586EC6553667}"/>
                </a:ext>
              </a:extLst>
            </p:cNvPr>
            <p:cNvSpPr txBox="1"/>
            <p:nvPr/>
          </p:nvSpPr>
          <p:spPr>
            <a:xfrm>
              <a:off x="593099" y="4396628"/>
              <a:ext cx="1524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6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68E46819-7573-5167-1910-4A69AA22F4AB}"/>
                </a:ext>
              </a:extLst>
            </p:cNvPr>
            <p:cNvSpPr txBox="1"/>
            <p:nvPr/>
          </p:nvSpPr>
          <p:spPr>
            <a:xfrm>
              <a:off x="409758" y="3460840"/>
              <a:ext cx="4679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600" b="1" dirty="0"/>
                <a:t>10</a:t>
              </a: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0CD79C2F-9DD3-40D6-C3D9-DE804BE990F9}"/>
                </a:ext>
              </a:extLst>
            </p:cNvPr>
            <p:cNvCxnSpPr>
              <a:cxnSpLocks/>
            </p:cNvCxnSpPr>
            <p:nvPr/>
          </p:nvCxnSpPr>
          <p:spPr>
            <a:xfrm>
              <a:off x="871098" y="3429000"/>
              <a:ext cx="0" cy="2572158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259E7FB2-67F2-3A07-D0F6-75B86BFA092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2579" y="3588310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F6A3671B-32F6-07B8-0B3A-720A5C27A8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4770344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37F3B5A1-6F04-646B-424A-3F1254744D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7920" y="5242935"/>
              <a:ext cx="0" cy="100379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162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5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500"/>
                            </p:stCondLst>
                            <p:childTnLst>
                              <p:par>
                                <p:cTn id="1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1" grpId="0"/>
      <p:bldP spid="86" grpId="0" animBg="1"/>
      <p:bldP spid="87" grpId="0" animBg="1"/>
      <p:bldP spid="92" grpId="0" animBg="1"/>
      <p:bldP spid="94" grpId="0" animBg="1"/>
      <p:bldP spid="95" grpId="0" animBg="1"/>
      <p:bldP spid="77" grpId="0"/>
      <p:bldP spid="88" grpId="0"/>
      <p:bldP spid="13" grpId="0"/>
      <p:bldP spid="17" grpId="0" animBg="1"/>
      <p:bldP spid="33" grpId="0"/>
      <p:bldP spid="34" grpId="0" animBg="1"/>
      <p:bldP spid="84" grpId="0" animBg="1"/>
      <p:bldP spid="85" grpId="0" animBg="1"/>
      <p:bldP spid="89" grpId="0" animBg="1"/>
      <p:bldP spid="90" grpId="0" animBg="1"/>
      <p:bldP spid="96" grpId="0" animBg="1"/>
      <p:bldP spid="97" grpId="0" animBg="1"/>
      <p:bldP spid="98" grpId="0" animBg="1"/>
      <p:bldP spid="9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542217B-0900-4456-949A-A635E51DA0D3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11 - Fun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5. y=k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B69D05E-FCB5-4655-82B9-5E1F1A2CC31B}:25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7EF401-C918-40AA-BE51-34DC3860E3A6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242</Words>
  <Application>Microsoft Office PowerPoint</Application>
  <PresentationFormat>Panorámica</PresentationFormat>
  <Paragraphs>94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y=k</dc:title>
  <dc:creator>Illán Linos Souto</dc:creator>
  <cp:lastModifiedBy>Illán Linos</cp:lastModifiedBy>
  <cp:revision>85</cp:revision>
  <dcterms:created xsi:type="dcterms:W3CDTF">2024-08-18T18:48:07Z</dcterms:created>
  <dcterms:modified xsi:type="dcterms:W3CDTF">2025-11-18T13:26:59Z</dcterms:modified>
</cp:coreProperties>
</file>
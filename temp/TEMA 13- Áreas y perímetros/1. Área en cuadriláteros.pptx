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custDataLst>
    <p:tags r:id="rId11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1A7A4-4E00-47A4-871E-0F902546309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0FFB7-F56E-4AC8-BAE0-5DD4AE072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655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970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0236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5769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401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6709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2061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723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0FFB7-F56E-4AC8-BAE0-5DD4AE0729C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63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0138271"/>
                  </p:ext>
                </p:extLst>
              </p:nvPr>
            </p:nvGraphicFramePr>
            <p:xfrm>
              <a:off x="475306" y="323530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23530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86519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6913924"/>
                  </p:ext>
                </p:extLst>
              </p:nvPr>
            </p:nvGraphicFramePr>
            <p:xfrm>
              <a:off x="456352" y="2431697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352" y="2431697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5117122"/>
                  </p:ext>
                </p:extLst>
              </p:nvPr>
            </p:nvGraphicFramePr>
            <p:xfrm>
              <a:off x="475306" y="398273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98273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93954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6387724"/>
                  </p:ext>
                </p:extLst>
              </p:nvPr>
            </p:nvGraphicFramePr>
            <p:xfrm>
              <a:off x="475306" y="473913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73913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70153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CÍRCULOS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3" grpId="1"/>
      <p:bldP spid="125" grpId="0"/>
      <p:bldP spid="4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9392ACFB-BB77-6E52-3E51-6568D27ECDD5}"/>
              </a:ext>
            </a:extLst>
          </p:cNvPr>
          <p:cNvSpPr txBox="1"/>
          <p:nvPr/>
        </p:nvSpPr>
        <p:spPr>
          <a:xfrm>
            <a:off x="334407" y="97632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RECTÁNGULO: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8EB5215-EB36-BF32-B03A-9823AB9D2242}"/>
              </a:ext>
            </a:extLst>
          </p:cNvPr>
          <p:cNvGrpSpPr/>
          <p:nvPr/>
        </p:nvGrpSpPr>
        <p:grpSpPr>
          <a:xfrm>
            <a:off x="1126062" y="1468499"/>
            <a:ext cx="2765868" cy="975945"/>
            <a:chOff x="985837" y="3836008"/>
            <a:chExt cx="2765868" cy="97594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659213B-05F4-1AE2-7D1A-FD6218BC6D60}"/>
                </a:ext>
              </a:extLst>
            </p:cNvPr>
            <p:cNvSpPr/>
            <p:nvPr/>
          </p:nvSpPr>
          <p:spPr>
            <a:xfrm>
              <a:off x="1352551" y="3836008"/>
              <a:ext cx="2399154" cy="6062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71DBC54B-DA8B-3B82-213F-948B296F6EEC}"/>
                </a:ext>
              </a:extLst>
            </p:cNvPr>
            <p:cNvSpPr txBox="1"/>
            <p:nvPr/>
          </p:nvSpPr>
          <p:spPr>
            <a:xfrm>
              <a:off x="985837" y="395760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9913689-8D98-4950-E705-4A280A5C7450}"/>
                </a:ext>
              </a:extLst>
            </p:cNvPr>
            <p:cNvSpPr txBox="1"/>
            <p:nvPr/>
          </p:nvSpPr>
          <p:spPr>
            <a:xfrm>
              <a:off x="2424998" y="441184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171E38-DD57-7BF6-CD32-7D60AA7FDBF0}"/>
              </a:ext>
            </a:extLst>
          </p:cNvPr>
          <p:cNvSpPr txBox="1"/>
          <p:nvPr/>
        </p:nvSpPr>
        <p:spPr>
          <a:xfrm>
            <a:off x="4503244" y="1288407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566127D-4E0D-1797-ECC2-8FF368977AD4}"/>
              </a:ext>
            </a:extLst>
          </p:cNvPr>
          <p:cNvSpPr txBox="1"/>
          <p:nvPr/>
        </p:nvSpPr>
        <p:spPr>
          <a:xfrm>
            <a:off x="4503244" y="1807772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/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blipFill>
                <a:blip r:embed="rId6"/>
                <a:stretch>
                  <a:fillRect l="-4520" r="-4520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/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blipFill>
                <a:blip r:embed="rId7"/>
                <a:stretch>
                  <a:fillRect l="-3226" r="-3226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!CuadroTexto 1">
            <a:extLst>
              <a:ext uri="{FF2B5EF4-FFF2-40B4-BE49-F238E27FC236}">
                <a16:creationId xmlns:a16="http://schemas.microsoft.com/office/drawing/2014/main" id="{FC13699F-1629-C8BF-EDE3-605FC21A57EE}"/>
              </a:ext>
            </a:extLst>
          </p:cNvPr>
          <p:cNvSpPr txBox="1"/>
          <p:nvPr/>
        </p:nvSpPr>
        <p:spPr>
          <a:xfrm>
            <a:off x="339927" y="2439107"/>
            <a:ext cx="290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CUADRADO: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C897560-7ED7-7E55-D88F-28EBAD4E0BD0}"/>
              </a:ext>
            </a:extLst>
          </p:cNvPr>
          <p:cNvGrpSpPr/>
          <p:nvPr/>
        </p:nvGrpSpPr>
        <p:grpSpPr>
          <a:xfrm>
            <a:off x="2208019" y="2839217"/>
            <a:ext cx="964752" cy="1053146"/>
            <a:chOff x="1782736" y="6287161"/>
            <a:chExt cx="964752" cy="1053146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C72B63D-912E-2A0B-305D-672A3C6EEE44}"/>
                </a:ext>
              </a:extLst>
            </p:cNvPr>
            <p:cNvSpPr/>
            <p:nvPr/>
          </p:nvSpPr>
          <p:spPr>
            <a:xfrm>
              <a:off x="2082774" y="6287161"/>
              <a:ext cx="664714" cy="6647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5EE921A4-6463-E92E-1D63-2535AF964974}"/>
                </a:ext>
              </a:extLst>
            </p:cNvPr>
            <p:cNvSpPr txBox="1"/>
            <p:nvPr/>
          </p:nvSpPr>
          <p:spPr>
            <a:xfrm>
              <a:off x="1782736" y="641946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219703FD-A67B-BAED-41C3-32C0AE2AE9B8}"/>
                </a:ext>
              </a:extLst>
            </p:cNvPr>
            <p:cNvSpPr txBox="1"/>
            <p:nvPr/>
          </p:nvSpPr>
          <p:spPr>
            <a:xfrm>
              <a:off x="2265112" y="694019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3E76447-78EF-5328-1C42-C09729278688}"/>
              </a:ext>
            </a:extLst>
          </p:cNvPr>
          <p:cNvSpPr txBox="1"/>
          <p:nvPr/>
        </p:nvSpPr>
        <p:spPr>
          <a:xfrm>
            <a:off x="4242777" y="2717784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1A685DD-9899-7DE3-CF05-5A46F2DF0771}"/>
              </a:ext>
            </a:extLst>
          </p:cNvPr>
          <p:cNvSpPr txBox="1"/>
          <p:nvPr/>
        </p:nvSpPr>
        <p:spPr>
          <a:xfrm>
            <a:off x="4242777" y="3316340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/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blipFill>
                <a:blip r:embed="rId8"/>
                <a:stretch>
                  <a:fillRect l="-6154" r="-3077" b="-115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/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blipFill>
                <a:blip r:embed="rId9"/>
                <a:stretch>
                  <a:fillRect l="-5882" r="-7353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!CuadroTexto 1">
            <a:extLst>
              <a:ext uri="{FF2B5EF4-FFF2-40B4-BE49-F238E27FC236}">
                <a16:creationId xmlns:a16="http://schemas.microsoft.com/office/drawing/2014/main" id="{BFE6F0B1-A91A-81A4-3B7A-CA4B1AED7834}"/>
              </a:ext>
            </a:extLst>
          </p:cNvPr>
          <p:cNvSpPr txBox="1"/>
          <p:nvPr/>
        </p:nvSpPr>
        <p:spPr>
          <a:xfrm>
            <a:off x="326586" y="3986882"/>
            <a:ext cx="58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PARALELOGRAMO CUALQUIERA: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78EDDBC3-4B32-FA94-BFE5-58EC492D2974}"/>
              </a:ext>
            </a:extLst>
          </p:cNvPr>
          <p:cNvSpPr>
            <a:spLocks noChangeAspect="1"/>
          </p:cNvSpPr>
          <p:nvPr/>
        </p:nvSpPr>
        <p:spPr>
          <a:xfrm>
            <a:off x="4242777" y="4618706"/>
            <a:ext cx="1384868" cy="1404000"/>
          </a:xfrm>
          <a:custGeom>
            <a:avLst/>
            <a:gdLst>
              <a:gd name="connsiteX0" fmla="*/ 7 w 1698649"/>
              <a:gd name="connsiteY0" fmla="*/ 1722094 h 1722120"/>
              <a:gd name="connsiteX1" fmla="*/ 1 w 1698649"/>
              <a:gd name="connsiteY1" fmla="*/ 1722120 h 1722120"/>
              <a:gd name="connsiteX2" fmla="*/ 0 w 1698649"/>
              <a:gd name="connsiteY2" fmla="*/ 1722120 h 1722120"/>
              <a:gd name="connsiteX3" fmla="*/ 429682 w 1698649"/>
              <a:gd name="connsiteY3" fmla="*/ 0 h 1722120"/>
              <a:gd name="connsiteX4" fmla="*/ 1698649 w 1698649"/>
              <a:gd name="connsiteY4" fmla="*/ 0 h 1722120"/>
              <a:gd name="connsiteX5" fmla="*/ 1273987 w 1698649"/>
              <a:gd name="connsiteY5" fmla="*/ 1722120 h 1722120"/>
              <a:gd name="connsiteX6" fmla="*/ 429682 w 1698649"/>
              <a:gd name="connsiteY6" fmla="*/ 1722120 h 17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649" h="1722120">
                <a:moveTo>
                  <a:pt x="7" y="1722094"/>
                </a:moveTo>
                <a:lnTo>
                  <a:pt x="1" y="1722120"/>
                </a:lnTo>
                <a:lnTo>
                  <a:pt x="0" y="1722120"/>
                </a:lnTo>
                <a:close/>
                <a:moveTo>
                  <a:pt x="429682" y="0"/>
                </a:moveTo>
                <a:lnTo>
                  <a:pt x="1698649" y="0"/>
                </a:lnTo>
                <a:lnTo>
                  <a:pt x="1273987" y="1722120"/>
                </a:lnTo>
                <a:lnTo>
                  <a:pt x="429682" y="17221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sz="160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D1E24246-58E6-D07E-DA30-528E53E5C7B5}"/>
              </a:ext>
            </a:extLst>
          </p:cNvPr>
          <p:cNvSpPr/>
          <p:nvPr/>
        </p:nvSpPr>
        <p:spPr>
          <a:xfrm>
            <a:off x="4167939" y="4618706"/>
            <a:ext cx="429682" cy="1404000"/>
          </a:xfrm>
          <a:prstGeom prst="triangle">
            <a:avLst>
              <a:gd name="adj" fmla="val 10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40" name="Flecha: hacia abajo 39">
            <a:extLst>
              <a:ext uri="{FF2B5EF4-FFF2-40B4-BE49-F238E27FC236}">
                <a16:creationId xmlns:a16="http://schemas.microsoft.com/office/drawing/2014/main" id="{BBC42358-BC49-45CD-D743-839949F71568}"/>
              </a:ext>
            </a:extLst>
          </p:cNvPr>
          <p:cNvSpPr/>
          <p:nvPr/>
        </p:nvSpPr>
        <p:spPr>
          <a:xfrm rot="16200000">
            <a:off x="3281882" y="4697937"/>
            <a:ext cx="280998" cy="1245537"/>
          </a:xfrm>
          <a:prstGeom prst="downArrow">
            <a:avLst>
              <a:gd name="adj1" fmla="val 40960"/>
              <a:gd name="adj2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8E5A601-D24E-2B65-A04B-D48C1B1615FA}"/>
              </a:ext>
            </a:extLst>
          </p:cNvPr>
          <p:cNvGrpSpPr/>
          <p:nvPr/>
        </p:nvGrpSpPr>
        <p:grpSpPr>
          <a:xfrm>
            <a:off x="1015578" y="4592863"/>
            <a:ext cx="1586406" cy="1762750"/>
            <a:chOff x="2209685" y="8623246"/>
            <a:chExt cx="1906648" cy="2118590"/>
          </a:xfrm>
        </p:grpSpPr>
        <p:sp>
          <p:nvSpPr>
            <p:cNvPr id="42" name="Paralelogramo 41">
              <a:extLst>
                <a:ext uri="{FF2B5EF4-FFF2-40B4-BE49-F238E27FC236}">
                  <a16:creationId xmlns:a16="http://schemas.microsoft.com/office/drawing/2014/main" id="{FE0BBA20-9AF1-D01D-9A71-1A89BD1974A2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solidFill>
              <a:schemeClr val="accent1">
                <a:lumMod val="20000"/>
                <a:lumOff val="80000"/>
              </a:schemeClr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43" name="Paralelogramo 42">
              <a:extLst>
                <a:ext uri="{FF2B5EF4-FFF2-40B4-BE49-F238E27FC236}">
                  <a16:creationId xmlns:a16="http://schemas.microsoft.com/office/drawing/2014/main" id="{10EF7445-81A2-0CF0-3267-8BA1BD8F16C4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noFill/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32A37571-111B-17D2-D485-44590DD5D984}"/>
                </a:ext>
              </a:extLst>
            </p:cNvPr>
            <p:cNvSpPr txBox="1"/>
            <p:nvPr/>
          </p:nvSpPr>
          <p:spPr>
            <a:xfrm>
              <a:off x="2897215" y="10341726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F32B03DF-F158-799E-912F-B3871717AC51}"/>
                </a:ext>
              </a:extLst>
            </p:cNvPr>
            <p:cNvSpPr txBox="1"/>
            <p:nvPr/>
          </p:nvSpPr>
          <p:spPr>
            <a:xfrm>
              <a:off x="2209685" y="925347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13526C37-BDD5-5E6E-8AA8-6CD87A287869}"/>
                </a:ext>
              </a:extLst>
            </p:cNvPr>
            <p:cNvSpPr txBox="1"/>
            <p:nvPr/>
          </p:nvSpPr>
          <p:spPr>
            <a:xfrm>
              <a:off x="2994439" y="9251654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D86682B2-5304-A147-F3B2-1383B297C639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4" y="8623246"/>
              <a:ext cx="0" cy="1718480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25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325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75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6" grpId="0"/>
      <p:bldP spid="17" grpId="0"/>
      <p:bldP spid="18" grpId="0"/>
      <p:bldP spid="28" grpId="0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9392ACFB-BB77-6E52-3E51-6568D27ECDD5}"/>
              </a:ext>
            </a:extLst>
          </p:cNvPr>
          <p:cNvSpPr txBox="1"/>
          <p:nvPr/>
        </p:nvSpPr>
        <p:spPr>
          <a:xfrm>
            <a:off x="334407" y="97632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RECTÁNGULO: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8EB5215-EB36-BF32-B03A-9823AB9D2242}"/>
              </a:ext>
            </a:extLst>
          </p:cNvPr>
          <p:cNvGrpSpPr/>
          <p:nvPr/>
        </p:nvGrpSpPr>
        <p:grpSpPr>
          <a:xfrm>
            <a:off x="1126062" y="1468499"/>
            <a:ext cx="2765868" cy="975945"/>
            <a:chOff x="985837" y="3836008"/>
            <a:chExt cx="2765868" cy="97594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659213B-05F4-1AE2-7D1A-FD6218BC6D60}"/>
                </a:ext>
              </a:extLst>
            </p:cNvPr>
            <p:cNvSpPr/>
            <p:nvPr/>
          </p:nvSpPr>
          <p:spPr>
            <a:xfrm>
              <a:off x="1352551" y="3836008"/>
              <a:ext cx="2399154" cy="6062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71DBC54B-DA8B-3B82-213F-948B296F6EEC}"/>
                </a:ext>
              </a:extLst>
            </p:cNvPr>
            <p:cNvSpPr txBox="1"/>
            <p:nvPr/>
          </p:nvSpPr>
          <p:spPr>
            <a:xfrm>
              <a:off x="985837" y="395760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9913689-8D98-4950-E705-4A280A5C7450}"/>
                </a:ext>
              </a:extLst>
            </p:cNvPr>
            <p:cNvSpPr txBox="1"/>
            <p:nvPr/>
          </p:nvSpPr>
          <p:spPr>
            <a:xfrm>
              <a:off x="2424998" y="441184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171E38-DD57-7BF6-CD32-7D60AA7FDBF0}"/>
              </a:ext>
            </a:extLst>
          </p:cNvPr>
          <p:cNvSpPr txBox="1"/>
          <p:nvPr/>
        </p:nvSpPr>
        <p:spPr>
          <a:xfrm>
            <a:off x="4503244" y="1288407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566127D-4E0D-1797-ECC2-8FF368977AD4}"/>
              </a:ext>
            </a:extLst>
          </p:cNvPr>
          <p:cNvSpPr txBox="1"/>
          <p:nvPr/>
        </p:nvSpPr>
        <p:spPr>
          <a:xfrm>
            <a:off x="4503244" y="1807772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/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B3DB109-A839-68FD-9CDD-8459C0DF6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334573"/>
                <a:ext cx="1077218" cy="307777"/>
              </a:xfrm>
              <a:prstGeom prst="rect">
                <a:avLst/>
              </a:prstGeom>
              <a:blipFill>
                <a:blip r:embed="rId6"/>
                <a:stretch>
                  <a:fillRect l="-4520" r="-4520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/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A9CFA07-9FB3-6D1A-AE3C-9A3DD2722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55" y="1853938"/>
                <a:ext cx="1511631" cy="307777"/>
              </a:xfrm>
              <a:prstGeom prst="rect">
                <a:avLst/>
              </a:prstGeom>
              <a:blipFill>
                <a:blip r:embed="rId7"/>
                <a:stretch>
                  <a:fillRect l="-3226" r="-3226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!CuadroTexto 1">
            <a:extLst>
              <a:ext uri="{FF2B5EF4-FFF2-40B4-BE49-F238E27FC236}">
                <a16:creationId xmlns:a16="http://schemas.microsoft.com/office/drawing/2014/main" id="{FC13699F-1629-C8BF-EDE3-605FC21A57EE}"/>
              </a:ext>
            </a:extLst>
          </p:cNvPr>
          <p:cNvSpPr txBox="1"/>
          <p:nvPr/>
        </p:nvSpPr>
        <p:spPr>
          <a:xfrm>
            <a:off x="339927" y="2439107"/>
            <a:ext cx="290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CUADRADO: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C897560-7ED7-7E55-D88F-28EBAD4E0BD0}"/>
              </a:ext>
            </a:extLst>
          </p:cNvPr>
          <p:cNvGrpSpPr/>
          <p:nvPr/>
        </p:nvGrpSpPr>
        <p:grpSpPr>
          <a:xfrm>
            <a:off x="2208019" y="2839217"/>
            <a:ext cx="964752" cy="1053146"/>
            <a:chOff x="1782736" y="6287161"/>
            <a:chExt cx="964752" cy="1053146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C72B63D-912E-2A0B-305D-672A3C6EEE44}"/>
                </a:ext>
              </a:extLst>
            </p:cNvPr>
            <p:cNvSpPr/>
            <p:nvPr/>
          </p:nvSpPr>
          <p:spPr>
            <a:xfrm>
              <a:off x="2082774" y="6287161"/>
              <a:ext cx="664714" cy="6647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5EE921A4-6463-E92E-1D63-2535AF964974}"/>
                </a:ext>
              </a:extLst>
            </p:cNvPr>
            <p:cNvSpPr txBox="1"/>
            <p:nvPr/>
          </p:nvSpPr>
          <p:spPr>
            <a:xfrm>
              <a:off x="1782736" y="641946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219703FD-A67B-BAED-41C3-32C0AE2AE9B8}"/>
                </a:ext>
              </a:extLst>
            </p:cNvPr>
            <p:cNvSpPr txBox="1"/>
            <p:nvPr/>
          </p:nvSpPr>
          <p:spPr>
            <a:xfrm>
              <a:off x="2265112" y="694019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3E76447-78EF-5328-1C42-C09729278688}"/>
              </a:ext>
            </a:extLst>
          </p:cNvPr>
          <p:cNvSpPr txBox="1"/>
          <p:nvPr/>
        </p:nvSpPr>
        <p:spPr>
          <a:xfrm>
            <a:off x="4242777" y="2717784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1A685DD-9899-7DE3-CF05-5A46F2DF0771}"/>
              </a:ext>
            </a:extLst>
          </p:cNvPr>
          <p:cNvSpPr txBox="1"/>
          <p:nvPr/>
        </p:nvSpPr>
        <p:spPr>
          <a:xfrm>
            <a:off x="4242777" y="3316340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/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CB6ADD8F-3D2F-BCB7-7CB6-55420FC8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2763950"/>
                <a:ext cx="794320" cy="314766"/>
              </a:xfrm>
              <a:prstGeom prst="rect">
                <a:avLst/>
              </a:prstGeom>
              <a:blipFill>
                <a:blip r:embed="rId8"/>
                <a:stretch>
                  <a:fillRect l="-6154" r="-3077" b="-115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/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D9F6538-2642-B198-B240-3F176B453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13" y="3362506"/>
                <a:ext cx="831766" cy="307777"/>
              </a:xfrm>
              <a:prstGeom prst="rect">
                <a:avLst/>
              </a:prstGeom>
              <a:blipFill>
                <a:blip r:embed="rId9"/>
                <a:stretch>
                  <a:fillRect l="-5882" r="-7353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!CuadroTexto 1">
            <a:extLst>
              <a:ext uri="{FF2B5EF4-FFF2-40B4-BE49-F238E27FC236}">
                <a16:creationId xmlns:a16="http://schemas.microsoft.com/office/drawing/2014/main" id="{BFE6F0B1-A91A-81A4-3B7A-CA4B1AED7834}"/>
              </a:ext>
            </a:extLst>
          </p:cNvPr>
          <p:cNvSpPr txBox="1"/>
          <p:nvPr/>
        </p:nvSpPr>
        <p:spPr>
          <a:xfrm>
            <a:off x="326586" y="3986882"/>
            <a:ext cx="586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PARALELOGRAMO CUALQUIERA: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Flecha: hacia abajo 39">
            <a:extLst>
              <a:ext uri="{FF2B5EF4-FFF2-40B4-BE49-F238E27FC236}">
                <a16:creationId xmlns:a16="http://schemas.microsoft.com/office/drawing/2014/main" id="{BBC42358-BC49-45CD-D743-839949F71568}"/>
              </a:ext>
            </a:extLst>
          </p:cNvPr>
          <p:cNvSpPr/>
          <p:nvPr/>
        </p:nvSpPr>
        <p:spPr>
          <a:xfrm rot="16200000">
            <a:off x="3281882" y="4697937"/>
            <a:ext cx="280998" cy="1245537"/>
          </a:xfrm>
          <a:prstGeom prst="downArrow">
            <a:avLst>
              <a:gd name="adj1" fmla="val 40960"/>
              <a:gd name="adj2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8E5A601-D24E-2B65-A04B-D48C1B1615FA}"/>
              </a:ext>
            </a:extLst>
          </p:cNvPr>
          <p:cNvGrpSpPr/>
          <p:nvPr/>
        </p:nvGrpSpPr>
        <p:grpSpPr>
          <a:xfrm>
            <a:off x="1015578" y="4592863"/>
            <a:ext cx="1586406" cy="1762750"/>
            <a:chOff x="2209685" y="8623246"/>
            <a:chExt cx="1906648" cy="2118590"/>
          </a:xfrm>
        </p:grpSpPr>
        <p:sp>
          <p:nvSpPr>
            <p:cNvPr id="42" name="Paralelogramo 41">
              <a:extLst>
                <a:ext uri="{FF2B5EF4-FFF2-40B4-BE49-F238E27FC236}">
                  <a16:creationId xmlns:a16="http://schemas.microsoft.com/office/drawing/2014/main" id="{FE0BBA20-9AF1-D01D-9A71-1A89BD1974A2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solidFill>
              <a:schemeClr val="accent1">
                <a:lumMod val="20000"/>
                <a:lumOff val="80000"/>
              </a:schemeClr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43" name="Paralelogramo 42">
              <a:extLst>
                <a:ext uri="{FF2B5EF4-FFF2-40B4-BE49-F238E27FC236}">
                  <a16:creationId xmlns:a16="http://schemas.microsoft.com/office/drawing/2014/main" id="{10EF7445-81A2-0CF0-3267-8BA1BD8F16C4}"/>
                </a:ext>
              </a:extLst>
            </p:cNvPr>
            <p:cNvSpPr/>
            <p:nvPr/>
          </p:nvSpPr>
          <p:spPr>
            <a:xfrm>
              <a:off x="2417684" y="8623246"/>
              <a:ext cx="1698649" cy="1722120"/>
            </a:xfrm>
            <a:prstGeom prst="parallelogram">
              <a:avLst/>
            </a:prstGeom>
            <a:noFill/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32A37571-111B-17D2-D485-44590DD5D984}"/>
                </a:ext>
              </a:extLst>
            </p:cNvPr>
            <p:cNvSpPr txBox="1"/>
            <p:nvPr/>
          </p:nvSpPr>
          <p:spPr>
            <a:xfrm>
              <a:off x="2897215" y="10341726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F32B03DF-F158-799E-912F-B3871717AC51}"/>
                </a:ext>
              </a:extLst>
            </p:cNvPr>
            <p:cNvSpPr txBox="1"/>
            <p:nvPr/>
          </p:nvSpPr>
          <p:spPr>
            <a:xfrm>
              <a:off x="2209685" y="9253473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13526C37-BDD5-5E6E-8AA8-6CD87A287869}"/>
                </a:ext>
              </a:extLst>
            </p:cNvPr>
            <p:cNvSpPr txBox="1"/>
            <p:nvPr/>
          </p:nvSpPr>
          <p:spPr>
            <a:xfrm>
              <a:off x="2994439" y="9251654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D86682B2-5304-A147-F3B2-1383B297C639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4" y="8623246"/>
              <a:ext cx="0" cy="1718480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2CF5F181-9490-2E7A-13A8-69EA0FB6E3BF}"/>
              </a:ext>
            </a:extLst>
          </p:cNvPr>
          <p:cNvSpPr>
            <a:spLocks noChangeAspect="1"/>
          </p:cNvSpPr>
          <p:nvPr/>
        </p:nvSpPr>
        <p:spPr>
          <a:xfrm>
            <a:off x="4242777" y="4618706"/>
            <a:ext cx="1384868" cy="1404000"/>
          </a:xfrm>
          <a:custGeom>
            <a:avLst/>
            <a:gdLst>
              <a:gd name="connsiteX0" fmla="*/ 7 w 1698649"/>
              <a:gd name="connsiteY0" fmla="*/ 1722094 h 1722120"/>
              <a:gd name="connsiteX1" fmla="*/ 1 w 1698649"/>
              <a:gd name="connsiteY1" fmla="*/ 1722120 h 1722120"/>
              <a:gd name="connsiteX2" fmla="*/ 0 w 1698649"/>
              <a:gd name="connsiteY2" fmla="*/ 1722120 h 1722120"/>
              <a:gd name="connsiteX3" fmla="*/ 429682 w 1698649"/>
              <a:gd name="connsiteY3" fmla="*/ 0 h 1722120"/>
              <a:gd name="connsiteX4" fmla="*/ 1698649 w 1698649"/>
              <a:gd name="connsiteY4" fmla="*/ 0 h 1722120"/>
              <a:gd name="connsiteX5" fmla="*/ 1273987 w 1698649"/>
              <a:gd name="connsiteY5" fmla="*/ 1722120 h 1722120"/>
              <a:gd name="connsiteX6" fmla="*/ 429682 w 1698649"/>
              <a:gd name="connsiteY6" fmla="*/ 1722120 h 17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649" h="1722120">
                <a:moveTo>
                  <a:pt x="7" y="1722094"/>
                </a:moveTo>
                <a:lnTo>
                  <a:pt x="1" y="1722120"/>
                </a:lnTo>
                <a:lnTo>
                  <a:pt x="0" y="1722120"/>
                </a:lnTo>
                <a:close/>
                <a:moveTo>
                  <a:pt x="429682" y="0"/>
                </a:moveTo>
                <a:lnTo>
                  <a:pt x="1698649" y="0"/>
                </a:lnTo>
                <a:lnTo>
                  <a:pt x="1273987" y="1722120"/>
                </a:lnTo>
                <a:lnTo>
                  <a:pt x="429682" y="17221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595BDDF3-0EE3-910C-F3D5-1E09E904F9D8}"/>
              </a:ext>
            </a:extLst>
          </p:cNvPr>
          <p:cNvSpPr>
            <a:spLocks noChangeAspect="1"/>
          </p:cNvSpPr>
          <p:nvPr/>
        </p:nvSpPr>
        <p:spPr>
          <a:xfrm>
            <a:off x="5248939" y="4611627"/>
            <a:ext cx="350311" cy="1404000"/>
          </a:xfrm>
          <a:prstGeom prst="triangle">
            <a:avLst>
              <a:gd name="adj" fmla="val 100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413ABD-4C9A-5804-CF1A-80509F1EA7AB}"/>
              </a:ext>
            </a:extLst>
          </p:cNvPr>
          <p:cNvSpPr>
            <a:spLocks noChangeAspect="1"/>
          </p:cNvSpPr>
          <p:nvPr/>
        </p:nvSpPr>
        <p:spPr>
          <a:xfrm>
            <a:off x="4592511" y="4618232"/>
            <a:ext cx="1014897" cy="1404000"/>
          </a:xfrm>
          <a:prstGeom prst="rect">
            <a:avLst/>
          </a:prstGeom>
          <a:noFill/>
          <a:ln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C90DC8-C20D-37DE-54EC-31B3DBF3DA30}"/>
              </a:ext>
            </a:extLst>
          </p:cNvPr>
          <p:cNvSpPr txBox="1"/>
          <p:nvPr/>
        </p:nvSpPr>
        <p:spPr>
          <a:xfrm>
            <a:off x="4928664" y="6015627"/>
            <a:ext cx="300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F10B53-6D22-F7B3-DA24-47C373686E76}"/>
              </a:ext>
            </a:extLst>
          </p:cNvPr>
          <p:cNvSpPr txBox="1"/>
          <p:nvPr/>
        </p:nvSpPr>
        <p:spPr>
          <a:xfrm>
            <a:off x="4209424" y="5045116"/>
            <a:ext cx="300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54CFAC-8CAD-AB6A-8083-5F6A90B5A128}"/>
              </a:ext>
            </a:extLst>
          </p:cNvPr>
          <p:cNvSpPr txBox="1"/>
          <p:nvPr/>
        </p:nvSpPr>
        <p:spPr>
          <a:xfrm>
            <a:off x="6243872" y="4850074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1235AE-911F-3681-076A-3B419BED84CE}"/>
              </a:ext>
            </a:extLst>
          </p:cNvPr>
          <p:cNvSpPr txBox="1"/>
          <p:nvPr/>
        </p:nvSpPr>
        <p:spPr>
          <a:xfrm>
            <a:off x="6243872" y="5448630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FA14CA2-69D4-3C6D-A64C-171DEB590E59}"/>
                  </a:ext>
                </a:extLst>
              </p:cNvPr>
              <p:cNvSpPr txBox="1"/>
              <p:nvPr/>
            </p:nvSpPr>
            <p:spPr>
              <a:xfrm>
                <a:off x="8102196" y="4890777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FA14CA2-69D4-3C6D-A64C-171DEB590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196" y="4890777"/>
                <a:ext cx="1077218" cy="307777"/>
              </a:xfrm>
              <a:prstGeom prst="rect">
                <a:avLst/>
              </a:prstGeom>
              <a:blipFill>
                <a:blip r:embed="rId10"/>
                <a:stretch>
                  <a:fillRect l="-3955" r="-5085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C93644C-1D6C-A6BE-65E2-FBB59E4DF281}"/>
                  </a:ext>
                </a:extLst>
              </p:cNvPr>
              <p:cNvSpPr txBox="1"/>
              <p:nvPr/>
            </p:nvSpPr>
            <p:spPr>
              <a:xfrm>
                <a:off x="8102196" y="5489333"/>
                <a:ext cx="14827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C93644C-1D6C-A6BE-65E2-FBB59E4DF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196" y="5489333"/>
                <a:ext cx="1482777" cy="307777"/>
              </a:xfrm>
              <a:prstGeom prst="rect">
                <a:avLst/>
              </a:prstGeom>
              <a:blipFill>
                <a:blip r:embed="rId11"/>
                <a:stretch>
                  <a:fillRect l="-2881" r="-3292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6822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1E4F5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5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AF87A70E-9BF4-718B-1946-AEA56F498C61}"/>
              </a:ext>
            </a:extLst>
          </p:cNvPr>
          <p:cNvSpPr txBox="1"/>
          <p:nvPr/>
        </p:nvSpPr>
        <p:spPr>
          <a:xfrm>
            <a:off x="332896" y="98208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ROMBO: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FF6C2C3-085E-84A6-25F0-F50B26466BEB}"/>
              </a:ext>
            </a:extLst>
          </p:cNvPr>
          <p:cNvSpPr txBox="1"/>
          <p:nvPr/>
        </p:nvSpPr>
        <p:spPr>
          <a:xfrm>
            <a:off x="4407228" y="1460455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2FF5DD-FFFE-426E-6F9A-EB351D29E02A}"/>
              </a:ext>
            </a:extLst>
          </p:cNvPr>
          <p:cNvSpPr txBox="1"/>
          <p:nvPr/>
        </p:nvSpPr>
        <p:spPr>
          <a:xfrm>
            <a:off x="4407228" y="2059011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/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blipFill>
                <a:blip r:embed="rId6"/>
                <a:stretch>
                  <a:fillRect l="-4192" r="-2395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/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blipFill>
                <a:blip r:embed="rId7"/>
                <a:stretch>
                  <a:fillRect l="-5839" r="-6569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6E86229D-B1D4-9A75-C1C8-E2E65293F783}"/>
              </a:ext>
            </a:extLst>
          </p:cNvPr>
          <p:cNvSpPr txBox="1"/>
          <p:nvPr/>
        </p:nvSpPr>
        <p:spPr>
          <a:xfrm>
            <a:off x="4264561" y="3510225"/>
            <a:ext cx="227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RECTÁNGULO: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/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blipFill>
                <a:blip r:embed="rId8"/>
                <a:stretch>
                  <a:fillRect l="-3684" r="-5789" b="-1372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37">
            <a:extLst>
              <a:ext uri="{FF2B5EF4-FFF2-40B4-BE49-F238E27FC236}">
                <a16:creationId xmlns:a16="http://schemas.microsoft.com/office/drawing/2014/main" id="{0DC5CB4A-70CC-99F5-99E1-7F19F36B252E}"/>
              </a:ext>
            </a:extLst>
          </p:cNvPr>
          <p:cNvSpPr/>
          <p:nvPr/>
        </p:nvSpPr>
        <p:spPr>
          <a:xfrm>
            <a:off x="1770929" y="3443417"/>
            <a:ext cx="1241792" cy="2008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92070C23-AB83-3CB6-0FD4-6A623FC5BAA6}"/>
              </a:ext>
            </a:extLst>
          </p:cNvPr>
          <p:cNvSpPr/>
          <p:nvPr/>
        </p:nvSpPr>
        <p:spPr>
          <a:xfrm>
            <a:off x="2387602" y="3443417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48" name="Triángulo isósceles 47">
            <a:extLst>
              <a:ext uri="{FF2B5EF4-FFF2-40B4-BE49-F238E27FC236}">
                <a16:creationId xmlns:a16="http://schemas.microsoft.com/office/drawing/2014/main" id="{E83CFD59-B5FC-6403-01F5-9CF63EAFE306}"/>
              </a:ext>
            </a:extLst>
          </p:cNvPr>
          <p:cNvSpPr/>
          <p:nvPr/>
        </p:nvSpPr>
        <p:spPr>
          <a:xfrm flipH="1">
            <a:off x="1766706" y="3443416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49" name="Triángulo isósceles 48">
            <a:extLst>
              <a:ext uri="{FF2B5EF4-FFF2-40B4-BE49-F238E27FC236}">
                <a16:creationId xmlns:a16="http://schemas.microsoft.com/office/drawing/2014/main" id="{72188EBF-31AC-D031-5E06-A4331E1F88A1}"/>
              </a:ext>
            </a:extLst>
          </p:cNvPr>
          <p:cNvSpPr/>
          <p:nvPr/>
        </p:nvSpPr>
        <p:spPr>
          <a:xfrm flipV="1">
            <a:off x="2387602" y="4433471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50" name="!!Triángulo isósceles 84">
            <a:extLst>
              <a:ext uri="{FF2B5EF4-FFF2-40B4-BE49-F238E27FC236}">
                <a16:creationId xmlns:a16="http://schemas.microsoft.com/office/drawing/2014/main" id="{A62A670A-C3FF-4EAF-E050-756DD6B41F75}"/>
              </a:ext>
            </a:extLst>
          </p:cNvPr>
          <p:cNvSpPr/>
          <p:nvPr/>
        </p:nvSpPr>
        <p:spPr>
          <a:xfrm flipH="1" flipV="1">
            <a:off x="1766706" y="4433472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1D0B129-B494-5EEC-2D1E-E6544D9502E8}"/>
              </a:ext>
            </a:extLst>
          </p:cNvPr>
          <p:cNvGrpSpPr/>
          <p:nvPr/>
        </p:nvGrpSpPr>
        <p:grpSpPr>
          <a:xfrm>
            <a:off x="1153085" y="1492151"/>
            <a:ext cx="2841704" cy="1182938"/>
            <a:chOff x="633539" y="3787560"/>
            <a:chExt cx="3370570" cy="1403091"/>
          </a:xfrm>
        </p:grpSpPr>
        <p:sp>
          <p:nvSpPr>
            <p:cNvPr id="52" name="Rombo 51">
              <a:extLst>
                <a:ext uri="{FF2B5EF4-FFF2-40B4-BE49-F238E27FC236}">
                  <a16:creationId xmlns:a16="http://schemas.microsoft.com/office/drawing/2014/main" id="{2BF1F119-65E9-7769-3276-AFD52D4B62D4}"/>
                </a:ext>
              </a:extLst>
            </p:cNvPr>
            <p:cNvSpPr/>
            <p:nvPr/>
          </p:nvSpPr>
          <p:spPr>
            <a:xfrm rot="1050024">
              <a:off x="633539" y="3787560"/>
              <a:ext cx="3370570" cy="1043166"/>
            </a:xfrm>
            <a:prstGeom prst="diamond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7B770AE0-9A8B-8BB3-4936-7501B72FBE22}"/>
                </a:ext>
              </a:extLst>
            </p:cNvPr>
            <p:cNvSpPr txBox="1"/>
            <p:nvPr/>
          </p:nvSpPr>
          <p:spPr>
            <a:xfrm>
              <a:off x="2847974" y="4790541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37394208-2DD9-CA24-F2D7-83946FC47E48}"/>
                </a:ext>
              </a:extLst>
            </p:cNvPr>
            <p:cNvSpPr txBox="1"/>
            <p:nvPr/>
          </p:nvSpPr>
          <p:spPr>
            <a:xfrm>
              <a:off x="1179194" y="423741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F6E83C9D-CD6E-2DE0-60DB-8CD02B404EAB}"/>
                </a:ext>
              </a:extLst>
            </p:cNvPr>
            <p:cNvCxnSpPr>
              <a:cxnSpLocks/>
            </p:cNvCxnSpPr>
            <p:nvPr/>
          </p:nvCxnSpPr>
          <p:spPr>
            <a:xfrm>
              <a:off x="2318824" y="3817620"/>
              <a:ext cx="0" cy="996085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6238B24D-ECBE-19B4-8926-65038E0DD1AB}"/>
                </a:ext>
              </a:extLst>
            </p:cNvPr>
            <p:cNvSpPr txBox="1"/>
            <p:nvPr/>
          </p:nvSpPr>
          <p:spPr>
            <a:xfrm>
              <a:off x="2347838" y="405980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</p:grp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DE99ED2B-E36C-CB05-F7CB-C06814EFE605}"/>
              </a:ext>
            </a:extLst>
          </p:cNvPr>
          <p:cNvCxnSpPr>
            <a:cxnSpLocks/>
          </p:cNvCxnSpPr>
          <p:nvPr/>
        </p:nvCxnSpPr>
        <p:spPr>
          <a:xfrm>
            <a:off x="1771970" y="4433472"/>
            <a:ext cx="1241792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21996E5-02BE-82AD-12A1-851A3FFA2A9C}"/>
              </a:ext>
            </a:extLst>
          </p:cNvPr>
          <p:cNvCxnSpPr>
            <a:cxnSpLocks/>
          </p:cNvCxnSpPr>
          <p:nvPr/>
        </p:nvCxnSpPr>
        <p:spPr>
          <a:xfrm>
            <a:off x="1423162" y="3443417"/>
            <a:ext cx="0" cy="200845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1B2CED1F-C559-2879-63B5-4855269664DA}"/>
              </a:ext>
            </a:extLst>
          </p:cNvPr>
          <p:cNvCxnSpPr>
            <a:cxnSpLocks/>
          </p:cNvCxnSpPr>
          <p:nvPr/>
        </p:nvCxnSpPr>
        <p:spPr>
          <a:xfrm flipH="1">
            <a:off x="1771970" y="5926939"/>
            <a:ext cx="124179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7892C5F2-A6F1-9DE8-3541-4FAF1E0E1BCA}"/>
              </a:ext>
            </a:extLst>
          </p:cNvPr>
          <p:cNvSpPr txBox="1"/>
          <p:nvPr/>
        </p:nvSpPr>
        <p:spPr>
          <a:xfrm>
            <a:off x="973407" y="4193112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d’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50EB005-915E-664D-09AA-818936F9D6BC}"/>
              </a:ext>
            </a:extLst>
          </p:cNvPr>
          <p:cNvSpPr txBox="1"/>
          <p:nvPr/>
        </p:nvSpPr>
        <p:spPr>
          <a:xfrm>
            <a:off x="2129911" y="5525929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7EBF487A-7AFF-7F8F-6BB6-A9872440DD7C}"/>
              </a:ext>
            </a:extLst>
          </p:cNvPr>
          <p:cNvCxnSpPr>
            <a:cxnSpLocks/>
          </p:cNvCxnSpPr>
          <p:nvPr/>
        </p:nvCxnSpPr>
        <p:spPr>
          <a:xfrm>
            <a:off x="2392866" y="3510225"/>
            <a:ext cx="0" cy="19736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orma libre: forma 67">
            <a:extLst>
              <a:ext uri="{FF2B5EF4-FFF2-40B4-BE49-F238E27FC236}">
                <a16:creationId xmlns:a16="http://schemas.microsoft.com/office/drawing/2014/main" id="{38764523-9A9E-2D2C-7484-EF4AE0ACED94}"/>
              </a:ext>
            </a:extLst>
          </p:cNvPr>
          <p:cNvSpPr/>
          <p:nvPr/>
        </p:nvSpPr>
        <p:spPr>
          <a:xfrm flipH="1">
            <a:off x="1776230" y="3440240"/>
            <a:ext cx="1231737" cy="2002108"/>
          </a:xfrm>
          <a:custGeom>
            <a:avLst/>
            <a:gdLst>
              <a:gd name="connsiteX0" fmla="*/ 620896 w 1247056"/>
              <a:gd name="connsiteY0" fmla="*/ 0 h 1980110"/>
              <a:gd name="connsiteX1" fmla="*/ 620896 w 1247056"/>
              <a:gd name="connsiteY1" fmla="*/ 8324 h 1980110"/>
              <a:gd name="connsiteX2" fmla="*/ 1 w 1247056"/>
              <a:gd name="connsiteY2" fmla="*/ 990055 h 1980110"/>
              <a:gd name="connsiteX3" fmla="*/ 0 w 1247056"/>
              <a:gd name="connsiteY3" fmla="*/ 990055 h 1980110"/>
              <a:gd name="connsiteX4" fmla="*/ 0 w 1247056"/>
              <a:gd name="connsiteY4" fmla="*/ 990056 h 1980110"/>
              <a:gd name="connsiteX5" fmla="*/ 0 w 1247056"/>
              <a:gd name="connsiteY5" fmla="*/ 990056 h 1980110"/>
              <a:gd name="connsiteX6" fmla="*/ 1 w 1247056"/>
              <a:gd name="connsiteY6" fmla="*/ 990056 h 1980110"/>
              <a:gd name="connsiteX7" fmla="*/ 620896 w 1247056"/>
              <a:gd name="connsiteY7" fmla="*/ 1971787 h 1980110"/>
              <a:gd name="connsiteX8" fmla="*/ 620896 w 1247056"/>
              <a:gd name="connsiteY8" fmla="*/ 1980110 h 1980110"/>
              <a:gd name="connsiteX9" fmla="*/ 623528 w 1247056"/>
              <a:gd name="connsiteY9" fmla="*/ 1975949 h 1980110"/>
              <a:gd name="connsiteX10" fmla="*/ 626160 w 1247056"/>
              <a:gd name="connsiteY10" fmla="*/ 1980110 h 1980110"/>
              <a:gd name="connsiteX11" fmla="*/ 626160 w 1247056"/>
              <a:gd name="connsiteY11" fmla="*/ 1971787 h 1980110"/>
              <a:gd name="connsiteX12" fmla="*/ 1247056 w 1247056"/>
              <a:gd name="connsiteY12" fmla="*/ 990055 h 1980110"/>
              <a:gd name="connsiteX13" fmla="*/ 626160 w 1247056"/>
              <a:gd name="connsiteY13" fmla="*/ 8323 h 1980110"/>
              <a:gd name="connsiteX14" fmla="*/ 626160 w 1247056"/>
              <a:gd name="connsiteY14" fmla="*/ 1 h 1980110"/>
              <a:gd name="connsiteX15" fmla="*/ 623528 w 1247056"/>
              <a:gd name="connsiteY15" fmla="*/ 4162 h 198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47056" h="1980110">
                <a:moveTo>
                  <a:pt x="620896" y="0"/>
                </a:moveTo>
                <a:lnTo>
                  <a:pt x="620896" y="8324"/>
                </a:lnTo>
                <a:lnTo>
                  <a:pt x="1" y="990055"/>
                </a:lnTo>
                <a:lnTo>
                  <a:pt x="0" y="990055"/>
                </a:lnTo>
                <a:lnTo>
                  <a:pt x="0" y="990056"/>
                </a:lnTo>
                <a:lnTo>
                  <a:pt x="0" y="990056"/>
                </a:lnTo>
                <a:lnTo>
                  <a:pt x="1" y="990056"/>
                </a:lnTo>
                <a:lnTo>
                  <a:pt x="620896" y="1971787"/>
                </a:lnTo>
                <a:lnTo>
                  <a:pt x="620896" y="1980110"/>
                </a:lnTo>
                <a:lnTo>
                  <a:pt x="623528" y="1975949"/>
                </a:lnTo>
                <a:lnTo>
                  <a:pt x="626160" y="1980110"/>
                </a:lnTo>
                <a:lnTo>
                  <a:pt x="626160" y="1971787"/>
                </a:lnTo>
                <a:lnTo>
                  <a:pt x="1247056" y="990055"/>
                </a:lnTo>
                <a:lnTo>
                  <a:pt x="626160" y="8323"/>
                </a:lnTo>
                <a:lnTo>
                  <a:pt x="626160" y="1"/>
                </a:lnTo>
                <a:lnTo>
                  <a:pt x="623528" y="4162"/>
                </a:lnTo>
                <a:close/>
              </a:path>
            </a:pathLst>
          </a:custGeom>
          <a:noFill/>
          <a:ln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sz="160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88CD10B4-887A-987B-5F88-F87F4E0351EC}"/>
              </a:ext>
            </a:extLst>
          </p:cNvPr>
          <p:cNvSpPr/>
          <p:nvPr/>
        </p:nvSpPr>
        <p:spPr>
          <a:xfrm>
            <a:off x="1771970" y="3443417"/>
            <a:ext cx="1241792" cy="2008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818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49EDD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38" grpId="0" animBg="1"/>
      <p:bldP spid="39" grpId="0" animBg="1"/>
      <p:bldP spid="48" grpId="0" animBg="1"/>
      <p:bldP spid="49" grpId="0" animBg="1"/>
      <p:bldP spid="50" grpId="0" animBg="1"/>
      <p:bldP spid="65" grpId="0"/>
      <p:bldP spid="66" grpId="0"/>
      <p:bldP spid="68" grpId="0" animBg="1"/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AF87A70E-9BF4-718B-1946-AEA56F498C61}"/>
              </a:ext>
            </a:extLst>
          </p:cNvPr>
          <p:cNvSpPr txBox="1"/>
          <p:nvPr/>
        </p:nvSpPr>
        <p:spPr>
          <a:xfrm>
            <a:off x="332896" y="982088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ROMBO: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FF6C2C3-085E-84A6-25F0-F50B26466BEB}"/>
              </a:ext>
            </a:extLst>
          </p:cNvPr>
          <p:cNvSpPr txBox="1"/>
          <p:nvPr/>
        </p:nvSpPr>
        <p:spPr>
          <a:xfrm>
            <a:off x="4407228" y="1460455"/>
            <a:ext cx="116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2FF5DD-FFFE-426E-6F9A-EB351D29E02A}"/>
              </a:ext>
            </a:extLst>
          </p:cNvPr>
          <p:cNvSpPr txBox="1"/>
          <p:nvPr/>
        </p:nvSpPr>
        <p:spPr>
          <a:xfrm>
            <a:off x="4407228" y="2059011"/>
            <a:ext cx="199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/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A21D9F-E8E5-A966-73DA-F1A98F07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1506621"/>
                <a:ext cx="1016304" cy="307777"/>
              </a:xfrm>
              <a:prstGeom prst="rect">
                <a:avLst/>
              </a:prstGeom>
              <a:blipFill>
                <a:blip r:embed="rId6"/>
                <a:stretch>
                  <a:fillRect l="-4192" r="-2395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/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A395969-BB06-C592-EEED-8FDF30E3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39" y="2105177"/>
                <a:ext cx="831766" cy="307777"/>
              </a:xfrm>
              <a:prstGeom prst="rect">
                <a:avLst/>
              </a:prstGeom>
              <a:blipFill>
                <a:blip r:embed="rId7"/>
                <a:stretch>
                  <a:fillRect l="-5839" r="-6569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6E86229D-B1D4-9A75-C1C8-E2E65293F783}"/>
              </a:ext>
            </a:extLst>
          </p:cNvPr>
          <p:cNvSpPr txBox="1"/>
          <p:nvPr/>
        </p:nvSpPr>
        <p:spPr>
          <a:xfrm>
            <a:off x="4264561" y="3510225"/>
            <a:ext cx="227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RECTÁNGULO: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/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4261F0C-8325-6759-4841-8FABECE13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072" y="3702824"/>
                <a:ext cx="1158971" cy="307777"/>
              </a:xfrm>
              <a:prstGeom prst="rect">
                <a:avLst/>
              </a:prstGeom>
              <a:blipFill>
                <a:blip r:embed="rId8"/>
                <a:stretch>
                  <a:fillRect l="-3684" r="-5789" b="-1372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37">
            <a:extLst>
              <a:ext uri="{FF2B5EF4-FFF2-40B4-BE49-F238E27FC236}">
                <a16:creationId xmlns:a16="http://schemas.microsoft.com/office/drawing/2014/main" id="{0DC5CB4A-70CC-99F5-99E1-7F19F36B252E}"/>
              </a:ext>
            </a:extLst>
          </p:cNvPr>
          <p:cNvSpPr/>
          <p:nvPr/>
        </p:nvSpPr>
        <p:spPr>
          <a:xfrm>
            <a:off x="1770929" y="3443417"/>
            <a:ext cx="1241792" cy="2008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1D0B129-B494-5EEC-2D1E-E6544D9502E8}"/>
              </a:ext>
            </a:extLst>
          </p:cNvPr>
          <p:cNvGrpSpPr/>
          <p:nvPr/>
        </p:nvGrpSpPr>
        <p:grpSpPr>
          <a:xfrm>
            <a:off x="1153085" y="1492151"/>
            <a:ext cx="2841704" cy="1182938"/>
            <a:chOff x="633539" y="3787560"/>
            <a:chExt cx="3370570" cy="1403091"/>
          </a:xfrm>
        </p:grpSpPr>
        <p:sp>
          <p:nvSpPr>
            <p:cNvPr id="52" name="Rombo 51">
              <a:extLst>
                <a:ext uri="{FF2B5EF4-FFF2-40B4-BE49-F238E27FC236}">
                  <a16:creationId xmlns:a16="http://schemas.microsoft.com/office/drawing/2014/main" id="{2BF1F119-65E9-7769-3276-AFD52D4B62D4}"/>
                </a:ext>
              </a:extLst>
            </p:cNvPr>
            <p:cNvSpPr/>
            <p:nvPr/>
          </p:nvSpPr>
          <p:spPr>
            <a:xfrm rot="1050024">
              <a:off x="633539" y="3787560"/>
              <a:ext cx="3370570" cy="1043166"/>
            </a:xfrm>
            <a:prstGeom prst="diamond">
              <a:avLst/>
            </a:prstGeom>
            <a:solidFill>
              <a:schemeClr val="accent4">
                <a:lumMod val="20000"/>
                <a:lumOff val="80000"/>
              </a:schemeClr>
            </a:solidFill>
            <a:ln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7B770AE0-9A8B-8BB3-4936-7501B72FBE22}"/>
                </a:ext>
              </a:extLst>
            </p:cNvPr>
            <p:cNvSpPr txBox="1"/>
            <p:nvPr/>
          </p:nvSpPr>
          <p:spPr>
            <a:xfrm>
              <a:off x="2847974" y="4790541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37394208-2DD9-CA24-F2D7-83946FC47E48}"/>
                </a:ext>
              </a:extLst>
            </p:cNvPr>
            <p:cNvSpPr txBox="1"/>
            <p:nvPr/>
          </p:nvSpPr>
          <p:spPr>
            <a:xfrm>
              <a:off x="1179194" y="4237410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l</a:t>
              </a:r>
            </a:p>
          </p:txBody>
        </p: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F6E83C9D-CD6E-2DE0-60DB-8CD02B404EAB}"/>
                </a:ext>
              </a:extLst>
            </p:cNvPr>
            <p:cNvCxnSpPr>
              <a:cxnSpLocks/>
            </p:cNvCxnSpPr>
            <p:nvPr/>
          </p:nvCxnSpPr>
          <p:spPr>
            <a:xfrm>
              <a:off x="2318824" y="3817620"/>
              <a:ext cx="0" cy="996085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6238B24D-ECBE-19B4-8926-65038E0DD1AB}"/>
                </a:ext>
              </a:extLst>
            </p:cNvPr>
            <p:cNvSpPr txBox="1"/>
            <p:nvPr/>
          </p:nvSpPr>
          <p:spPr>
            <a:xfrm>
              <a:off x="2347838" y="4059807"/>
              <a:ext cx="30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</p:grpSp>
      <p:sp>
        <p:nvSpPr>
          <p:cNvPr id="71" name="Triángulo isósceles 70">
            <a:extLst>
              <a:ext uri="{FF2B5EF4-FFF2-40B4-BE49-F238E27FC236}">
                <a16:creationId xmlns:a16="http://schemas.microsoft.com/office/drawing/2014/main" id="{3FD7699D-8D1A-27D0-D753-0C065BE0079A}"/>
              </a:ext>
            </a:extLst>
          </p:cNvPr>
          <p:cNvSpPr/>
          <p:nvPr/>
        </p:nvSpPr>
        <p:spPr>
          <a:xfrm>
            <a:off x="2381895" y="3440340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2" name="Triángulo isósceles 71">
            <a:extLst>
              <a:ext uri="{FF2B5EF4-FFF2-40B4-BE49-F238E27FC236}">
                <a16:creationId xmlns:a16="http://schemas.microsoft.com/office/drawing/2014/main" id="{84FB7B4E-8D71-D551-888B-4B42D598B439}"/>
              </a:ext>
            </a:extLst>
          </p:cNvPr>
          <p:cNvSpPr/>
          <p:nvPr/>
        </p:nvSpPr>
        <p:spPr>
          <a:xfrm flipH="1">
            <a:off x="1765123" y="3443415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3" name="Triángulo isósceles 72">
            <a:extLst>
              <a:ext uri="{FF2B5EF4-FFF2-40B4-BE49-F238E27FC236}">
                <a16:creationId xmlns:a16="http://schemas.microsoft.com/office/drawing/2014/main" id="{13B91B26-2985-1467-1590-379A3D845E1F}"/>
              </a:ext>
            </a:extLst>
          </p:cNvPr>
          <p:cNvSpPr/>
          <p:nvPr/>
        </p:nvSpPr>
        <p:spPr>
          <a:xfrm flipV="1">
            <a:off x="1779177" y="3449571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4" name="!!Triángulo isósceles 84">
            <a:extLst>
              <a:ext uri="{FF2B5EF4-FFF2-40B4-BE49-F238E27FC236}">
                <a16:creationId xmlns:a16="http://schemas.microsoft.com/office/drawing/2014/main" id="{AF01CF96-943E-1737-EFEA-5676921A2B7C}"/>
              </a:ext>
            </a:extLst>
          </p:cNvPr>
          <p:cNvSpPr/>
          <p:nvPr/>
        </p:nvSpPr>
        <p:spPr>
          <a:xfrm flipH="1" flipV="1">
            <a:off x="2397082" y="3443415"/>
            <a:ext cx="626160" cy="990055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4CF6FBE7-67CD-56D0-E2E7-D5A6505886DA}"/>
              </a:ext>
            </a:extLst>
          </p:cNvPr>
          <p:cNvCxnSpPr>
            <a:cxnSpLocks/>
          </p:cNvCxnSpPr>
          <p:nvPr/>
        </p:nvCxnSpPr>
        <p:spPr>
          <a:xfrm>
            <a:off x="1778268" y="4433472"/>
            <a:ext cx="1241792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F3B6EF6E-4FBA-8E9E-A156-5903CE8A9F55}"/>
              </a:ext>
            </a:extLst>
          </p:cNvPr>
          <p:cNvCxnSpPr/>
          <p:nvPr/>
        </p:nvCxnSpPr>
        <p:spPr>
          <a:xfrm>
            <a:off x="1429460" y="3443417"/>
            <a:ext cx="0" cy="200845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FBB0D3B4-8B21-5DEA-F76D-250003A8923E}"/>
              </a:ext>
            </a:extLst>
          </p:cNvPr>
          <p:cNvCxnSpPr>
            <a:cxnSpLocks/>
          </p:cNvCxnSpPr>
          <p:nvPr/>
        </p:nvCxnSpPr>
        <p:spPr>
          <a:xfrm flipH="1">
            <a:off x="1778268" y="5926939"/>
            <a:ext cx="124179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D8DA6B7-BE28-F79E-D371-5BD1DB0C735E}"/>
              </a:ext>
            </a:extLst>
          </p:cNvPr>
          <p:cNvSpPr txBox="1"/>
          <p:nvPr/>
        </p:nvSpPr>
        <p:spPr>
          <a:xfrm>
            <a:off x="979705" y="4193112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d’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D8BCD0B-67F5-A44C-CFAC-3502D53F3ACA}"/>
              </a:ext>
            </a:extLst>
          </p:cNvPr>
          <p:cNvSpPr txBox="1"/>
          <p:nvPr/>
        </p:nvSpPr>
        <p:spPr>
          <a:xfrm>
            <a:off x="2136209" y="5525929"/>
            <a:ext cx="52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</a:t>
            </a:r>
          </a:p>
        </p:txBody>
      </p: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C34A6D9C-60B4-7055-D389-667FEB2C5EE7}"/>
              </a:ext>
            </a:extLst>
          </p:cNvPr>
          <p:cNvCxnSpPr>
            <a:cxnSpLocks/>
          </p:cNvCxnSpPr>
          <p:nvPr/>
        </p:nvCxnSpPr>
        <p:spPr>
          <a:xfrm>
            <a:off x="2399164" y="3510225"/>
            <a:ext cx="0" cy="19736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orma libre: forma 80">
            <a:extLst>
              <a:ext uri="{FF2B5EF4-FFF2-40B4-BE49-F238E27FC236}">
                <a16:creationId xmlns:a16="http://schemas.microsoft.com/office/drawing/2014/main" id="{E056D290-F0F9-C00B-F486-0B85A34F4370}"/>
              </a:ext>
            </a:extLst>
          </p:cNvPr>
          <p:cNvSpPr/>
          <p:nvPr/>
        </p:nvSpPr>
        <p:spPr>
          <a:xfrm flipH="1">
            <a:off x="1782528" y="3440240"/>
            <a:ext cx="1231737" cy="2002108"/>
          </a:xfrm>
          <a:custGeom>
            <a:avLst/>
            <a:gdLst>
              <a:gd name="connsiteX0" fmla="*/ 620896 w 1247056"/>
              <a:gd name="connsiteY0" fmla="*/ 0 h 1980110"/>
              <a:gd name="connsiteX1" fmla="*/ 620896 w 1247056"/>
              <a:gd name="connsiteY1" fmla="*/ 8324 h 1980110"/>
              <a:gd name="connsiteX2" fmla="*/ 1 w 1247056"/>
              <a:gd name="connsiteY2" fmla="*/ 990055 h 1980110"/>
              <a:gd name="connsiteX3" fmla="*/ 0 w 1247056"/>
              <a:gd name="connsiteY3" fmla="*/ 990055 h 1980110"/>
              <a:gd name="connsiteX4" fmla="*/ 0 w 1247056"/>
              <a:gd name="connsiteY4" fmla="*/ 990056 h 1980110"/>
              <a:gd name="connsiteX5" fmla="*/ 0 w 1247056"/>
              <a:gd name="connsiteY5" fmla="*/ 990056 h 1980110"/>
              <a:gd name="connsiteX6" fmla="*/ 1 w 1247056"/>
              <a:gd name="connsiteY6" fmla="*/ 990056 h 1980110"/>
              <a:gd name="connsiteX7" fmla="*/ 620896 w 1247056"/>
              <a:gd name="connsiteY7" fmla="*/ 1971787 h 1980110"/>
              <a:gd name="connsiteX8" fmla="*/ 620896 w 1247056"/>
              <a:gd name="connsiteY8" fmla="*/ 1980110 h 1980110"/>
              <a:gd name="connsiteX9" fmla="*/ 623528 w 1247056"/>
              <a:gd name="connsiteY9" fmla="*/ 1975949 h 1980110"/>
              <a:gd name="connsiteX10" fmla="*/ 626160 w 1247056"/>
              <a:gd name="connsiteY10" fmla="*/ 1980110 h 1980110"/>
              <a:gd name="connsiteX11" fmla="*/ 626160 w 1247056"/>
              <a:gd name="connsiteY11" fmla="*/ 1971787 h 1980110"/>
              <a:gd name="connsiteX12" fmla="*/ 1247056 w 1247056"/>
              <a:gd name="connsiteY12" fmla="*/ 990055 h 1980110"/>
              <a:gd name="connsiteX13" fmla="*/ 626160 w 1247056"/>
              <a:gd name="connsiteY13" fmla="*/ 8323 h 1980110"/>
              <a:gd name="connsiteX14" fmla="*/ 626160 w 1247056"/>
              <a:gd name="connsiteY14" fmla="*/ 1 h 1980110"/>
              <a:gd name="connsiteX15" fmla="*/ 623528 w 1247056"/>
              <a:gd name="connsiteY15" fmla="*/ 4162 h 198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47056" h="1980110">
                <a:moveTo>
                  <a:pt x="620896" y="0"/>
                </a:moveTo>
                <a:lnTo>
                  <a:pt x="620896" y="8324"/>
                </a:lnTo>
                <a:lnTo>
                  <a:pt x="1" y="990055"/>
                </a:lnTo>
                <a:lnTo>
                  <a:pt x="0" y="990055"/>
                </a:lnTo>
                <a:lnTo>
                  <a:pt x="0" y="990056"/>
                </a:lnTo>
                <a:lnTo>
                  <a:pt x="0" y="990056"/>
                </a:lnTo>
                <a:lnTo>
                  <a:pt x="1" y="990056"/>
                </a:lnTo>
                <a:lnTo>
                  <a:pt x="620896" y="1971787"/>
                </a:lnTo>
                <a:lnTo>
                  <a:pt x="620896" y="1980110"/>
                </a:lnTo>
                <a:lnTo>
                  <a:pt x="623528" y="1975949"/>
                </a:lnTo>
                <a:lnTo>
                  <a:pt x="626160" y="1980110"/>
                </a:lnTo>
                <a:lnTo>
                  <a:pt x="626160" y="1971787"/>
                </a:lnTo>
                <a:lnTo>
                  <a:pt x="1247056" y="990055"/>
                </a:lnTo>
                <a:lnTo>
                  <a:pt x="626160" y="8323"/>
                </a:lnTo>
                <a:lnTo>
                  <a:pt x="626160" y="1"/>
                </a:lnTo>
                <a:lnTo>
                  <a:pt x="623528" y="4162"/>
                </a:lnTo>
                <a:close/>
              </a:path>
            </a:pathLst>
          </a:custGeom>
          <a:noFill/>
          <a:ln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sz="1600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5009392D-2D1D-BC97-D764-BB9C44A9CEF9}"/>
              </a:ext>
            </a:extLst>
          </p:cNvPr>
          <p:cNvSpPr/>
          <p:nvPr/>
        </p:nvSpPr>
        <p:spPr>
          <a:xfrm>
            <a:off x="1778268" y="3443417"/>
            <a:ext cx="1241792" cy="2008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0589CB9-5CDE-124B-6484-BC92F5A64A15}"/>
              </a:ext>
            </a:extLst>
          </p:cNvPr>
          <p:cNvSpPr txBox="1"/>
          <p:nvPr/>
        </p:nvSpPr>
        <p:spPr>
          <a:xfrm>
            <a:off x="4264561" y="4521230"/>
            <a:ext cx="227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 DEL ROMBO: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F9340A-BA1F-AB1B-9912-74ADD8703CBA}"/>
                  </a:ext>
                </a:extLst>
              </p:cNvPr>
              <p:cNvSpPr txBox="1"/>
              <p:nvPr/>
            </p:nvSpPr>
            <p:spPr>
              <a:xfrm>
                <a:off x="6842703" y="4521230"/>
                <a:ext cx="1158971" cy="5996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F9340A-BA1F-AB1B-9912-74ADD8703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703" y="4521230"/>
                <a:ext cx="1158971" cy="5996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08055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D12AD5FD-3142-7C3B-97B8-64370CA2636F}"/>
              </a:ext>
            </a:extLst>
          </p:cNvPr>
          <p:cNvSpPr txBox="1"/>
          <p:nvPr/>
        </p:nvSpPr>
        <p:spPr>
          <a:xfrm>
            <a:off x="439626" y="977574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TRAPECIO: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rapecio 5">
            <a:extLst>
              <a:ext uri="{FF2B5EF4-FFF2-40B4-BE49-F238E27FC236}">
                <a16:creationId xmlns:a16="http://schemas.microsoft.com/office/drawing/2014/main" id="{DEC97A78-5959-B78D-2BD0-4FA6660F4060}"/>
              </a:ext>
            </a:extLst>
          </p:cNvPr>
          <p:cNvSpPr/>
          <p:nvPr/>
        </p:nvSpPr>
        <p:spPr>
          <a:xfrm>
            <a:off x="1139117" y="1837227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rapecio 5">
            <a:extLst>
              <a:ext uri="{FF2B5EF4-FFF2-40B4-BE49-F238E27FC236}">
                <a16:creationId xmlns:a16="http://schemas.microsoft.com/office/drawing/2014/main" id="{BF3D7598-8D82-461D-985C-BB096830C31E}"/>
              </a:ext>
            </a:extLst>
          </p:cNvPr>
          <p:cNvSpPr/>
          <p:nvPr/>
        </p:nvSpPr>
        <p:spPr>
          <a:xfrm>
            <a:off x="1139117" y="1839369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EFF91A4-C067-934E-B7C4-0821B2282378}"/>
              </a:ext>
            </a:extLst>
          </p:cNvPr>
          <p:cNvSpPr txBox="1"/>
          <p:nvPr/>
        </p:nvSpPr>
        <p:spPr>
          <a:xfrm>
            <a:off x="2158791" y="3034604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589F118-BC4F-41BB-E48B-03C7A8BD5AE6}"/>
              </a:ext>
            </a:extLst>
          </p:cNvPr>
          <p:cNvSpPr txBox="1"/>
          <p:nvPr/>
        </p:nvSpPr>
        <p:spPr>
          <a:xfrm>
            <a:off x="1889744" y="1408161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20A8239-95AD-C77A-9802-D4CD795EBAC0}"/>
              </a:ext>
            </a:extLst>
          </p:cNvPr>
          <p:cNvCxnSpPr>
            <a:cxnSpLocks/>
          </p:cNvCxnSpPr>
          <p:nvPr/>
        </p:nvCxnSpPr>
        <p:spPr>
          <a:xfrm flipH="1">
            <a:off x="1845711" y="1837227"/>
            <a:ext cx="9524" cy="119737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980B480-26AE-F68F-3D74-21B1DF0A9AF0}"/>
              </a:ext>
            </a:extLst>
          </p:cNvPr>
          <p:cNvSpPr txBox="1"/>
          <p:nvPr/>
        </p:nvSpPr>
        <p:spPr>
          <a:xfrm>
            <a:off x="1761049" y="2113893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485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animBg="1"/>
      <p:bldP spid="30" grpId="0" animBg="1"/>
      <p:bldP spid="31" grpId="0"/>
      <p:bldP spid="32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D12AD5FD-3142-7C3B-97B8-64370CA2636F}"/>
              </a:ext>
            </a:extLst>
          </p:cNvPr>
          <p:cNvSpPr txBox="1"/>
          <p:nvPr/>
        </p:nvSpPr>
        <p:spPr>
          <a:xfrm>
            <a:off x="439626" y="977574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TRAPECIO: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rapecio 5">
            <a:extLst>
              <a:ext uri="{FF2B5EF4-FFF2-40B4-BE49-F238E27FC236}">
                <a16:creationId xmlns:a16="http://schemas.microsoft.com/office/drawing/2014/main" id="{39648838-050E-8959-6771-6DC156B663B0}"/>
              </a:ext>
            </a:extLst>
          </p:cNvPr>
          <p:cNvSpPr/>
          <p:nvPr/>
        </p:nvSpPr>
        <p:spPr>
          <a:xfrm rot="10800000">
            <a:off x="2675344" y="1839369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FEEB3B5-0661-20BA-B065-8E8351DABD76}"/>
              </a:ext>
            </a:extLst>
          </p:cNvPr>
          <p:cNvCxnSpPr>
            <a:endCxn id="17" idx="1"/>
          </p:cNvCxnSpPr>
          <p:nvPr/>
        </p:nvCxnSpPr>
        <p:spPr>
          <a:xfrm flipH="1">
            <a:off x="4936055" y="1839369"/>
            <a:ext cx="9571" cy="119309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FF480D1F-1C29-50FF-A290-29B9C670F4CC}"/>
              </a:ext>
            </a:extLst>
          </p:cNvPr>
          <p:cNvSpPr/>
          <p:nvPr/>
        </p:nvSpPr>
        <p:spPr>
          <a:xfrm rot="10800000">
            <a:off x="2675344" y="1839369"/>
            <a:ext cx="2251233" cy="1197377"/>
          </a:xfrm>
          <a:custGeom>
            <a:avLst/>
            <a:gdLst>
              <a:gd name="connsiteX0" fmla="*/ 2251233 w 2251233"/>
              <a:gd name="connsiteY0" fmla="*/ 1197377 h 1197377"/>
              <a:gd name="connsiteX1" fmla="*/ 0 w 2251233"/>
              <a:gd name="connsiteY1" fmla="*/ 1197377 h 1197377"/>
              <a:gd name="connsiteX2" fmla="*/ 0 w 2251233"/>
              <a:gd name="connsiteY2" fmla="*/ 4248 h 1197377"/>
              <a:gd name="connsiteX3" fmla="*/ 1038177 w 2251233"/>
              <a:gd name="connsiteY3" fmla="*/ 0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233" h="1197377">
                <a:moveTo>
                  <a:pt x="2251233" y="1197377"/>
                </a:moveTo>
                <a:lnTo>
                  <a:pt x="0" y="1197377"/>
                </a:lnTo>
                <a:lnTo>
                  <a:pt x="0" y="4248"/>
                </a:lnTo>
                <a:lnTo>
                  <a:pt x="1038177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679BA384-843D-BAF9-90E2-C3FC33F94559}"/>
              </a:ext>
            </a:extLst>
          </p:cNvPr>
          <p:cNvSpPr/>
          <p:nvPr/>
        </p:nvSpPr>
        <p:spPr>
          <a:xfrm rot="10800000">
            <a:off x="4945627" y="1839369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chemeClr val="bg1"/>
          </a:solidFill>
          <a:ln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!!Forma libre: forma 12">
            <a:extLst>
              <a:ext uri="{FF2B5EF4-FFF2-40B4-BE49-F238E27FC236}">
                <a16:creationId xmlns:a16="http://schemas.microsoft.com/office/drawing/2014/main" id="{D6C15F75-567A-DDF8-880F-3FFD77ECA108}"/>
              </a:ext>
            </a:extLst>
          </p:cNvPr>
          <p:cNvSpPr/>
          <p:nvPr/>
        </p:nvSpPr>
        <p:spPr>
          <a:xfrm rot="10800000">
            <a:off x="4925783" y="1839349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rapecio 5">
            <a:extLst>
              <a:ext uri="{FF2B5EF4-FFF2-40B4-BE49-F238E27FC236}">
                <a16:creationId xmlns:a16="http://schemas.microsoft.com/office/drawing/2014/main" id="{08150DF7-3AA1-41D9-3883-50C738AF198B}"/>
              </a:ext>
            </a:extLst>
          </p:cNvPr>
          <p:cNvSpPr/>
          <p:nvPr/>
        </p:nvSpPr>
        <p:spPr>
          <a:xfrm>
            <a:off x="1139116" y="1839369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547350C-A861-CAEA-B2C8-9F50E169BCED}"/>
              </a:ext>
            </a:extLst>
          </p:cNvPr>
          <p:cNvSpPr txBox="1"/>
          <p:nvPr/>
        </p:nvSpPr>
        <p:spPr>
          <a:xfrm>
            <a:off x="2158790" y="3034604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2702B0D-C259-048E-A904-0DCDF0294D48}"/>
              </a:ext>
            </a:extLst>
          </p:cNvPr>
          <p:cNvSpPr txBox="1"/>
          <p:nvPr/>
        </p:nvSpPr>
        <p:spPr>
          <a:xfrm>
            <a:off x="1889743" y="1408161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83E4D4A-DA9A-CF13-A60E-DF4DC4D8799E}"/>
              </a:ext>
            </a:extLst>
          </p:cNvPr>
          <p:cNvSpPr txBox="1"/>
          <p:nvPr/>
        </p:nvSpPr>
        <p:spPr>
          <a:xfrm>
            <a:off x="3874036" y="1377684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2459C1A-81CF-0D56-C862-BB06575D4F63}"/>
              </a:ext>
            </a:extLst>
          </p:cNvPr>
          <p:cNvSpPr txBox="1"/>
          <p:nvPr/>
        </p:nvSpPr>
        <p:spPr>
          <a:xfrm>
            <a:off x="4161764" y="3029613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490A0C3-FEB9-5214-8390-714F34C528DA}"/>
              </a:ext>
            </a:extLst>
          </p:cNvPr>
          <p:cNvCxnSpPr>
            <a:cxnSpLocks/>
          </p:cNvCxnSpPr>
          <p:nvPr/>
        </p:nvCxnSpPr>
        <p:spPr>
          <a:xfrm flipH="1">
            <a:off x="1845710" y="1837227"/>
            <a:ext cx="9524" cy="119737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8AEC195-49D0-656E-4D58-F0C442AD2D72}"/>
              </a:ext>
            </a:extLst>
          </p:cNvPr>
          <p:cNvSpPr txBox="1"/>
          <p:nvPr/>
        </p:nvSpPr>
        <p:spPr>
          <a:xfrm>
            <a:off x="1761048" y="2113893"/>
            <a:ext cx="56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3529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 animBg="1"/>
      <p:bldP spid="20" grpId="0" animBg="1"/>
      <p:bldP spid="21" grpId="0" animBg="1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D12AD5FD-3142-7C3B-97B8-64370CA2636F}"/>
              </a:ext>
            </a:extLst>
          </p:cNvPr>
          <p:cNvSpPr txBox="1"/>
          <p:nvPr/>
        </p:nvSpPr>
        <p:spPr>
          <a:xfrm>
            <a:off x="439626" y="977574"/>
            <a:ext cx="2671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TRAPECIO: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1C09A706-9187-09A5-C344-75A972CD08FC}"/>
              </a:ext>
            </a:extLst>
          </p:cNvPr>
          <p:cNvSpPr/>
          <p:nvPr/>
        </p:nvSpPr>
        <p:spPr>
          <a:xfrm rot="10800000">
            <a:off x="3196996" y="1841645"/>
            <a:ext cx="2251233" cy="1197377"/>
          </a:xfrm>
          <a:custGeom>
            <a:avLst/>
            <a:gdLst>
              <a:gd name="connsiteX0" fmla="*/ 2251233 w 2251233"/>
              <a:gd name="connsiteY0" fmla="*/ 1197377 h 1197377"/>
              <a:gd name="connsiteX1" fmla="*/ 0 w 2251233"/>
              <a:gd name="connsiteY1" fmla="*/ 1197377 h 1197377"/>
              <a:gd name="connsiteX2" fmla="*/ 0 w 2251233"/>
              <a:gd name="connsiteY2" fmla="*/ 4248 h 1197377"/>
              <a:gd name="connsiteX3" fmla="*/ 1038177 w 2251233"/>
              <a:gd name="connsiteY3" fmla="*/ 0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233" h="1197377">
                <a:moveTo>
                  <a:pt x="2251233" y="1197377"/>
                </a:moveTo>
                <a:lnTo>
                  <a:pt x="0" y="1197377"/>
                </a:lnTo>
                <a:lnTo>
                  <a:pt x="0" y="4248"/>
                </a:lnTo>
                <a:lnTo>
                  <a:pt x="1038177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45" name="!!Forma libre: forma 12">
            <a:extLst>
              <a:ext uri="{FF2B5EF4-FFF2-40B4-BE49-F238E27FC236}">
                <a16:creationId xmlns:a16="http://schemas.microsoft.com/office/drawing/2014/main" id="{618B8BDE-B82A-269B-2D2D-22EA43C1808D}"/>
              </a:ext>
            </a:extLst>
          </p:cNvPr>
          <p:cNvSpPr/>
          <p:nvPr/>
        </p:nvSpPr>
        <p:spPr>
          <a:xfrm rot="10800000">
            <a:off x="1660767" y="1845893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rapecio 5">
            <a:extLst>
              <a:ext uri="{FF2B5EF4-FFF2-40B4-BE49-F238E27FC236}">
                <a16:creationId xmlns:a16="http://schemas.microsoft.com/office/drawing/2014/main" id="{A4B25228-7936-27DC-CD11-925329E143B1}"/>
              </a:ext>
            </a:extLst>
          </p:cNvPr>
          <p:cNvSpPr/>
          <p:nvPr/>
        </p:nvSpPr>
        <p:spPr>
          <a:xfrm>
            <a:off x="1660768" y="1841645"/>
            <a:ext cx="2773680" cy="1197377"/>
          </a:xfrm>
          <a:custGeom>
            <a:avLst/>
            <a:gdLst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2260711 w 2773680"/>
              <a:gd name="connsiteY2" fmla="*/ 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3090 h 1193090"/>
              <a:gd name="connsiteX1" fmla="*/ 512969 w 2773680"/>
              <a:gd name="connsiteY1" fmla="*/ 0 h 1193090"/>
              <a:gd name="connsiteX2" fmla="*/ 1574911 w 2773680"/>
              <a:gd name="connsiteY2" fmla="*/ 7620 h 1193090"/>
              <a:gd name="connsiteX3" fmla="*/ 2773680 w 2773680"/>
              <a:gd name="connsiteY3" fmla="*/ 1193090 h 1193090"/>
              <a:gd name="connsiteX4" fmla="*/ 0 w 2773680"/>
              <a:gd name="connsiteY4" fmla="*/ 1193090 h 1193090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7768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  <a:gd name="connsiteX0" fmla="*/ 0 w 2773680"/>
              <a:gd name="connsiteY0" fmla="*/ 1197377 h 1197377"/>
              <a:gd name="connsiteX1" fmla="*/ 512969 w 2773680"/>
              <a:gd name="connsiteY1" fmla="*/ 4287 h 1197377"/>
              <a:gd name="connsiteX2" fmla="*/ 1560624 w 2773680"/>
              <a:gd name="connsiteY2" fmla="*/ 0 h 1197377"/>
              <a:gd name="connsiteX3" fmla="*/ 2773680 w 2773680"/>
              <a:gd name="connsiteY3" fmla="*/ 1197377 h 1197377"/>
              <a:gd name="connsiteX4" fmla="*/ 0 w 2773680"/>
              <a:gd name="connsiteY4" fmla="*/ 1197377 h 119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3680" h="1197377">
                <a:moveTo>
                  <a:pt x="0" y="1197377"/>
                </a:moveTo>
                <a:lnTo>
                  <a:pt x="512969" y="4287"/>
                </a:lnTo>
                <a:lnTo>
                  <a:pt x="1560624" y="0"/>
                </a:lnTo>
                <a:lnTo>
                  <a:pt x="2773680" y="1197377"/>
                </a:lnTo>
                <a:lnTo>
                  <a:pt x="0" y="119737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3DEF505-7C9D-6998-6B5F-0264623A6661}"/>
              </a:ext>
            </a:extLst>
          </p:cNvPr>
          <p:cNvCxnSpPr/>
          <p:nvPr/>
        </p:nvCxnSpPr>
        <p:spPr>
          <a:xfrm flipH="1">
            <a:off x="5457707" y="1841645"/>
            <a:ext cx="9571" cy="1193090"/>
          </a:xfrm>
          <a:prstGeom prst="line">
            <a:avLst/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D0F8196F-DADF-872F-ECD1-E1D846EF5DFB}"/>
              </a:ext>
            </a:extLst>
          </p:cNvPr>
          <p:cNvSpPr/>
          <p:nvPr/>
        </p:nvSpPr>
        <p:spPr>
          <a:xfrm rot="10800000">
            <a:off x="5467279" y="1841645"/>
            <a:ext cx="522447" cy="1193129"/>
          </a:xfrm>
          <a:custGeom>
            <a:avLst/>
            <a:gdLst>
              <a:gd name="connsiteX0" fmla="*/ 522447 w 522447"/>
              <a:gd name="connsiteY0" fmla="*/ 0 h 1193129"/>
              <a:gd name="connsiteX1" fmla="*/ 522447 w 522447"/>
              <a:gd name="connsiteY1" fmla="*/ 1193129 h 1193129"/>
              <a:gd name="connsiteX2" fmla="*/ 0 w 522447"/>
              <a:gd name="connsiteY2" fmla="*/ 1193129 h 1193129"/>
              <a:gd name="connsiteX3" fmla="*/ 512969 w 522447"/>
              <a:gd name="connsiteY3" fmla="*/ 39 h 1193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447" h="1193129">
                <a:moveTo>
                  <a:pt x="522447" y="0"/>
                </a:moveTo>
                <a:lnTo>
                  <a:pt x="522447" y="1193129"/>
                </a:lnTo>
                <a:lnTo>
                  <a:pt x="0" y="1193129"/>
                </a:lnTo>
                <a:lnTo>
                  <a:pt x="512969" y="39"/>
                </a:lnTo>
                <a:close/>
              </a:path>
            </a:pathLst>
          </a:custGeom>
          <a:solidFill>
            <a:schemeClr val="bg1"/>
          </a:solidFill>
          <a:ln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9A7F9CC-525E-A459-3063-AD62473452CF}"/>
              </a:ext>
            </a:extLst>
          </p:cNvPr>
          <p:cNvSpPr/>
          <p:nvPr/>
        </p:nvSpPr>
        <p:spPr>
          <a:xfrm>
            <a:off x="1654012" y="1851255"/>
            <a:ext cx="3787464" cy="11930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F47140D4-37D8-757F-4CEC-8344018A0169}"/>
              </a:ext>
            </a:extLst>
          </p:cNvPr>
          <p:cNvSpPr/>
          <p:nvPr/>
        </p:nvSpPr>
        <p:spPr>
          <a:xfrm>
            <a:off x="1660766" y="1843656"/>
            <a:ext cx="3787464" cy="1193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25ADE19-0D22-0C3C-3EA8-6ED2CF89B384}"/>
              </a:ext>
            </a:extLst>
          </p:cNvPr>
          <p:cNvSpPr txBox="1"/>
          <p:nvPr/>
        </p:nvSpPr>
        <p:spPr>
          <a:xfrm>
            <a:off x="6233005" y="1307213"/>
            <a:ext cx="373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ÁREA DEL RECTÁNGULO: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9175BDE-2DE6-9D26-77E1-C1393059A53A}"/>
                  </a:ext>
                </a:extLst>
              </p:cNvPr>
              <p:cNvSpPr txBox="1"/>
              <p:nvPr/>
            </p:nvSpPr>
            <p:spPr>
              <a:xfrm>
                <a:off x="7187168" y="1749872"/>
                <a:ext cx="18286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9175BDE-2DE6-9D26-77E1-C1393059A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168" y="1749872"/>
                <a:ext cx="1828642" cy="307777"/>
              </a:xfrm>
              <a:prstGeom prst="rect">
                <a:avLst/>
              </a:prstGeom>
              <a:blipFill>
                <a:blip r:embed="rId6"/>
                <a:stretch>
                  <a:fillRect l="-2667" r="-1333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uadroTexto 52">
            <a:extLst>
              <a:ext uri="{FF2B5EF4-FFF2-40B4-BE49-F238E27FC236}">
                <a16:creationId xmlns:a16="http://schemas.microsoft.com/office/drawing/2014/main" id="{E400B18B-BF22-37F0-8D20-C58A189D8E2F}"/>
              </a:ext>
            </a:extLst>
          </p:cNvPr>
          <p:cNvSpPr txBox="1"/>
          <p:nvPr/>
        </p:nvSpPr>
        <p:spPr>
          <a:xfrm>
            <a:off x="6233005" y="2205487"/>
            <a:ext cx="373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TRAPECIO: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EF9E645-49B7-C7D8-CCB2-8FD7AAB858F3}"/>
                  </a:ext>
                </a:extLst>
              </p:cNvPr>
              <p:cNvSpPr txBox="1"/>
              <p:nvPr/>
            </p:nvSpPr>
            <p:spPr>
              <a:xfrm>
                <a:off x="7187168" y="2695084"/>
                <a:ext cx="1828642" cy="594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s-ES" sz="2000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EF9E645-49B7-C7D8-CCB2-8FD7AAB8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168" y="2695084"/>
                <a:ext cx="1828642" cy="5940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CuadroTexto 54">
            <a:extLst>
              <a:ext uri="{FF2B5EF4-FFF2-40B4-BE49-F238E27FC236}">
                <a16:creationId xmlns:a16="http://schemas.microsoft.com/office/drawing/2014/main" id="{4893B84E-BA9A-3262-D487-68C02B4E5754}"/>
              </a:ext>
            </a:extLst>
          </p:cNvPr>
          <p:cNvSpPr txBox="1"/>
          <p:nvPr/>
        </p:nvSpPr>
        <p:spPr>
          <a:xfrm>
            <a:off x="3040020" y="1378493"/>
            <a:ext cx="117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b’ + b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8104D2E-5A5C-2E9E-D203-E5B8890A7DFE}"/>
              </a:ext>
            </a:extLst>
          </p:cNvPr>
          <p:cNvSpPr txBox="1"/>
          <p:nvPr/>
        </p:nvSpPr>
        <p:spPr>
          <a:xfrm>
            <a:off x="3040020" y="3061101"/>
            <a:ext cx="117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 + b’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6280857-C4E7-FD8B-BF3A-D9FA9452CC3D}"/>
              </a:ext>
            </a:extLst>
          </p:cNvPr>
          <p:cNvSpPr txBox="1"/>
          <p:nvPr/>
        </p:nvSpPr>
        <p:spPr>
          <a:xfrm>
            <a:off x="813759" y="2205487"/>
            <a:ext cx="1170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964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 animBg="1"/>
      <p:bldP spid="50" grpId="1" animBg="1"/>
      <p:bldP spid="51" grpId="0"/>
      <p:bldP spid="52" grpId="0"/>
      <p:bldP spid="53" grpId="0"/>
      <p:bldP spid="54" grpId="0"/>
      <p:bldP spid="55" grpId="0"/>
      <p:bldP spid="55" grpId="1"/>
      <p:bldP spid="60" grpId="0"/>
      <p:bldP spid="60" grpId="1"/>
      <p:bldP spid="62" grpId="0"/>
      <p:bldP spid="6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0E84521-9CE2-47C8-B49C-59611A2FFC36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Área en cuadriláter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3- Áreas y perímet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A6E563E-55BC-48D0-BC80-57A96AEFB829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B10D503-03A2-4179-BDDF-9F292136CF20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807E9A4-C6DE-44C9-852E-265C49C8DFC3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FCDC7B9-A85B-4FC9-893E-BEACB87ACF6C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2BC3FCA-25D8-4F23-B2B6-B496DCDC20D3}:2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3D1F2AB-04A5-478B-B784-BA880FA9F0C3}:26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C9435D9-3458-48E5-8C9D-F24554B237AE}:26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AFE2A26-130B-4DAF-B56F-C23E61AB8169}:263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250</Words>
  <Application>Microsoft Office PowerPoint</Application>
  <PresentationFormat>Panorámica</PresentationFormat>
  <Paragraphs>107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Área en cuadriláteros</dc:title>
  <dc:creator>Illán Linos Souto</dc:creator>
  <cp:lastModifiedBy>Illán Linos</cp:lastModifiedBy>
  <cp:revision>54</cp:revision>
  <dcterms:created xsi:type="dcterms:W3CDTF">2024-08-18T18:48:07Z</dcterms:created>
  <dcterms:modified xsi:type="dcterms:W3CDTF">2025-11-17T11:56:41Z</dcterms:modified>
</cp:coreProperties>
</file>
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AE48-0815-435B-804D-B55E2037C019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E479E9-2B8E-4436-86FF-10D86067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934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1819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5404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9298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9582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9813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990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7109711"/>
                  </p:ext>
                </p:extLst>
              </p:nvPr>
            </p:nvGraphicFramePr>
            <p:xfrm>
              <a:off x="475306" y="2456328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6328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86519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1929796"/>
                  </p:ext>
                </p:extLst>
              </p:nvPr>
            </p:nvGraphicFramePr>
            <p:xfrm>
              <a:off x="465829" y="3203276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29" y="3203276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5117122"/>
                  </p:ext>
                </p:extLst>
              </p:nvPr>
            </p:nvGraphicFramePr>
            <p:xfrm>
              <a:off x="475306" y="398273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98273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93954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86387724"/>
                  </p:ext>
                </p:extLst>
              </p:nvPr>
            </p:nvGraphicFramePr>
            <p:xfrm>
              <a:off x="475306" y="473913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473913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70153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CÍRCULOS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125" grpId="1"/>
      <p:bldP spid="4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1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6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15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65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15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9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8" grpId="0"/>
      <p:bldP spid="12" grpId="0"/>
      <p:bldP spid="19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sa">
            <a:extLst>
              <a:ext uri="{FF2B5EF4-FFF2-40B4-BE49-F238E27FC236}">
                <a16:creationId xmlns:a16="http://schemas.microsoft.com/office/drawing/2014/main" id="{A79B10CD-5A47-F82A-1CD4-A28D029D3433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120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1EF236D4-1524-3827-D722-B12672891D7A}"/>
              </a:ext>
            </a:extLst>
          </p:cNvPr>
          <p:cNvSpPr/>
          <p:nvPr/>
        </p:nvSpPr>
        <p:spPr>
          <a:xfrm rot="10800000">
            <a:off x="7887744" y="2128004"/>
            <a:ext cx="1075152" cy="939716"/>
          </a:xfrm>
          <a:custGeom>
            <a:avLst/>
            <a:gdLst>
              <a:gd name="connsiteX0" fmla="*/ 1075152 w 1075152"/>
              <a:gd name="connsiteY0" fmla="*/ 939716 h 939716"/>
              <a:gd name="connsiteX1" fmla="*/ 0 w 1075152"/>
              <a:gd name="connsiteY1" fmla="*/ 939716 h 939716"/>
              <a:gd name="connsiteX2" fmla="*/ 0 w 1075152"/>
              <a:gd name="connsiteY2" fmla="*/ 797 h 939716"/>
              <a:gd name="connsiteX3" fmla="*/ 614 w 1075152"/>
              <a:gd name="connsiteY3" fmla="*/ 0 h 9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5152" h="939716">
                <a:moveTo>
                  <a:pt x="1075152" y="939716"/>
                </a:moveTo>
                <a:lnTo>
                  <a:pt x="0" y="939716"/>
                </a:lnTo>
                <a:lnTo>
                  <a:pt x="0" y="797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1" name="Rosa">
            <a:extLst>
              <a:ext uri="{FF2B5EF4-FFF2-40B4-BE49-F238E27FC236}">
                <a16:creationId xmlns:a16="http://schemas.microsoft.com/office/drawing/2014/main" id="{27D47846-6680-222D-86BE-E99BBE3975EC}"/>
              </a:ext>
            </a:extLst>
          </p:cNvPr>
          <p:cNvSpPr/>
          <p:nvPr/>
        </p:nvSpPr>
        <p:spPr>
          <a:xfrm rot="10800000">
            <a:off x="7887744" y="2128004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0625281B-B919-1172-07DB-EE9B2E8AA975}"/>
              </a:ext>
            </a:extLst>
          </p:cNvPr>
          <p:cNvSpPr/>
          <p:nvPr/>
        </p:nvSpPr>
        <p:spPr>
          <a:xfrm rot="10800000">
            <a:off x="8962896" y="2128802"/>
            <a:ext cx="723899" cy="938918"/>
          </a:xfrm>
          <a:custGeom>
            <a:avLst/>
            <a:gdLst>
              <a:gd name="connsiteX0" fmla="*/ 723899 w 723899"/>
              <a:gd name="connsiteY0" fmla="*/ 938918 h 938918"/>
              <a:gd name="connsiteX1" fmla="*/ 0 w 723899"/>
              <a:gd name="connsiteY1" fmla="*/ 938918 h 938918"/>
              <a:gd name="connsiteX2" fmla="*/ 723899 w 723899"/>
              <a:gd name="connsiteY2" fmla="*/ 0 h 93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899" h="938918">
                <a:moveTo>
                  <a:pt x="723899" y="938918"/>
                </a:moveTo>
                <a:lnTo>
                  <a:pt x="0" y="938918"/>
                </a:lnTo>
                <a:lnTo>
                  <a:pt x="723899" y="0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7829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1EF236D4-1524-3827-D722-B12672891D7A}"/>
              </a:ext>
            </a:extLst>
          </p:cNvPr>
          <p:cNvSpPr/>
          <p:nvPr/>
        </p:nvSpPr>
        <p:spPr>
          <a:xfrm rot="10800000">
            <a:off x="7887744" y="2128004"/>
            <a:ext cx="1075152" cy="939716"/>
          </a:xfrm>
          <a:custGeom>
            <a:avLst/>
            <a:gdLst>
              <a:gd name="connsiteX0" fmla="*/ 1075152 w 1075152"/>
              <a:gd name="connsiteY0" fmla="*/ 939716 h 939716"/>
              <a:gd name="connsiteX1" fmla="*/ 0 w 1075152"/>
              <a:gd name="connsiteY1" fmla="*/ 939716 h 939716"/>
              <a:gd name="connsiteX2" fmla="*/ 0 w 1075152"/>
              <a:gd name="connsiteY2" fmla="*/ 797 h 939716"/>
              <a:gd name="connsiteX3" fmla="*/ 614 w 1075152"/>
              <a:gd name="connsiteY3" fmla="*/ 0 h 9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5152" h="939716">
                <a:moveTo>
                  <a:pt x="1075152" y="939716"/>
                </a:moveTo>
                <a:lnTo>
                  <a:pt x="0" y="939716"/>
                </a:lnTo>
                <a:lnTo>
                  <a:pt x="0" y="797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1" name="Rosa">
            <a:extLst>
              <a:ext uri="{FF2B5EF4-FFF2-40B4-BE49-F238E27FC236}">
                <a16:creationId xmlns:a16="http://schemas.microsoft.com/office/drawing/2014/main" id="{27D47846-6680-222D-86BE-E99BBE3975EC}"/>
              </a:ext>
            </a:extLst>
          </p:cNvPr>
          <p:cNvSpPr/>
          <p:nvPr/>
        </p:nvSpPr>
        <p:spPr>
          <a:xfrm rot="10800000">
            <a:off x="7887744" y="2128004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0625281B-B919-1172-07DB-EE9B2E8AA975}"/>
              </a:ext>
            </a:extLst>
          </p:cNvPr>
          <p:cNvSpPr/>
          <p:nvPr/>
        </p:nvSpPr>
        <p:spPr>
          <a:xfrm rot="10800000">
            <a:off x="8962896" y="2128802"/>
            <a:ext cx="723899" cy="938918"/>
          </a:xfrm>
          <a:custGeom>
            <a:avLst/>
            <a:gdLst>
              <a:gd name="connsiteX0" fmla="*/ 723899 w 723899"/>
              <a:gd name="connsiteY0" fmla="*/ 938918 h 938918"/>
              <a:gd name="connsiteX1" fmla="*/ 0 w 723899"/>
              <a:gd name="connsiteY1" fmla="*/ 938918 h 938918"/>
              <a:gd name="connsiteX2" fmla="*/ 723899 w 723899"/>
              <a:gd name="connsiteY2" fmla="*/ 0 h 93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899" h="938918">
                <a:moveTo>
                  <a:pt x="723899" y="938918"/>
                </a:moveTo>
                <a:lnTo>
                  <a:pt x="0" y="938918"/>
                </a:lnTo>
                <a:lnTo>
                  <a:pt x="723899" y="0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39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1EF236D4-1524-3827-D722-B12672891D7A}"/>
              </a:ext>
            </a:extLst>
          </p:cNvPr>
          <p:cNvSpPr/>
          <p:nvPr/>
        </p:nvSpPr>
        <p:spPr>
          <a:xfrm rot="10800000">
            <a:off x="7887744" y="2128004"/>
            <a:ext cx="1075152" cy="939716"/>
          </a:xfrm>
          <a:custGeom>
            <a:avLst/>
            <a:gdLst>
              <a:gd name="connsiteX0" fmla="*/ 1075152 w 1075152"/>
              <a:gd name="connsiteY0" fmla="*/ 939716 h 939716"/>
              <a:gd name="connsiteX1" fmla="*/ 0 w 1075152"/>
              <a:gd name="connsiteY1" fmla="*/ 939716 h 939716"/>
              <a:gd name="connsiteX2" fmla="*/ 0 w 1075152"/>
              <a:gd name="connsiteY2" fmla="*/ 797 h 939716"/>
              <a:gd name="connsiteX3" fmla="*/ 614 w 1075152"/>
              <a:gd name="connsiteY3" fmla="*/ 0 h 9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5152" h="939716">
                <a:moveTo>
                  <a:pt x="1075152" y="939716"/>
                </a:moveTo>
                <a:lnTo>
                  <a:pt x="0" y="939716"/>
                </a:lnTo>
                <a:lnTo>
                  <a:pt x="0" y="797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0625281B-B919-1172-07DB-EE9B2E8AA975}"/>
              </a:ext>
            </a:extLst>
          </p:cNvPr>
          <p:cNvSpPr/>
          <p:nvPr/>
        </p:nvSpPr>
        <p:spPr>
          <a:xfrm rot="10800000">
            <a:off x="7170598" y="2127206"/>
            <a:ext cx="723899" cy="938918"/>
          </a:xfrm>
          <a:custGeom>
            <a:avLst/>
            <a:gdLst>
              <a:gd name="connsiteX0" fmla="*/ 723899 w 723899"/>
              <a:gd name="connsiteY0" fmla="*/ 938918 h 938918"/>
              <a:gd name="connsiteX1" fmla="*/ 0 w 723899"/>
              <a:gd name="connsiteY1" fmla="*/ 938918 h 938918"/>
              <a:gd name="connsiteX2" fmla="*/ 723899 w 723899"/>
              <a:gd name="connsiteY2" fmla="*/ 0 h 93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899" h="938918">
                <a:moveTo>
                  <a:pt x="723899" y="938918"/>
                </a:moveTo>
                <a:lnTo>
                  <a:pt x="0" y="938918"/>
                </a:lnTo>
                <a:lnTo>
                  <a:pt x="723899" y="0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99A9F4BD-239E-A516-37D7-8D1E720DF8AA}"/>
              </a:ext>
            </a:extLst>
          </p:cNvPr>
          <p:cNvSpPr/>
          <p:nvPr/>
        </p:nvSpPr>
        <p:spPr>
          <a:xfrm rot="10800000">
            <a:off x="7887745" y="2121203"/>
            <a:ext cx="1075152" cy="939716"/>
          </a:xfrm>
          <a:custGeom>
            <a:avLst/>
            <a:gdLst>
              <a:gd name="connsiteX0" fmla="*/ 1075152 w 1075152"/>
              <a:gd name="connsiteY0" fmla="*/ 939716 h 939716"/>
              <a:gd name="connsiteX1" fmla="*/ 0 w 1075152"/>
              <a:gd name="connsiteY1" fmla="*/ 939716 h 939716"/>
              <a:gd name="connsiteX2" fmla="*/ 0 w 1075152"/>
              <a:gd name="connsiteY2" fmla="*/ 797 h 939716"/>
              <a:gd name="connsiteX3" fmla="*/ 614 w 1075152"/>
              <a:gd name="connsiteY3" fmla="*/ 0 h 9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5152" h="939716">
                <a:moveTo>
                  <a:pt x="1075152" y="939716"/>
                </a:moveTo>
                <a:lnTo>
                  <a:pt x="0" y="939716"/>
                </a:lnTo>
                <a:lnTo>
                  <a:pt x="0" y="797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547D5EB3-2C53-C7C1-EA14-BD86F5B48F96}"/>
              </a:ext>
            </a:extLst>
          </p:cNvPr>
          <p:cNvSpPr/>
          <p:nvPr/>
        </p:nvSpPr>
        <p:spPr>
          <a:xfrm rot="10800000">
            <a:off x="7163845" y="2121202"/>
            <a:ext cx="723899" cy="938918"/>
          </a:xfrm>
          <a:custGeom>
            <a:avLst/>
            <a:gdLst>
              <a:gd name="connsiteX0" fmla="*/ 723899 w 723899"/>
              <a:gd name="connsiteY0" fmla="*/ 938918 h 938918"/>
              <a:gd name="connsiteX1" fmla="*/ 0 w 723899"/>
              <a:gd name="connsiteY1" fmla="*/ 938918 h 938918"/>
              <a:gd name="connsiteX2" fmla="*/ 723899 w 723899"/>
              <a:gd name="connsiteY2" fmla="*/ 0 h 93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899" h="938918">
                <a:moveTo>
                  <a:pt x="723899" y="938918"/>
                </a:moveTo>
                <a:lnTo>
                  <a:pt x="0" y="938918"/>
                </a:lnTo>
                <a:lnTo>
                  <a:pt x="723899" y="0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5582B8C7-BC29-F3DA-D147-280C3C8831DF}"/>
              </a:ext>
            </a:extLst>
          </p:cNvPr>
          <p:cNvSpPr/>
          <p:nvPr/>
        </p:nvSpPr>
        <p:spPr>
          <a:xfrm>
            <a:off x="7163845" y="2121203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F599748-5712-B4E3-BB23-F58643688472}"/>
              </a:ext>
            </a:extLst>
          </p:cNvPr>
          <p:cNvSpPr/>
          <p:nvPr/>
        </p:nvSpPr>
        <p:spPr>
          <a:xfrm>
            <a:off x="7161853" y="2118378"/>
            <a:ext cx="1792299" cy="9327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8D87D4F-9022-E9C4-BD9B-F4CB30991F69}"/>
              </a:ext>
            </a:extLst>
          </p:cNvPr>
          <p:cNvSpPr/>
          <p:nvPr/>
        </p:nvSpPr>
        <p:spPr>
          <a:xfrm>
            <a:off x="7170598" y="2129797"/>
            <a:ext cx="1792299" cy="9327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E1CCCE-5D1D-A7A2-2B02-138D9D5F3A4F}"/>
              </a:ext>
            </a:extLst>
          </p:cNvPr>
          <p:cNvSpPr txBox="1"/>
          <p:nvPr/>
        </p:nvSpPr>
        <p:spPr>
          <a:xfrm>
            <a:off x="7803222" y="3029309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b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2747737-F5E3-4FCE-B8AC-4B35521D65B2}"/>
              </a:ext>
            </a:extLst>
          </p:cNvPr>
          <p:cNvSpPr txBox="1"/>
          <p:nvPr/>
        </p:nvSpPr>
        <p:spPr>
          <a:xfrm>
            <a:off x="8905138" y="2354383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0E85D6E-F42A-DC0D-30D0-97FCEC3DF89C}"/>
              </a:ext>
            </a:extLst>
          </p:cNvPr>
          <p:cNvSpPr txBox="1"/>
          <p:nvPr/>
        </p:nvSpPr>
        <p:spPr>
          <a:xfrm>
            <a:off x="3439669" y="3749714"/>
            <a:ext cx="3107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ÁREA DEL PARALELOGRAMO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9DB80D9-C6DF-17CE-F025-550C93B9AEBE}"/>
                  </a:ext>
                </a:extLst>
              </p:cNvPr>
              <p:cNvSpPr txBox="1"/>
              <p:nvPr/>
            </p:nvSpPr>
            <p:spPr>
              <a:xfrm>
                <a:off x="6882128" y="3938196"/>
                <a:ext cx="10772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9DB80D9-C6DF-17CE-F025-550C93B9A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128" y="3938196"/>
                <a:ext cx="1077218" cy="307777"/>
              </a:xfrm>
              <a:prstGeom prst="rect">
                <a:avLst/>
              </a:prstGeom>
              <a:blipFill>
                <a:blip r:embed="rId6"/>
                <a:stretch>
                  <a:fillRect l="-4520" r="-2260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13E3D6FF-5CCD-B3C8-4584-DB8FBA2B26F8}"/>
              </a:ext>
            </a:extLst>
          </p:cNvPr>
          <p:cNvSpPr txBox="1"/>
          <p:nvPr/>
        </p:nvSpPr>
        <p:spPr>
          <a:xfrm>
            <a:off x="3439669" y="4688804"/>
            <a:ext cx="3107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DEL TRIÁNGULO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C8251F9-B204-7A1B-FC70-DB942153C871}"/>
                  </a:ext>
                </a:extLst>
              </p:cNvPr>
              <p:cNvSpPr txBox="1"/>
              <p:nvPr/>
            </p:nvSpPr>
            <p:spPr>
              <a:xfrm>
                <a:off x="6882128" y="4591525"/>
                <a:ext cx="1077218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C8251F9-B204-7A1B-FC70-DB942153C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128" y="4591525"/>
                <a:ext cx="1077218" cy="5825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3764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 animBg="1"/>
      <p:bldP spid="13" grpId="1" animBg="1"/>
      <p:bldP spid="14" grpId="0"/>
      <p:bldP spid="16" grpId="0"/>
      <p:bldP spid="17" grpId="0"/>
      <p:bldP spid="18" grpId="0"/>
      <p:bldP spid="23" grpId="0"/>
      <p:bldP spid="2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CEB0510-A2E9-4E21-B398-CED3D5DF011A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Área en triángul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3- Áreas y perímet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7367DE8-1859-4F53-A53B-A92929FD4525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1BC15D2-115E-41A6-8D45-A54CA43D5EB9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93156AE-CD10-4EFC-9B40-B8AEF0BBAFAC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1DB7743-A0AC-4390-91FE-D2677FFB5C31}:25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27EC064-8E16-4160-8DD0-CAB5F4931A95}:2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C0ADD42-B77D-47EC-9304-A66689473487}:26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217</Words>
  <Application>Microsoft Office PowerPoint</Application>
  <PresentationFormat>Panorámica</PresentationFormat>
  <Paragraphs>38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Área en triángulos</dc:title>
  <dc:creator>Illán Linos Souto</dc:creator>
  <cp:lastModifiedBy>Illán Linos</cp:lastModifiedBy>
  <cp:revision>56</cp:revision>
  <dcterms:created xsi:type="dcterms:W3CDTF">2024-08-18T18:48:07Z</dcterms:created>
  <dcterms:modified xsi:type="dcterms:W3CDTF">2025-11-17T11:55:58Z</dcterms:modified>
</cp:coreProperties>
</file>
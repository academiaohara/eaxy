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D046D-4B73-403B-B1F5-598EB6840A92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DF2ED-C408-4785-B964-50A2B5083D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0530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1001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599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8557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8142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045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776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7109711"/>
                  </p:ext>
                </p:extLst>
              </p:nvPr>
            </p:nvGraphicFramePr>
            <p:xfrm>
              <a:off x="475306" y="2456328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6328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86519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0003089"/>
                  </p:ext>
                </p:extLst>
              </p:nvPr>
            </p:nvGraphicFramePr>
            <p:xfrm>
              <a:off x="465829" y="3952989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29" y="3952989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5476992"/>
                  </p:ext>
                </p:extLst>
              </p:nvPr>
            </p:nvGraphicFramePr>
            <p:xfrm>
              <a:off x="475306" y="3229708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77440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5306" y="3229708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93954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86387724"/>
                  </p:ext>
                </p:extLst>
              </p:nvPr>
            </p:nvGraphicFramePr>
            <p:xfrm>
              <a:off x="475306" y="473913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473913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70153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CÍRCULOS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4" grpId="0"/>
      <p:bldP spid="4" grpId="1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hallar el área de un polígono cualquiera,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descompone en triángulos y se calcula el área de cada uno de los triángulos.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Pentágono 3">
            <a:extLst>
              <a:ext uri="{FF2B5EF4-FFF2-40B4-BE49-F238E27FC236}">
                <a16:creationId xmlns:a16="http://schemas.microsoft.com/office/drawing/2014/main" id="{3078AECA-3E7B-F086-5871-D063213EF228}"/>
              </a:ext>
            </a:extLst>
          </p:cNvPr>
          <p:cNvSpPr/>
          <p:nvPr/>
        </p:nvSpPr>
        <p:spPr>
          <a:xfrm>
            <a:off x="2820554" y="2532173"/>
            <a:ext cx="2869197" cy="1898640"/>
          </a:xfrm>
          <a:custGeom>
            <a:avLst/>
            <a:gdLst>
              <a:gd name="connsiteX0" fmla="*/ 3 w 2876550"/>
              <a:gd name="connsiteY0" fmla="*/ 1046421 h 2739572"/>
              <a:gd name="connsiteX1" fmla="*/ 1438275 w 2876550"/>
              <a:gd name="connsiteY1" fmla="*/ 0 h 2739572"/>
              <a:gd name="connsiteX2" fmla="*/ 2876547 w 2876550"/>
              <a:gd name="connsiteY2" fmla="*/ 1046421 h 2739572"/>
              <a:gd name="connsiteX3" fmla="*/ 2327176 w 2876550"/>
              <a:gd name="connsiteY3" fmla="*/ 2739565 h 2739572"/>
              <a:gd name="connsiteX4" fmla="*/ 549374 w 2876550"/>
              <a:gd name="connsiteY4" fmla="*/ 2739565 h 2739572"/>
              <a:gd name="connsiteX5" fmla="*/ 3 w 2876550"/>
              <a:gd name="connsiteY5" fmla="*/ 1046421 h 2739572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1063721 w 3390894"/>
              <a:gd name="connsiteY4" fmla="*/ 2739565 h 2739565"/>
              <a:gd name="connsiteX5" fmla="*/ 0 w 3390894"/>
              <a:gd name="connsiteY5" fmla="*/ 341571 h 2739565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530321 w 3390894"/>
              <a:gd name="connsiteY4" fmla="*/ 2215690 h 2739565"/>
              <a:gd name="connsiteX5" fmla="*/ 0 w 3390894"/>
              <a:gd name="connsiteY5" fmla="*/ 341571 h 2739565"/>
              <a:gd name="connsiteX0" fmla="*/ 0 w 3352794"/>
              <a:gd name="connsiteY0" fmla="*/ 341571 h 2739565"/>
              <a:gd name="connsiteX1" fmla="*/ 1952622 w 3352794"/>
              <a:gd name="connsiteY1" fmla="*/ 0 h 2739565"/>
              <a:gd name="connsiteX2" fmla="*/ 3352794 w 3352794"/>
              <a:gd name="connsiteY2" fmla="*/ 760671 h 2739565"/>
              <a:gd name="connsiteX3" fmla="*/ 2841523 w 3352794"/>
              <a:gd name="connsiteY3" fmla="*/ 2739565 h 2739565"/>
              <a:gd name="connsiteX4" fmla="*/ 530321 w 3352794"/>
              <a:gd name="connsiteY4" fmla="*/ 2215690 h 2739565"/>
              <a:gd name="connsiteX5" fmla="*/ 0 w 3352794"/>
              <a:gd name="connsiteY5" fmla="*/ 341571 h 2739565"/>
              <a:gd name="connsiteX0" fmla="*/ 0 w 3352794"/>
              <a:gd name="connsiteY0" fmla="*/ 341571 h 2215690"/>
              <a:gd name="connsiteX1" fmla="*/ 1952622 w 3352794"/>
              <a:gd name="connsiteY1" fmla="*/ 0 h 2215690"/>
              <a:gd name="connsiteX2" fmla="*/ 3352794 w 3352794"/>
              <a:gd name="connsiteY2" fmla="*/ 760671 h 2215690"/>
              <a:gd name="connsiteX3" fmla="*/ 2879623 w 3352794"/>
              <a:gd name="connsiteY3" fmla="*/ 2149015 h 2215690"/>
              <a:gd name="connsiteX4" fmla="*/ 530321 w 3352794"/>
              <a:gd name="connsiteY4" fmla="*/ 2215690 h 2215690"/>
              <a:gd name="connsiteX5" fmla="*/ 0 w 3352794"/>
              <a:gd name="connsiteY5" fmla="*/ 341571 h 22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2794" h="2215690">
                <a:moveTo>
                  <a:pt x="0" y="341571"/>
                </a:moveTo>
                <a:lnTo>
                  <a:pt x="1952622" y="0"/>
                </a:lnTo>
                <a:lnTo>
                  <a:pt x="3352794" y="760671"/>
                </a:lnTo>
                <a:lnTo>
                  <a:pt x="2879623" y="2149015"/>
                </a:lnTo>
                <a:lnTo>
                  <a:pt x="530321" y="2215690"/>
                </a:lnTo>
                <a:lnTo>
                  <a:pt x="0" y="3415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BB25B0B8-3BEC-98FB-FF37-A7238CD98ED7}"/>
              </a:ext>
            </a:extLst>
          </p:cNvPr>
          <p:cNvCxnSpPr>
            <a:cxnSpLocks/>
          </p:cNvCxnSpPr>
          <p:nvPr/>
        </p:nvCxnSpPr>
        <p:spPr>
          <a:xfrm>
            <a:off x="2820554" y="2824868"/>
            <a:ext cx="2464275" cy="154881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0DEFBF95-B86A-15A5-64E3-DC39348FD466}"/>
              </a:ext>
            </a:extLst>
          </p:cNvPr>
          <p:cNvCxnSpPr>
            <a:cxnSpLocks/>
          </p:cNvCxnSpPr>
          <p:nvPr/>
        </p:nvCxnSpPr>
        <p:spPr>
          <a:xfrm>
            <a:off x="2820554" y="2824868"/>
            <a:ext cx="2869197" cy="359129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25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346B098-C80D-D311-4CC6-A7FC25229BE2}"/>
              </a:ext>
            </a:extLst>
          </p:cNvPr>
          <p:cNvGrpSpPr/>
          <p:nvPr/>
        </p:nvGrpSpPr>
        <p:grpSpPr>
          <a:xfrm>
            <a:off x="2818157" y="2543559"/>
            <a:ext cx="2858208" cy="638979"/>
            <a:chOff x="753872" y="5217478"/>
            <a:chExt cx="3333482" cy="750179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A3D82B98-B1C0-1D2F-12C8-B14C67459CC7}"/>
                </a:ext>
              </a:extLst>
            </p:cNvPr>
            <p:cNvSpPr/>
            <p:nvPr/>
          </p:nvSpPr>
          <p:spPr>
            <a:xfrm>
              <a:off x="753872" y="5217478"/>
              <a:ext cx="3333482" cy="750179"/>
            </a:xfrm>
            <a:custGeom>
              <a:avLst/>
              <a:gdLst>
                <a:gd name="connsiteX0" fmla="*/ 1952622 w 3333482"/>
                <a:gd name="connsiteY0" fmla="*/ 0 h 750179"/>
                <a:gd name="connsiteX1" fmla="*/ 3333482 w 3333482"/>
                <a:gd name="connsiteY1" fmla="*/ 750179 h 750179"/>
                <a:gd name="connsiteX2" fmla="*/ 1226 w 3333482"/>
                <a:gd name="connsiteY2" fmla="*/ 345903 h 750179"/>
                <a:gd name="connsiteX3" fmla="*/ 0 w 3333482"/>
                <a:gd name="connsiteY3" fmla="*/ 341571 h 750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482" h="750179">
                  <a:moveTo>
                    <a:pt x="1952622" y="0"/>
                  </a:moveTo>
                  <a:lnTo>
                    <a:pt x="3333482" y="750179"/>
                  </a:lnTo>
                  <a:lnTo>
                    <a:pt x="1226" y="345903"/>
                  </a:lnTo>
                  <a:lnTo>
                    <a:pt x="0" y="34157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A227A82F-F95F-1A26-BCAB-7193A461CC2A}"/>
                </a:ext>
              </a:extLst>
            </p:cNvPr>
            <p:cNvSpPr txBox="1"/>
            <p:nvPr/>
          </p:nvSpPr>
          <p:spPr>
            <a:xfrm>
              <a:off x="2196514" y="5301311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2650D341-E76C-AAD0-48DD-9C69CEC11F48}"/>
              </a:ext>
            </a:extLst>
          </p:cNvPr>
          <p:cNvGrpSpPr/>
          <p:nvPr/>
        </p:nvGrpSpPr>
        <p:grpSpPr>
          <a:xfrm>
            <a:off x="2819208" y="2838188"/>
            <a:ext cx="2873716" cy="1529819"/>
            <a:chOff x="755098" y="5563381"/>
            <a:chExt cx="3351568" cy="1796051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4ACA2024-33F1-7A85-A9D1-E1DC465E3B00}"/>
                </a:ext>
              </a:extLst>
            </p:cNvPr>
            <p:cNvSpPr/>
            <p:nvPr/>
          </p:nvSpPr>
          <p:spPr>
            <a:xfrm>
              <a:off x="755098" y="5563381"/>
              <a:ext cx="3351568" cy="1796051"/>
            </a:xfrm>
            <a:custGeom>
              <a:avLst/>
              <a:gdLst>
                <a:gd name="connsiteX0" fmla="*/ 0 w 3351568"/>
                <a:gd name="connsiteY0" fmla="*/ 0 h 1796051"/>
                <a:gd name="connsiteX1" fmla="*/ 3332256 w 3351568"/>
                <a:gd name="connsiteY1" fmla="*/ 404276 h 1796051"/>
                <a:gd name="connsiteX2" fmla="*/ 3351568 w 3351568"/>
                <a:gd name="connsiteY2" fmla="*/ 414768 h 1796051"/>
                <a:gd name="connsiteX3" fmla="*/ 2880804 w 3351568"/>
                <a:gd name="connsiteY3" fmla="*/ 1796051 h 1796051"/>
                <a:gd name="connsiteX4" fmla="*/ 2028 w 3351568"/>
                <a:gd name="connsiteY4" fmla="*/ 7166 h 1796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1568" h="1796051">
                  <a:moveTo>
                    <a:pt x="0" y="0"/>
                  </a:moveTo>
                  <a:lnTo>
                    <a:pt x="3332256" y="404276"/>
                  </a:lnTo>
                  <a:lnTo>
                    <a:pt x="3351568" y="414768"/>
                  </a:lnTo>
                  <a:lnTo>
                    <a:pt x="2880804" y="1796051"/>
                  </a:lnTo>
                  <a:lnTo>
                    <a:pt x="2028" y="7166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2BB89C9D-E36B-A15C-8466-97D8EAF47798}"/>
                </a:ext>
              </a:extLst>
            </p:cNvPr>
            <p:cNvSpPr txBox="1"/>
            <p:nvPr/>
          </p:nvSpPr>
          <p:spPr>
            <a:xfrm>
              <a:off x="2420613" y="6051490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03F2A4D-BB66-D207-5606-A5574942345B}"/>
              </a:ext>
            </a:extLst>
          </p:cNvPr>
          <p:cNvGrpSpPr/>
          <p:nvPr/>
        </p:nvGrpSpPr>
        <p:grpSpPr>
          <a:xfrm>
            <a:off x="2820947" y="2844292"/>
            <a:ext cx="2468332" cy="1586521"/>
            <a:chOff x="757126" y="5570547"/>
            <a:chExt cx="2878776" cy="1862621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9B27F9B7-DD62-513C-4E44-7B349102C910}"/>
                </a:ext>
              </a:extLst>
            </p:cNvPr>
            <p:cNvSpPr/>
            <p:nvPr/>
          </p:nvSpPr>
          <p:spPr>
            <a:xfrm>
              <a:off x="757126" y="5570547"/>
              <a:ext cx="2878776" cy="1862621"/>
            </a:xfrm>
            <a:custGeom>
              <a:avLst/>
              <a:gdLst>
                <a:gd name="connsiteX0" fmla="*/ 0 w 2878776"/>
                <a:gd name="connsiteY0" fmla="*/ 0 h 1862621"/>
                <a:gd name="connsiteX1" fmla="*/ 2878776 w 2878776"/>
                <a:gd name="connsiteY1" fmla="*/ 1788885 h 1862621"/>
                <a:gd name="connsiteX2" fmla="*/ 2876369 w 2878776"/>
                <a:gd name="connsiteY2" fmla="*/ 1795946 h 1862621"/>
                <a:gd name="connsiteX3" fmla="*/ 527067 w 2878776"/>
                <a:gd name="connsiteY3" fmla="*/ 1862621 h 186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76" h="1862621">
                  <a:moveTo>
                    <a:pt x="0" y="0"/>
                  </a:moveTo>
                  <a:lnTo>
                    <a:pt x="2878776" y="1788885"/>
                  </a:lnTo>
                  <a:lnTo>
                    <a:pt x="2876369" y="1795946"/>
                  </a:lnTo>
                  <a:lnTo>
                    <a:pt x="527067" y="186262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5D5CD34-DF9C-38F3-17B1-F9427880AB37}"/>
                </a:ext>
              </a:extLst>
            </p:cNvPr>
            <p:cNvSpPr txBox="1"/>
            <p:nvPr/>
          </p:nvSpPr>
          <p:spPr>
            <a:xfrm>
              <a:off x="1375884" y="6541928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3</a:t>
              </a:r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E0C35251-5C9D-6587-85EB-51D3E21CCC1E}"/>
              </a:ext>
            </a:extLst>
          </p:cNvPr>
          <p:cNvGrpSpPr/>
          <p:nvPr/>
        </p:nvGrpSpPr>
        <p:grpSpPr>
          <a:xfrm>
            <a:off x="2820943" y="2532173"/>
            <a:ext cx="2852671" cy="642834"/>
            <a:chOff x="753872" y="5217478"/>
            <a:chExt cx="3333482" cy="750179"/>
          </a:xfrm>
        </p:grpSpPr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D5B382A5-853F-E7D8-2A92-9F954BBA0FC0}"/>
                </a:ext>
              </a:extLst>
            </p:cNvPr>
            <p:cNvSpPr/>
            <p:nvPr/>
          </p:nvSpPr>
          <p:spPr>
            <a:xfrm>
              <a:off x="753872" y="5217478"/>
              <a:ext cx="3333482" cy="750179"/>
            </a:xfrm>
            <a:custGeom>
              <a:avLst/>
              <a:gdLst>
                <a:gd name="connsiteX0" fmla="*/ 1952622 w 3333482"/>
                <a:gd name="connsiteY0" fmla="*/ 0 h 750179"/>
                <a:gd name="connsiteX1" fmla="*/ 3333482 w 3333482"/>
                <a:gd name="connsiteY1" fmla="*/ 750179 h 750179"/>
                <a:gd name="connsiteX2" fmla="*/ 1226 w 3333482"/>
                <a:gd name="connsiteY2" fmla="*/ 345903 h 750179"/>
                <a:gd name="connsiteX3" fmla="*/ 0 w 3333482"/>
                <a:gd name="connsiteY3" fmla="*/ 341571 h 750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482" h="750179">
                  <a:moveTo>
                    <a:pt x="1952622" y="0"/>
                  </a:moveTo>
                  <a:lnTo>
                    <a:pt x="3333482" y="750179"/>
                  </a:lnTo>
                  <a:lnTo>
                    <a:pt x="1226" y="345903"/>
                  </a:lnTo>
                  <a:lnTo>
                    <a:pt x="0" y="34157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617321C8-B0ED-8045-547D-C377F81D592D}"/>
                </a:ext>
              </a:extLst>
            </p:cNvPr>
            <p:cNvSpPr txBox="1"/>
            <p:nvPr/>
          </p:nvSpPr>
          <p:spPr>
            <a:xfrm>
              <a:off x="2196514" y="5301311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7F5E0521-055E-FD68-ACBD-A26D2F212764}"/>
              </a:ext>
            </a:extLst>
          </p:cNvPr>
          <p:cNvGrpSpPr/>
          <p:nvPr/>
        </p:nvGrpSpPr>
        <p:grpSpPr>
          <a:xfrm>
            <a:off x="2821992" y="2828580"/>
            <a:ext cx="2868148" cy="1539048"/>
            <a:chOff x="755098" y="5563381"/>
            <a:chExt cx="3351568" cy="1796051"/>
          </a:xfrm>
        </p:grpSpPr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C44E3812-C215-D9AB-2706-F17ABEF24023}"/>
                </a:ext>
              </a:extLst>
            </p:cNvPr>
            <p:cNvSpPr/>
            <p:nvPr/>
          </p:nvSpPr>
          <p:spPr>
            <a:xfrm>
              <a:off x="755098" y="5563381"/>
              <a:ext cx="3351568" cy="1796051"/>
            </a:xfrm>
            <a:custGeom>
              <a:avLst/>
              <a:gdLst>
                <a:gd name="connsiteX0" fmla="*/ 0 w 3351568"/>
                <a:gd name="connsiteY0" fmla="*/ 0 h 1796051"/>
                <a:gd name="connsiteX1" fmla="*/ 3332256 w 3351568"/>
                <a:gd name="connsiteY1" fmla="*/ 404276 h 1796051"/>
                <a:gd name="connsiteX2" fmla="*/ 3351568 w 3351568"/>
                <a:gd name="connsiteY2" fmla="*/ 414768 h 1796051"/>
                <a:gd name="connsiteX3" fmla="*/ 2880804 w 3351568"/>
                <a:gd name="connsiteY3" fmla="*/ 1796051 h 1796051"/>
                <a:gd name="connsiteX4" fmla="*/ 2028 w 3351568"/>
                <a:gd name="connsiteY4" fmla="*/ 7166 h 1796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1568" h="1796051">
                  <a:moveTo>
                    <a:pt x="0" y="0"/>
                  </a:moveTo>
                  <a:lnTo>
                    <a:pt x="3332256" y="404276"/>
                  </a:lnTo>
                  <a:lnTo>
                    <a:pt x="3351568" y="414768"/>
                  </a:lnTo>
                  <a:lnTo>
                    <a:pt x="2880804" y="1796051"/>
                  </a:lnTo>
                  <a:lnTo>
                    <a:pt x="2028" y="7166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02F5ADAD-5C16-473F-B5BC-3D91D25A249C}"/>
                </a:ext>
              </a:extLst>
            </p:cNvPr>
            <p:cNvSpPr txBox="1"/>
            <p:nvPr/>
          </p:nvSpPr>
          <p:spPr>
            <a:xfrm>
              <a:off x="2420613" y="6051490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83B8E404-EAD4-9285-A861-E22FD14D1D37}"/>
              </a:ext>
            </a:extLst>
          </p:cNvPr>
          <p:cNvGrpSpPr/>
          <p:nvPr/>
        </p:nvGrpSpPr>
        <p:grpSpPr>
          <a:xfrm>
            <a:off x="2823728" y="2834720"/>
            <a:ext cx="2463550" cy="1596093"/>
            <a:chOff x="757126" y="5570547"/>
            <a:chExt cx="2878776" cy="1862621"/>
          </a:xfrm>
        </p:grpSpPr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6010AE46-0CE8-D9A9-2CD3-C92DF16BA0DE}"/>
                </a:ext>
              </a:extLst>
            </p:cNvPr>
            <p:cNvSpPr/>
            <p:nvPr/>
          </p:nvSpPr>
          <p:spPr>
            <a:xfrm>
              <a:off x="757126" y="5570547"/>
              <a:ext cx="2878776" cy="1862621"/>
            </a:xfrm>
            <a:custGeom>
              <a:avLst/>
              <a:gdLst>
                <a:gd name="connsiteX0" fmla="*/ 0 w 2878776"/>
                <a:gd name="connsiteY0" fmla="*/ 0 h 1862621"/>
                <a:gd name="connsiteX1" fmla="*/ 2878776 w 2878776"/>
                <a:gd name="connsiteY1" fmla="*/ 1788885 h 1862621"/>
                <a:gd name="connsiteX2" fmla="*/ 2876369 w 2878776"/>
                <a:gd name="connsiteY2" fmla="*/ 1795946 h 1862621"/>
                <a:gd name="connsiteX3" fmla="*/ 527067 w 2878776"/>
                <a:gd name="connsiteY3" fmla="*/ 1862621 h 186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76" h="1862621">
                  <a:moveTo>
                    <a:pt x="0" y="0"/>
                  </a:moveTo>
                  <a:lnTo>
                    <a:pt x="2878776" y="1788885"/>
                  </a:lnTo>
                  <a:lnTo>
                    <a:pt x="2876369" y="1795946"/>
                  </a:lnTo>
                  <a:lnTo>
                    <a:pt x="527067" y="186262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2834B112-A905-0052-466B-6D3759F1E67E}"/>
                </a:ext>
              </a:extLst>
            </p:cNvPr>
            <p:cNvSpPr txBox="1"/>
            <p:nvPr/>
          </p:nvSpPr>
          <p:spPr>
            <a:xfrm>
              <a:off x="1375884" y="6541928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3</a:t>
              </a:r>
            </a:p>
          </p:txBody>
        </p:sp>
      </p:grpSp>
      <p:sp>
        <p:nvSpPr>
          <p:cNvPr id="48" name="Pentágono 3">
            <a:extLst>
              <a:ext uri="{FF2B5EF4-FFF2-40B4-BE49-F238E27FC236}">
                <a16:creationId xmlns:a16="http://schemas.microsoft.com/office/drawing/2014/main" id="{28A5AC55-8FBE-4462-5F7D-9C7067523649}"/>
              </a:ext>
            </a:extLst>
          </p:cNvPr>
          <p:cNvSpPr/>
          <p:nvPr/>
        </p:nvSpPr>
        <p:spPr>
          <a:xfrm>
            <a:off x="2820554" y="2532173"/>
            <a:ext cx="2869197" cy="1898640"/>
          </a:xfrm>
          <a:custGeom>
            <a:avLst/>
            <a:gdLst>
              <a:gd name="connsiteX0" fmla="*/ 3 w 2876550"/>
              <a:gd name="connsiteY0" fmla="*/ 1046421 h 2739572"/>
              <a:gd name="connsiteX1" fmla="*/ 1438275 w 2876550"/>
              <a:gd name="connsiteY1" fmla="*/ 0 h 2739572"/>
              <a:gd name="connsiteX2" fmla="*/ 2876547 w 2876550"/>
              <a:gd name="connsiteY2" fmla="*/ 1046421 h 2739572"/>
              <a:gd name="connsiteX3" fmla="*/ 2327176 w 2876550"/>
              <a:gd name="connsiteY3" fmla="*/ 2739565 h 2739572"/>
              <a:gd name="connsiteX4" fmla="*/ 549374 w 2876550"/>
              <a:gd name="connsiteY4" fmla="*/ 2739565 h 2739572"/>
              <a:gd name="connsiteX5" fmla="*/ 3 w 2876550"/>
              <a:gd name="connsiteY5" fmla="*/ 1046421 h 2739572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1063721 w 3390894"/>
              <a:gd name="connsiteY4" fmla="*/ 2739565 h 2739565"/>
              <a:gd name="connsiteX5" fmla="*/ 0 w 3390894"/>
              <a:gd name="connsiteY5" fmla="*/ 341571 h 2739565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530321 w 3390894"/>
              <a:gd name="connsiteY4" fmla="*/ 2215690 h 2739565"/>
              <a:gd name="connsiteX5" fmla="*/ 0 w 3390894"/>
              <a:gd name="connsiteY5" fmla="*/ 341571 h 2739565"/>
              <a:gd name="connsiteX0" fmla="*/ 0 w 3352794"/>
              <a:gd name="connsiteY0" fmla="*/ 341571 h 2739565"/>
              <a:gd name="connsiteX1" fmla="*/ 1952622 w 3352794"/>
              <a:gd name="connsiteY1" fmla="*/ 0 h 2739565"/>
              <a:gd name="connsiteX2" fmla="*/ 3352794 w 3352794"/>
              <a:gd name="connsiteY2" fmla="*/ 760671 h 2739565"/>
              <a:gd name="connsiteX3" fmla="*/ 2841523 w 3352794"/>
              <a:gd name="connsiteY3" fmla="*/ 2739565 h 2739565"/>
              <a:gd name="connsiteX4" fmla="*/ 530321 w 3352794"/>
              <a:gd name="connsiteY4" fmla="*/ 2215690 h 2739565"/>
              <a:gd name="connsiteX5" fmla="*/ 0 w 3352794"/>
              <a:gd name="connsiteY5" fmla="*/ 341571 h 2739565"/>
              <a:gd name="connsiteX0" fmla="*/ 0 w 3352794"/>
              <a:gd name="connsiteY0" fmla="*/ 341571 h 2215690"/>
              <a:gd name="connsiteX1" fmla="*/ 1952622 w 3352794"/>
              <a:gd name="connsiteY1" fmla="*/ 0 h 2215690"/>
              <a:gd name="connsiteX2" fmla="*/ 3352794 w 3352794"/>
              <a:gd name="connsiteY2" fmla="*/ 760671 h 2215690"/>
              <a:gd name="connsiteX3" fmla="*/ 2879623 w 3352794"/>
              <a:gd name="connsiteY3" fmla="*/ 2149015 h 2215690"/>
              <a:gd name="connsiteX4" fmla="*/ 530321 w 3352794"/>
              <a:gd name="connsiteY4" fmla="*/ 2215690 h 2215690"/>
              <a:gd name="connsiteX5" fmla="*/ 0 w 3352794"/>
              <a:gd name="connsiteY5" fmla="*/ 341571 h 22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2794" h="2215690">
                <a:moveTo>
                  <a:pt x="0" y="341571"/>
                </a:moveTo>
                <a:lnTo>
                  <a:pt x="1952622" y="0"/>
                </a:lnTo>
                <a:lnTo>
                  <a:pt x="3352794" y="760671"/>
                </a:lnTo>
                <a:lnTo>
                  <a:pt x="2879623" y="2149015"/>
                </a:lnTo>
                <a:lnTo>
                  <a:pt x="530321" y="2215690"/>
                </a:lnTo>
                <a:lnTo>
                  <a:pt x="0" y="3415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37F983C9-A39E-1C34-2136-C44D4DC8090E}"/>
              </a:ext>
            </a:extLst>
          </p:cNvPr>
          <p:cNvCxnSpPr>
            <a:cxnSpLocks/>
            <a:stCxn id="48" idx="0"/>
            <a:endCxn id="48" idx="3"/>
          </p:cNvCxnSpPr>
          <p:nvPr/>
        </p:nvCxnSpPr>
        <p:spPr>
          <a:xfrm>
            <a:off x="2820554" y="2824868"/>
            <a:ext cx="2464275" cy="154881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7E491EBE-D3F5-4923-D7C1-0F6A18FF74AF}"/>
              </a:ext>
            </a:extLst>
          </p:cNvPr>
          <p:cNvCxnSpPr>
            <a:cxnSpLocks/>
            <a:stCxn id="48" idx="0"/>
            <a:endCxn id="48" idx="2"/>
          </p:cNvCxnSpPr>
          <p:nvPr/>
        </p:nvCxnSpPr>
        <p:spPr>
          <a:xfrm>
            <a:off x="2820554" y="2824868"/>
            <a:ext cx="2869197" cy="359129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hallar el área de un polígono cualquiera,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descompone en triángulos y se calcula el área de cada uno de los triángulos.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319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hallar el área de un polígono cualquiera,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descompone en triángulos y se calcula el área de cada uno de los triángulos.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4E9BA08-0FA4-5BE7-F4B3-9B255956C135}"/>
              </a:ext>
            </a:extLst>
          </p:cNvPr>
          <p:cNvGrpSpPr/>
          <p:nvPr/>
        </p:nvGrpSpPr>
        <p:grpSpPr>
          <a:xfrm>
            <a:off x="6867422" y="2305749"/>
            <a:ext cx="2856484" cy="642832"/>
            <a:chOff x="753872" y="5217478"/>
            <a:chExt cx="3333482" cy="750179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9C3F1505-63B8-BBC1-8D40-9099CF02F6C8}"/>
                </a:ext>
              </a:extLst>
            </p:cNvPr>
            <p:cNvSpPr/>
            <p:nvPr/>
          </p:nvSpPr>
          <p:spPr>
            <a:xfrm>
              <a:off x="753872" y="5217478"/>
              <a:ext cx="3333482" cy="750179"/>
            </a:xfrm>
            <a:custGeom>
              <a:avLst/>
              <a:gdLst>
                <a:gd name="connsiteX0" fmla="*/ 1952622 w 3333482"/>
                <a:gd name="connsiteY0" fmla="*/ 0 h 750179"/>
                <a:gd name="connsiteX1" fmla="*/ 3333482 w 3333482"/>
                <a:gd name="connsiteY1" fmla="*/ 750179 h 750179"/>
                <a:gd name="connsiteX2" fmla="*/ 1226 w 3333482"/>
                <a:gd name="connsiteY2" fmla="*/ 345903 h 750179"/>
                <a:gd name="connsiteX3" fmla="*/ 0 w 3333482"/>
                <a:gd name="connsiteY3" fmla="*/ 341571 h 750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482" h="750179">
                  <a:moveTo>
                    <a:pt x="1952622" y="0"/>
                  </a:moveTo>
                  <a:lnTo>
                    <a:pt x="3333482" y="750179"/>
                  </a:lnTo>
                  <a:lnTo>
                    <a:pt x="1226" y="345903"/>
                  </a:lnTo>
                  <a:lnTo>
                    <a:pt x="0" y="34157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D599C2B5-BEF2-F56F-D3EE-6B47177B56E4}"/>
                </a:ext>
              </a:extLst>
            </p:cNvPr>
            <p:cNvSpPr txBox="1"/>
            <p:nvPr/>
          </p:nvSpPr>
          <p:spPr>
            <a:xfrm>
              <a:off x="2196514" y="5301311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A70A3E9-B00E-36C7-16D2-2562B0B28DF5}"/>
              </a:ext>
            </a:extLst>
          </p:cNvPr>
          <p:cNvGrpSpPr/>
          <p:nvPr/>
        </p:nvGrpSpPr>
        <p:grpSpPr>
          <a:xfrm>
            <a:off x="6867422" y="2891765"/>
            <a:ext cx="2871982" cy="1539048"/>
            <a:chOff x="755098" y="5563381"/>
            <a:chExt cx="3351568" cy="1796051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6251B01B-12FF-E515-2367-C6880B91F454}"/>
                </a:ext>
              </a:extLst>
            </p:cNvPr>
            <p:cNvSpPr/>
            <p:nvPr/>
          </p:nvSpPr>
          <p:spPr>
            <a:xfrm>
              <a:off x="755098" y="5563381"/>
              <a:ext cx="3351568" cy="1796051"/>
            </a:xfrm>
            <a:custGeom>
              <a:avLst/>
              <a:gdLst>
                <a:gd name="connsiteX0" fmla="*/ 0 w 3351568"/>
                <a:gd name="connsiteY0" fmla="*/ 0 h 1796051"/>
                <a:gd name="connsiteX1" fmla="*/ 3332256 w 3351568"/>
                <a:gd name="connsiteY1" fmla="*/ 404276 h 1796051"/>
                <a:gd name="connsiteX2" fmla="*/ 3351568 w 3351568"/>
                <a:gd name="connsiteY2" fmla="*/ 414768 h 1796051"/>
                <a:gd name="connsiteX3" fmla="*/ 2880804 w 3351568"/>
                <a:gd name="connsiteY3" fmla="*/ 1796051 h 1796051"/>
                <a:gd name="connsiteX4" fmla="*/ 2028 w 3351568"/>
                <a:gd name="connsiteY4" fmla="*/ 7166 h 1796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1568" h="1796051">
                  <a:moveTo>
                    <a:pt x="0" y="0"/>
                  </a:moveTo>
                  <a:lnTo>
                    <a:pt x="3332256" y="404276"/>
                  </a:lnTo>
                  <a:lnTo>
                    <a:pt x="3351568" y="414768"/>
                  </a:lnTo>
                  <a:lnTo>
                    <a:pt x="2880804" y="1796051"/>
                  </a:lnTo>
                  <a:lnTo>
                    <a:pt x="2028" y="7166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0815538F-DC51-1BF4-6803-FE32E7E9CFEA}"/>
                </a:ext>
              </a:extLst>
            </p:cNvPr>
            <p:cNvSpPr txBox="1"/>
            <p:nvPr/>
          </p:nvSpPr>
          <p:spPr>
            <a:xfrm>
              <a:off x="2420613" y="6051490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7CD2A12-E69F-D833-3D04-863A0EA6D441}"/>
              </a:ext>
            </a:extLst>
          </p:cNvPr>
          <p:cNvGrpSpPr/>
          <p:nvPr/>
        </p:nvGrpSpPr>
        <p:grpSpPr>
          <a:xfrm>
            <a:off x="6807051" y="3227141"/>
            <a:ext cx="2466844" cy="1596092"/>
            <a:chOff x="757126" y="5570547"/>
            <a:chExt cx="2878776" cy="1862621"/>
          </a:xfrm>
        </p:grpSpPr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B5953B57-D07F-8046-9056-BE724989D6B0}"/>
                </a:ext>
              </a:extLst>
            </p:cNvPr>
            <p:cNvSpPr/>
            <p:nvPr/>
          </p:nvSpPr>
          <p:spPr>
            <a:xfrm>
              <a:off x="757126" y="5570547"/>
              <a:ext cx="2878776" cy="1862621"/>
            </a:xfrm>
            <a:custGeom>
              <a:avLst/>
              <a:gdLst>
                <a:gd name="connsiteX0" fmla="*/ 0 w 2878776"/>
                <a:gd name="connsiteY0" fmla="*/ 0 h 1862621"/>
                <a:gd name="connsiteX1" fmla="*/ 2878776 w 2878776"/>
                <a:gd name="connsiteY1" fmla="*/ 1788885 h 1862621"/>
                <a:gd name="connsiteX2" fmla="*/ 2876369 w 2878776"/>
                <a:gd name="connsiteY2" fmla="*/ 1795946 h 1862621"/>
                <a:gd name="connsiteX3" fmla="*/ 527067 w 2878776"/>
                <a:gd name="connsiteY3" fmla="*/ 1862621 h 186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76" h="1862621">
                  <a:moveTo>
                    <a:pt x="0" y="0"/>
                  </a:moveTo>
                  <a:lnTo>
                    <a:pt x="2878776" y="1788885"/>
                  </a:lnTo>
                  <a:lnTo>
                    <a:pt x="2876369" y="1795946"/>
                  </a:lnTo>
                  <a:lnTo>
                    <a:pt x="527067" y="186262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BF7C22E7-1B71-1CE9-2958-73BC84A45FF5}"/>
                </a:ext>
              </a:extLst>
            </p:cNvPr>
            <p:cNvSpPr txBox="1"/>
            <p:nvPr/>
          </p:nvSpPr>
          <p:spPr>
            <a:xfrm>
              <a:off x="1375884" y="6541928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3</a:t>
              </a:r>
            </a:p>
          </p:txBody>
        </p:sp>
      </p:grpSp>
      <p:sp>
        <p:nvSpPr>
          <p:cNvPr id="20" name="Pentágono 3">
            <a:extLst>
              <a:ext uri="{FF2B5EF4-FFF2-40B4-BE49-F238E27FC236}">
                <a16:creationId xmlns:a16="http://schemas.microsoft.com/office/drawing/2014/main" id="{E3945905-0BDD-1BA2-D514-9599ECEAD68D}"/>
              </a:ext>
            </a:extLst>
          </p:cNvPr>
          <p:cNvSpPr/>
          <p:nvPr/>
        </p:nvSpPr>
        <p:spPr>
          <a:xfrm>
            <a:off x="2820943" y="2532173"/>
            <a:ext cx="2873032" cy="1898640"/>
          </a:xfrm>
          <a:custGeom>
            <a:avLst/>
            <a:gdLst>
              <a:gd name="connsiteX0" fmla="*/ 3 w 2876550"/>
              <a:gd name="connsiteY0" fmla="*/ 1046421 h 2739572"/>
              <a:gd name="connsiteX1" fmla="*/ 1438275 w 2876550"/>
              <a:gd name="connsiteY1" fmla="*/ 0 h 2739572"/>
              <a:gd name="connsiteX2" fmla="*/ 2876547 w 2876550"/>
              <a:gd name="connsiteY2" fmla="*/ 1046421 h 2739572"/>
              <a:gd name="connsiteX3" fmla="*/ 2327176 w 2876550"/>
              <a:gd name="connsiteY3" fmla="*/ 2739565 h 2739572"/>
              <a:gd name="connsiteX4" fmla="*/ 549374 w 2876550"/>
              <a:gd name="connsiteY4" fmla="*/ 2739565 h 2739572"/>
              <a:gd name="connsiteX5" fmla="*/ 3 w 2876550"/>
              <a:gd name="connsiteY5" fmla="*/ 1046421 h 2739572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1063721 w 3390894"/>
              <a:gd name="connsiteY4" fmla="*/ 2739565 h 2739565"/>
              <a:gd name="connsiteX5" fmla="*/ 0 w 3390894"/>
              <a:gd name="connsiteY5" fmla="*/ 341571 h 2739565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530321 w 3390894"/>
              <a:gd name="connsiteY4" fmla="*/ 2215690 h 2739565"/>
              <a:gd name="connsiteX5" fmla="*/ 0 w 3390894"/>
              <a:gd name="connsiteY5" fmla="*/ 341571 h 2739565"/>
              <a:gd name="connsiteX0" fmla="*/ 0 w 3352794"/>
              <a:gd name="connsiteY0" fmla="*/ 341571 h 2739565"/>
              <a:gd name="connsiteX1" fmla="*/ 1952622 w 3352794"/>
              <a:gd name="connsiteY1" fmla="*/ 0 h 2739565"/>
              <a:gd name="connsiteX2" fmla="*/ 3352794 w 3352794"/>
              <a:gd name="connsiteY2" fmla="*/ 760671 h 2739565"/>
              <a:gd name="connsiteX3" fmla="*/ 2841523 w 3352794"/>
              <a:gd name="connsiteY3" fmla="*/ 2739565 h 2739565"/>
              <a:gd name="connsiteX4" fmla="*/ 530321 w 3352794"/>
              <a:gd name="connsiteY4" fmla="*/ 2215690 h 2739565"/>
              <a:gd name="connsiteX5" fmla="*/ 0 w 3352794"/>
              <a:gd name="connsiteY5" fmla="*/ 341571 h 2739565"/>
              <a:gd name="connsiteX0" fmla="*/ 0 w 3352794"/>
              <a:gd name="connsiteY0" fmla="*/ 341571 h 2215690"/>
              <a:gd name="connsiteX1" fmla="*/ 1952622 w 3352794"/>
              <a:gd name="connsiteY1" fmla="*/ 0 h 2215690"/>
              <a:gd name="connsiteX2" fmla="*/ 3352794 w 3352794"/>
              <a:gd name="connsiteY2" fmla="*/ 760671 h 2215690"/>
              <a:gd name="connsiteX3" fmla="*/ 2879623 w 3352794"/>
              <a:gd name="connsiteY3" fmla="*/ 2149015 h 2215690"/>
              <a:gd name="connsiteX4" fmla="*/ 530321 w 3352794"/>
              <a:gd name="connsiteY4" fmla="*/ 2215690 h 2215690"/>
              <a:gd name="connsiteX5" fmla="*/ 0 w 3352794"/>
              <a:gd name="connsiteY5" fmla="*/ 341571 h 22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2794" h="2215690">
                <a:moveTo>
                  <a:pt x="0" y="341571"/>
                </a:moveTo>
                <a:lnTo>
                  <a:pt x="1952622" y="0"/>
                </a:lnTo>
                <a:lnTo>
                  <a:pt x="3352794" y="760671"/>
                </a:lnTo>
                <a:lnTo>
                  <a:pt x="2879623" y="2149015"/>
                </a:lnTo>
                <a:lnTo>
                  <a:pt x="530321" y="2215690"/>
                </a:lnTo>
                <a:lnTo>
                  <a:pt x="0" y="3415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23CF4450-EF2C-EC62-3B3B-C27669B22F66}"/>
              </a:ext>
            </a:extLst>
          </p:cNvPr>
          <p:cNvCxnSpPr>
            <a:stCxn id="20" idx="0"/>
            <a:endCxn id="20" idx="3"/>
          </p:cNvCxnSpPr>
          <p:nvPr/>
        </p:nvCxnSpPr>
        <p:spPr>
          <a:xfrm>
            <a:off x="2820943" y="2824868"/>
            <a:ext cx="2467569" cy="154881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9113A950-CFAD-CEBB-5A72-A68A4857E408}"/>
              </a:ext>
            </a:extLst>
          </p:cNvPr>
          <p:cNvCxnSpPr>
            <a:stCxn id="20" idx="0"/>
            <a:endCxn id="20" idx="2"/>
          </p:cNvCxnSpPr>
          <p:nvPr/>
        </p:nvCxnSpPr>
        <p:spPr>
          <a:xfrm>
            <a:off x="2820943" y="2824868"/>
            <a:ext cx="2873032" cy="359129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F440859-4163-9B00-0293-5896EB110B32}"/>
              </a:ext>
            </a:extLst>
          </p:cNvPr>
          <p:cNvSpPr txBox="1"/>
          <p:nvPr/>
        </p:nvSpPr>
        <p:spPr>
          <a:xfrm>
            <a:off x="4856120" y="5547219"/>
            <a:ext cx="995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E343561-8B32-30E5-B8A8-4E91C20DA598}"/>
                  </a:ext>
                </a:extLst>
              </p:cNvPr>
              <p:cNvSpPr txBox="1"/>
              <p:nvPr/>
            </p:nvSpPr>
            <p:spPr>
              <a:xfrm>
                <a:off x="6446652" y="5588530"/>
                <a:ext cx="246684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s-E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E343561-8B32-30E5-B8A8-4E91C20DA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652" y="5588530"/>
                <a:ext cx="2466843" cy="307777"/>
              </a:xfrm>
              <a:prstGeom prst="rect">
                <a:avLst/>
              </a:prstGeom>
              <a:blipFill>
                <a:blip r:embed="rId6"/>
                <a:stretch>
                  <a:fillRect l="-3713" b="-2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09392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el polígono es regular, se puede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descomponer en tantos triángulos iguales como lados tiene el polígono.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F88920A-A90F-FB6A-C811-2DA5D68883F1}"/>
              </a:ext>
            </a:extLst>
          </p:cNvPr>
          <p:cNvSpPr/>
          <p:nvPr/>
        </p:nvSpPr>
        <p:spPr>
          <a:xfrm>
            <a:off x="3053473" y="3057568"/>
            <a:ext cx="1329674" cy="99860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387E7EAD-A29A-8E29-57B3-61EC9482253B}"/>
              </a:ext>
            </a:extLst>
          </p:cNvPr>
          <p:cNvSpPr/>
          <p:nvPr/>
        </p:nvSpPr>
        <p:spPr>
          <a:xfrm>
            <a:off x="2547256" y="2030531"/>
            <a:ext cx="2354944" cy="2030124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47DE76F-D5D0-A744-5B81-116A94B0E785}"/>
              </a:ext>
            </a:extLst>
          </p:cNvPr>
          <p:cNvCxnSpPr>
            <a:cxnSpLocks/>
          </p:cNvCxnSpPr>
          <p:nvPr/>
        </p:nvCxnSpPr>
        <p:spPr>
          <a:xfrm>
            <a:off x="3721203" y="3201246"/>
            <a:ext cx="0" cy="85492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18E9B04-5D57-A87A-0992-07BEE9141D77}"/>
              </a:ext>
            </a:extLst>
          </p:cNvPr>
          <p:cNvCxnSpPr>
            <a:cxnSpLocks/>
            <a:stCxn id="7" idx="4"/>
            <a:endCxn id="7" idx="1"/>
          </p:cNvCxnSpPr>
          <p:nvPr/>
        </p:nvCxnSpPr>
        <p:spPr>
          <a:xfrm>
            <a:off x="3054787" y="2030531"/>
            <a:ext cx="1339882" cy="203012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A82B168-1077-3ABB-F18E-49141D3863A4}"/>
              </a:ext>
            </a:extLst>
          </p:cNvPr>
          <p:cNvCxnSpPr>
            <a:stCxn id="7" idx="5"/>
            <a:endCxn id="7" idx="2"/>
          </p:cNvCxnSpPr>
          <p:nvPr/>
        </p:nvCxnSpPr>
        <p:spPr>
          <a:xfrm flipH="1">
            <a:off x="3054787" y="2030531"/>
            <a:ext cx="1339882" cy="203012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48B8893-D5A7-6BA2-A251-EB640773E2C2}"/>
              </a:ext>
            </a:extLst>
          </p:cNvPr>
          <p:cNvCxnSpPr>
            <a:stCxn id="7" idx="3"/>
            <a:endCxn id="7" idx="0"/>
          </p:cNvCxnSpPr>
          <p:nvPr/>
        </p:nvCxnSpPr>
        <p:spPr>
          <a:xfrm>
            <a:off x="2547256" y="3045593"/>
            <a:ext cx="235494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12B9C148-7DDA-6579-BBE0-422D25F2DE32}"/>
              </a:ext>
            </a:extLst>
          </p:cNvPr>
          <p:cNvSpPr>
            <a:spLocks noChangeAspect="1"/>
          </p:cNvSpPr>
          <p:nvPr/>
        </p:nvSpPr>
        <p:spPr>
          <a:xfrm flipV="1">
            <a:off x="3689677" y="3016961"/>
            <a:ext cx="57264" cy="5726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5F47472-826D-B4A0-DAA1-D9E106AEF6F7}"/>
              </a:ext>
            </a:extLst>
          </p:cNvPr>
          <p:cNvSpPr txBox="1"/>
          <p:nvPr/>
        </p:nvSpPr>
        <p:spPr>
          <a:xfrm>
            <a:off x="3598996" y="4031578"/>
            <a:ext cx="37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949E032-3198-1EAD-39F5-8ED2099AA8C7}"/>
              </a:ext>
            </a:extLst>
          </p:cNvPr>
          <p:cNvSpPr txBox="1"/>
          <p:nvPr/>
        </p:nvSpPr>
        <p:spPr>
          <a:xfrm>
            <a:off x="3718309" y="3466477"/>
            <a:ext cx="37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286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475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975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25" grpId="0" animBg="1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el polígono es regular, se puede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descomponer en tantos triángulos iguales como lados tiene el polígono.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387E7EAD-A29A-8E29-57B3-61EC9482253B}"/>
              </a:ext>
            </a:extLst>
          </p:cNvPr>
          <p:cNvSpPr/>
          <p:nvPr/>
        </p:nvSpPr>
        <p:spPr>
          <a:xfrm>
            <a:off x="2547256" y="2030531"/>
            <a:ext cx="2354944" cy="2030124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47DE76F-D5D0-A744-5B81-116A94B0E785}"/>
              </a:ext>
            </a:extLst>
          </p:cNvPr>
          <p:cNvCxnSpPr>
            <a:cxnSpLocks/>
          </p:cNvCxnSpPr>
          <p:nvPr/>
        </p:nvCxnSpPr>
        <p:spPr>
          <a:xfrm>
            <a:off x="3721203" y="3201246"/>
            <a:ext cx="0" cy="85492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18E9B04-5D57-A87A-0992-07BEE9141D77}"/>
              </a:ext>
            </a:extLst>
          </p:cNvPr>
          <p:cNvCxnSpPr>
            <a:cxnSpLocks/>
            <a:stCxn id="7" idx="4"/>
            <a:endCxn id="7" idx="1"/>
          </p:cNvCxnSpPr>
          <p:nvPr/>
        </p:nvCxnSpPr>
        <p:spPr>
          <a:xfrm>
            <a:off x="3054787" y="2030531"/>
            <a:ext cx="1339882" cy="203012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A82B168-1077-3ABB-F18E-49141D3863A4}"/>
              </a:ext>
            </a:extLst>
          </p:cNvPr>
          <p:cNvCxnSpPr>
            <a:stCxn id="7" idx="5"/>
            <a:endCxn id="7" idx="2"/>
          </p:cNvCxnSpPr>
          <p:nvPr/>
        </p:nvCxnSpPr>
        <p:spPr>
          <a:xfrm flipH="1">
            <a:off x="3054787" y="2030531"/>
            <a:ext cx="1339882" cy="203012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48B8893-D5A7-6BA2-A251-EB640773E2C2}"/>
              </a:ext>
            </a:extLst>
          </p:cNvPr>
          <p:cNvCxnSpPr>
            <a:stCxn id="7" idx="3"/>
            <a:endCxn id="7" idx="0"/>
          </p:cNvCxnSpPr>
          <p:nvPr/>
        </p:nvCxnSpPr>
        <p:spPr>
          <a:xfrm>
            <a:off x="2547256" y="3045593"/>
            <a:ext cx="235494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12B9C148-7DDA-6579-BBE0-422D25F2DE32}"/>
              </a:ext>
            </a:extLst>
          </p:cNvPr>
          <p:cNvSpPr>
            <a:spLocks noChangeAspect="1"/>
          </p:cNvSpPr>
          <p:nvPr/>
        </p:nvSpPr>
        <p:spPr>
          <a:xfrm flipV="1">
            <a:off x="3689677" y="3016961"/>
            <a:ext cx="57264" cy="5726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5F47472-826D-B4A0-DAA1-D9E106AEF6F7}"/>
              </a:ext>
            </a:extLst>
          </p:cNvPr>
          <p:cNvSpPr txBox="1"/>
          <p:nvPr/>
        </p:nvSpPr>
        <p:spPr>
          <a:xfrm>
            <a:off x="3598996" y="4031578"/>
            <a:ext cx="37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949E032-3198-1EAD-39F5-8ED2099AA8C7}"/>
              </a:ext>
            </a:extLst>
          </p:cNvPr>
          <p:cNvSpPr txBox="1"/>
          <p:nvPr/>
        </p:nvSpPr>
        <p:spPr>
          <a:xfrm>
            <a:off x="3718309" y="3466477"/>
            <a:ext cx="37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05A2DD3D-C37B-CC59-6E21-6AC56CB277FE}"/>
              </a:ext>
            </a:extLst>
          </p:cNvPr>
          <p:cNvSpPr/>
          <p:nvPr/>
        </p:nvSpPr>
        <p:spPr>
          <a:xfrm>
            <a:off x="7665721" y="2230401"/>
            <a:ext cx="1339877" cy="97541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91FB94-1097-D123-D0CE-C24CFF6A36EF}"/>
              </a:ext>
            </a:extLst>
          </p:cNvPr>
          <p:cNvSpPr txBox="1"/>
          <p:nvPr/>
        </p:nvSpPr>
        <p:spPr>
          <a:xfrm>
            <a:off x="6698596" y="2386831"/>
            <a:ext cx="1671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 X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A4809C3-924D-B37B-5DE7-BF70D967B12F}"/>
              </a:ext>
            </a:extLst>
          </p:cNvPr>
          <p:cNvCxnSpPr>
            <a:cxnSpLocks/>
            <a:stCxn id="3" idx="0"/>
            <a:endCxn id="3" idx="3"/>
          </p:cNvCxnSpPr>
          <p:nvPr/>
        </p:nvCxnSpPr>
        <p:spPr>
          <a:xfrm>
            <a:off x="8335660" y="2230401"/>
            <a:ext cx="0" cy="975414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647B6BA-1B29-8CBF-68CC-B6A9E3365935}"/>
              </a:ext>
            </a:extLst>
          </p:cNvPr>
          <p:cNvSpPr txBox="1"/>
          <p:nvPr/>
        </p:nvSpPr>
        <p:spPr>
          <a:xfrm>
            <a:off x="8218171" y="3209382"/>
            <a:ext cx="466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3EAB5B9-74EB-741B-656E-C0F67F0E61E2}"/>
              </a:ext>
            </a:extLst>
          </p:cNvPr>
          <p:cNvSpPr txBox="1"/>
          <p:nvPr/>
        </p:nvSpPr>
        <p:spPr>
          <a:xfrm>
            <a:off x="8300904" y="2615445"/>
            <a:ext cx="466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13CD02-47E3-4C6E-9255-E9EBD254F4A0}"/>
              </a:ext>
            </a:extLst>
          </p:cNvPr>
          <p:cNvSpPr txBox="1"/>
          <p:nvPr/>
        </p:nvSpPr>
        <p:spPr>
          <a:xfrm>
            <a:off x="5898430" y="3799753"/>
            <a:ext cx="3107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ÁREA DEL TRIÁNGULO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60C5C2C-C1FE-55F1-16FA-865BC32DD9CA}"/>
                  </a:ext>
                </a:extLst>
              </p:cNvPr>
              <p:cNvSpPr txBox="1"/>
              <p:nvPr/>
            </p:nvSpPr>
            <p:spPr>
              <a:xfrm>
                <a:off x="9011198" y="3686423"/>
                <a:ext cx="1077218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60C5C2C-C1FE-55F1-16FA-865BC32DD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198" y="3686423"/>
                <a:ext cx="1077218" cy="5825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647A2CD4-EF67-411E-9CA8-4C90BC31D52E}"/>
              </a:ext>
            </a:extLst>
          </p:cNvPr>
          <p:cNvSpPr txBox="1"/>
          <p:nvPr/>
        </p:nvSpPr>
        <p:spPr>
          <a:xfrm>
            <a:off x="3082955" y="4663705"/>
            <a:ext cx="3107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ÁREA DEL HEXÁGONO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9B0EA04-B786-42CC-86BF-AE2F798B7918}"/>
                  </a:ext>
                </a:extLst>
              </p:cNvPr>
              <p:cNvSpPr txBox="1"/>
              <p:nvPr/>
            </p:nvSpPr>
            <p:spPr>
              <a:xfrm>
                <a:off x="6429793" y="4531575"/>
                <a:ext cx="1417247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9B0EA04-B786-42CC-86BF-AE2F798B7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93" y="4531575"/>
                <a:ext cx="1417247" cy="5825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3F26A1CF-423B-DA13-D694-FC9CA25F36D2}"/>
              </a:ext>
            </a:extLst>
          </p:cNvPr>
          <p:cNvSpPr txBox="1"/>
          <p:nvPr/>
        </p:nvSpPr>
        <p:spPr>
          <a:xfrm>
            <a:off x="1349196" y="5311586"/>
            <a:ext cx="4903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ÁREA DE UN POLÍGONO DE N LADOS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0BC41C2-45CE-AECF-3C89-19CD53AA9717}"/>
                  </a:ext>
                </a:extLst>
              </p:cNvPr>
              <p:cNvSpPr txBox="1"/>
              <p:nvPr/>
            </p:nvSpPr>
            <p:spPr>
              <a:xfrm>
                <a:off x="6429793" y="5192311"/>
                <a:ext cx="2083519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𝑳𝑨𝑫𝑶𝑺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0BC41C2-45CE-AECF-3C89-19CD53AA9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93" y="5192311"/>
                <a:ext cx="2083519" cy="5825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AEEE427-2191-F010-F0FD-255A146B3A4C}"/>
              </a:ext>
            </a:extLst>
          </p:cNvPr>
          <p:cNvSpPr txBox="1"/>
          <p:nvPr/>
        </p:nvSpPr>
        <p:spPr>
          <a:xfrm>
            <a:off x="3361074" y="5917000"/>
            <a:ext cx="3997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2319067C-BA86-36F5-E139-6043865CC9D5}"/>
                  </a:ext>
                </a:extLst>
              </p:cNvPr>
              <p:cNvSpPr txBox="1"/>
              <p:nvPr/>
            </p:nvSpPr>
            <p:spPr>
              <a:xfrm>
                <a:off x="6429793" y="5949730"/>
                <a:ext cx="16841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𝑳𝑨𝑫𝑶𝑺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2319067C-BA86-36F5-E139-6043865CC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93" y="5949730"/>
                <a:ext cx="1684179" cy="307777"/>
              </a:xfrm>
              <a:prstGeom prst="rect">
                <a:avLst/>
              </a:prstGeom>
              <a:blipFill>
                <a:blip r:embed="rId9"/>
                <a:stretch>
                  <a:fillRect l="-2899" r="-3261" b="-2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7327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00"/>
    </mc:Choice>
    <mc:Fallback xmlns="">
      <p:transition advClick="0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2" grpId="0"/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A32601A-1532-4174-8A4B-E5036A0A20CA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Área en polígon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3- Áreas y perímet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260990A-9A0D-4A5D-9F41-DB963F6FDDF0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ACBF855-2662-4DAF-A150-B0AC836B8C9D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B03E3D4-D260-47DF-A293-E202555C62E9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69AD7BB-9316-4852-9EED-70FA15C5500C}:25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C386AC8-1383-4283-BEFF-B142152F128B}:2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86DA4F7-02D0-4502-9592-813873681A50}:26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216</Words>
  <Application>Microsoft Office PowerPoint</Application>
  <PresentationFormat>Panorámica</PresentationFormat>
  <Paragraphs>48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Área en polígonos</dc:title>
  <dc:creator>Illán Linos Souto</dc:creator>
  <cp:lastModifiedBy>Illán Linos</cp:lastModifiedBy>
  <cp:revision>58</cp:revision>
  <dcterms:created xsi:type="dcterms:W3CDTF">2024-08-18T18:48:07Z</dcterms:created>
  <dcterms:modified xsi:type="dcterms:W3CDTF">2025-11-17T11:56:11Z</dcterms:modified>
</cp:coreProperties>
</file>
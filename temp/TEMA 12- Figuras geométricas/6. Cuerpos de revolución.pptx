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B0611-5CA2-4D24-973D-5B64816A8668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61D48-DB25-49D2-911B-6C09E4D6B6F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1805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61D48-DB25-49D2-911B-6C09E4D6B6F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710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61D48-DB25-49D2-911B-6C09E4D6B6F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765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61D48-DB25-49D2-911B-6C09E4D6B6F3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390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61D48-DB25-49D2-911B-6C09E4D6B6F3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1631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4063788"/>
                  </p:ext>
                </p:extLst>
              </p:nvPr>
            </p:nvGraphicFramePr>
            <p:xfrm>
              <a:off x="475306" y="245978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978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0583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59639440"/>
                  </p:ext>
                </p:extLst>
              </p:nvPr>
            </p:nvGraphicFramePr>
            <p:xfrm>
              <a:off x="465829" y="5793510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29" y="5793510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7821881"/>
                  </p:ext>
                </p:extLst>
              </p:nvPr>
            </p:nvGraphicFramePr>
            <p:xfrm>
              <a:off x="475306" y="3149023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149023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77817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 REGULARES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9052062"/>
                  </p:ext>
                </p:extLst>
              </p:nvPr>
            </p:nvGraphicFramePr>
            <p:xfrm>
              <a:off x="475306" y="3815768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815768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45051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CIRCUNFERENCIA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254643"/>
                  </p:ext>
                </p:extLst>
              </p:nvPr>
            </p:nvGraphicFramePr>
            <p:xfrm>
              <a:off x="475306" y="449370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449370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0F7BF696-EE08-C510-172B-20CC117A98A6}"/>
              </a:ext>
            </a:extLst>
          </p:cNvPr>
          <p:cNvSpPr txBox="1"/>
          <p:nvPr/>
        </p:nvSpPr>
        <p:spPr>
          <a:xfrm>
            <a:off x="996360" y="511042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POLIEDROS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97081873"/>
                  </p:ext>
                </p:extLst>
              </p:nvPr>
            </p:nvGraphicFramePr>
            <p:xfrm>
              <a:off x="475306" y="5153613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153613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41869C5D-8D95-8C51-B997-D94552238ABD}"/>
              </a:ext>
            </a:extLst>
          </p:cNvPr>
          <p:cNvSpPr txBox="1"/>
          <p:nvPr/>
        </p:nvSpPr>
        <p:spPr>
          <a:xfrm>
            <a:off x="996360" y="577841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CUERPOS DE REVOLUCIÓN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5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4" grpId="0"/>
      <p:bldP spid="12" grpId="0"/>
      <p:bldP spid="14" grpId="0"/>
      <p:bldP spid="16" grpId="0"/>
      <p:bldP spid="1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cuerpos de revolución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originan haciendo girar una figura plana alrededor de un eje.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5174453D-9948-01DE-C9E2-7227DBB47648}"/>
              </a:ext>
            </a:extLst>
          </p:cNvPr>
          <p:cNvGrpSpPr/>
          <p:nvPr/>
        </p:nvGrpSpPr>
        <p:grpSpPr>
          <a:xfrm>
            <a:off x="1624819" y="2159000"/>
            <a:ext cx="1144659" cy="1866900"/>
            <a:chOff x="1002519" y="5219700"/>
            <a:chExt cx="1144659" cy="1866900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C6F412C0-9DFA-1D29-FBD8-89F9DDFFF393}"/>
                </a:ext>
              </a:extLst>
            </p:cNvPr>
            <p:cNvSpPr/>
            <p:nvPr/>
          </p:nvSpPr>
          <p:spPr>
            <a:xfrm>
              <a:off x="1002519" y="5867272"/>
              <a:ext cx="345268" cy="34526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67ABFF8E-456D-E41C-BA62-5A418592B06B}"/>
                </a:ext>
              </a:extLst>
            </p:cNvPr>
            <p:cNvCxnSpPr>
              <a:cxnSpLocks/>
            </p:cNvCxnSpPr>
            <p:nvPr/>
          </p:nvCxnSpPr>
          <p:spPr>
            <a:xfrm>
              <a:off x="1993900" y="5219700"/>
              <a:ext cx="0" cy="186690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Arco 63">
              <a:extLst>
                <a:ext uri="{FF2B5EF4-FFF2-40B4-BE49-F238E27FC236}">
                  <a16:creationId xmlns:a16="http://schemas.microsoft.com/office/drawing/2014/main" id="{0992884D-BC2B-4164-C8D1-DAE72EE5FB85}"/>
                </a:ext>
              </a:extLst>
            </p:cNvPr>
            <p:cNvSpPr/>
            <p:nvPr/>
          </p:nvSpPr>
          <p:spPr>
            <a:xfrm flipH="1">
              <a:off x="1840622" y="5229107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5" name="Arco 64">
              <a:extLst>
                <a:ext uri="{FF2B5EF4-FFF2-40B4-BE49-F238E27FC236}">
                  <a16:creationId xmlns:a16="http://schemas.microsoft.com/office/drawing/2014/main" id="{2701F245-6180-8D5E-4CDC-1E02CE39E23B}"/>
                </a:ext>
              </a:extLst>
            </p:cNvPr>
            <p:cNvSpPr/>
            <p:nvPr/>
          </p:nvSpPr>
          <p:spPr>
            <a:xfrm flipH="1">
              <a:off x="1840622" y="6746622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758162AC-A38F-F025-A4CD-0918FE0581B6}"/>
              </a:ext>
            </a:extLst>
          </p:cNvPr>
          <p:cNvGrpSpPr/>
          <p:nvPr/>
        </p:nvGrpSpPr>
        <p:grpSpPr>
          <a:xfrm>
            <a:off x="3610782" y="2168407"/>
            <a:ext cx="1983568" cy="1796635"/>
            <a:chOff x="2988482" y="5229107"/>
            <a:chExt cx="1983568" cy="1796635"/>
          </a:xfrm>
        </p:grpSpPr>
        <p:sp>
          <p:nvSpPr>
            <p:cNvPr id="67" name="Forma libre: forma 66">
              <a:extLst>
                <a:ext uri="{FF2B5EF4-FFF2-40B4-BE49-F238E27FC236}">
                  <a16:creationId xmlns:a16="http://schemas.microsoft.com/office/drawing/2014/main" id="{32EE370F-BE31-E6C4-FF51-B2BB95F45406}"/>
                </a:ext>
              </a:extLst>
            </p:cNvPr>
            <p:cNvSpPr/>
            <p:nvPr/>
          </p:nvSpPr>
          <p:spPr>
            <a:xfrm>
              <a:off x="2988482" y="5538788"/>
              <a:ext cx="1983568" cy="990600"/>
            </a:xfrm>
            <a:custGeom>
              <a:avLst/>
              <a:gdLst>
                <a:gd name="connsiteX0" fmla="*/ 991357 w 1983568"/>
                <a:gd name="connsiteY0" fmla="*/ 328484 h 990600"/>
                <a:gd name="connsiteX1" fmla="*/ 413483 w 1983568"/>
                <a:gd name="connsiteY1" fmla="*/ 501118 h 990600"/>
                <a:gd name="connsiteX2" fmla="*/ 991357 w 1983568"/>
                <a:gd name="connsiteY2" fmla="*/ 673752 h 990600"/>
                <a:gd name="connsiteX3" fmla="*/ 1569231 w 1983568"/>
                <a:gd name="connsiteY3" fmla="*/ 501118 h 990600"/>
                <a:gd name="connsiteX4" fmla="*/ 991357 w 1983568"/>
                <a:gd name="connsiteY4" fmla="*/ 328484 h 990600"/>
                <a:gd name="connsiteX5" fmla="*/ 991784 w 1983568"/>
                <a:gd name="connsiteY5" fmla="*/ 0 h 990600"/>
                <a:gd name="connsiteX6" fmla="*/ 1983568 w 1983568"/>
                <a:gd name="connsiteY6" fmla="*/ 495300 h 990600"/>
                <a:gd name="connsiteX7" fmla="*/ 991784 w 1983568"/>
                <a:gd name="connsiteY7" fmla="*/ 990600 h 990600"/>
                <a:gd name="connsiteX8" fmla="*/ 0 w 1983568"/>
                <a:gd name="connsiteY8" fmla="*/ 495300 h 990600"/>
                <a:gd name="connsiteX9" fmla="*/ 991784 w 1983568"/>
                <a:gd name="connsiteY9" fmla="*/ 0 h 99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83568" h="990600">
                  <a:moveTo>
                    <a:pt x="991357" y="328484"/>
                  </a:moveTo>
                  <a:cubicBezTo>
                    <a:pt x="672206" y="328484"/>
                    <a:pt x="413483" y="405775"/>
                    <a:pt x="413483" y="501118"/>
                  </a:cubicBezTo>
                  <a:cubicBezTo>
                    <a:pt x="413483" y="596461"/>
                    <a:pt x="672206" y="673752"/>
                    <a:pt x="991357" y="673752"/>
                  </a:cubicBezTo>
                  <a:cubicBezTo>
                    <a:pt x="1310508" y="673752"/>
                    <a:pt x="1569231" y="596461"/>
                    <a:pt x="1569231" y="501118"/>
                  </a:cubicBezTo>
                  <a:cubicBezTo>
                    <a:pt x="1569231" y="405775"/>
                    <a:pt x="1310508" y="328484"/>
                    <a:pt x="991357" y="328484"/>
                  </a:cubicBezTo>
                  <a:close/>
                  <a:moveTo>
                    <a:pt x="991784" y="0"/>
                  </a:moveTo>
                  <a:cubicBezTo>
                    <a:pt x="1539531" y="0"/>
                    <a:pt x="1983568" y="221753"/>
                    <a:pt x="1983568" y="495300"/>
                  </a:cubicBezTo>
                  <a:cubicBezTo>
                    <a:pt x="1983568" y="768847"/>
                    <a:pt x="1539531" y="990600"/>
                    <a:pt x="991784" y="990600"/>
                  </a:cubicBezTo>
                  <a:cubicBezTo>
                    <a:pt x="444037" y="990600"/>
                    <a:pt x="0" y="768847"/>
                    <a:pt x="0" y="495300"/>
                  </a:cubicBezTo>
                  <a:cubicBezTo>
                    <a:pt x="0" y="221753"/>
                    <a:pt x="444037" y="0"/>
                    <a:pt x="991784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ECAD242C-7C57-3C80-8D19-B81EEDF3E9D4}"/>
                </a:ext>
              </a:extLst>
            </p:cNvPr>
            <p:cNvCxnSpPr>
              <a:cxnSpLocks/>
            </p:cNvCxnSpPr>
            <p:nvPr/>
          </p:nvCxnSpPr>
          <p:spPr>
            <a:xfrm>
              <a:off x="3972732" y="5229107"/>
              <a:ext cx="0" cy="958448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052AEA05-7B0C-1ABF-F3B9-3F965EDBAB08}"/>
                </a:ext>
              </a:extLst>
            </p:cNvPr>
            <p:cNvCxnSpPr>
              <a:cxnSpLocks/>
              <a:stCxn id="67" idx="7"/>
            </p:cNvCxnSpPr>
            <p:nvPr/>
          </p:nvCxnSpPr>
          <p:spPr>
            <a:xfrm>
              <a:off x="3980266" y="6529388"/>
              <a:ext cx="0" cy="496354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Arco 69">
              <a:extLst>
                <a:ext uri="{FF2B5EF4-FFF2-40B4-BE49-F238E27FC236}">
                  <a16:creationId xmlns:a16="http://schemas.microsoft.com/office/drawing/2014/main" id="{3E9A0A49-BA5D-B8AE-E433-DC8B578B8D58}"/>
                </a:ext>
              </a:extLst>
            </p:cNvPr>
            <p:cNvSpPr/>
            <p:nvPr/>
          </p:nvSpPr>
          <p:spPr>
            <a:xfrm flipH="1">
              <a:off x="3826988" y="5229107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1" name="Arco 70">
              <a:extLst>
                <a:ext uri="{FF2B5EF4-FFF2-40B4-BE49-F238E27FC236}">
                  <a16:creationId xmlns:a16="http://schemas.microsoft.com/office/drawing/2014/main" id="{886062B7-3857-699E-FE6C-7E8F1DCF2BE1}"/>
                </a:ext>
              </a:extLst>
            </p:cNvPr>
            <p:cNvSpPr/>
            <p:nvPr/>
          </p:nvSpPr>
          <p:spPr>
            <a:xfrm flipH="1">
              <a:off x="3826988" y="6746622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6C09041A-D782-5597-5791-E748FB77B9B5}"/>
              </a:ext>
            </a:extLst>
          </p:cNvPr>
          <p:cNvGrpSpPr/>
          <p:nvPr/>
        </p:nvGrpSpPr>
        <p:grpSpPr>
          <a:xfrm>
            <a:off x="6638290" y="2147622"/>
            <a:ext cx="661765" cy="1878278"/>
            <a:chOff x="6015990" y="5208322"/>
            <a:chExt cx="661765" cy="1878278"/>
          </a:xfrm>
        </p:grpSpPr>
        <p:sp>
          <p:nvSpPr>
            <p:cNvPr id="73" name="Forma libre: forma 72">
              <a:extLst>
                <a:ext uri="{FF2B5EF4-FFF2-40B4-BE49-F238E27FC236}">
                  <a16:creationId xmlns:a16="http://schemas.microsoft.com/office/drawing/2014/main" id="{075F1175-9025-D69C-4516-8AD5955C324A}"/>
                </a:ext>
              </a:extLst>
            </p:cNvPr>
            <p:cNvSpPr/>
            <p:nvPr/>
          </p:nvSpPr>
          <p:spPr>
            <a:xfrm>
              <a:off x="6015990" y="5461163"/>
              <a:ext cx="501638" cy="1136324"/>
            </a:xfrm>
            <a:custGeom>
              <a:avLst/>
              <a:gdLst>
                <a:gd name="connsiteX0" fmla="*/ 250820 w 501638"/>
                <a:gd name="connsiteY0" fmla="*/ 0 h 1136324"/>
                <a:gd name="connsiteX1" fmla="*/ 501638 w 501638"/>
                <a:gd name="connsiteY1" fmla="*/ 0 h 1136324"/>
                <a:gd name="connsiteX2" fmla="*/ 501638 w 501638"/>
                <a:gd name="connsiteY2" fmla="*/ 556094 h 1136324"/>
                <a:gd name="connsiteX3" fmla="*/ 501638 w 501638"/>
                <a:gd name="connsiteY3" fmla="*/ 639969 h 1136324"/>
                <a:gd name="connsiteX4" fmla="*/ 501638 w 501638"/>
                <a:gd name="connsiteY4" fmla="*/ 639970 h 1136324"/>
                <a:gd name="connsiteX5" fmla="*/ 501638 w 501638"/>
                <a:gd name="connsiteY5" fmla="*/ 751215 h 1136324"/>
                <a:gd name="connsiteX6" fmla="*/ 501638 w 501638"/>
                <a:gd name="connsiteY6" fmla="*/ 1136324 h 1136324"/>
                <a:gd name="connsiteX7" fmla="*/ 0 w 501638"/>
                <a:gd name="connsiteY7" fmla="*/ 1136324 h 1136324"/>
                <a:gd name="connsiteX8" fmla="*/ 0 w 501638"/>
                <a:gd name="connsiteY8" fmla="*/ 829795 h 1136324"/>
                <a:gd name="connsiteX9" fmla="*/ 0 w 501638"/>
                <a:gd name="connsiteY9" fmla="*/ 639970 h 1136324"/>
                <a:gd name="connsiteX10" fmla="*/ 0 w 501638"/>
                <a:gd name="connsiteY10" fmla="*/ 629770 h 1136324"/>
                <a:gd name="connsiteX11" fmla="*/ 9517 w 501638"/>
                <a:gd name="connsiteY11" fmla="*/ 629770 h 1136324"/>
                <a:gd name="connsiteX12" fmla="*/ 9517 w 501638"/>
                <a:gd name="connsiteY12" fmla="*/ 624416 h 1136324"/>
                <a:gd name="connsiteX13" fmla="*/ 250820 w 501638"/>
                <a:gd name="connsiteY13" fmla="*/ 324731 h 1136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1638" h="1136324">
                  <a:moveTo>
                    <a:pt x="250820" y="0"/>
                  </a:moveTo>
                  <a:lnTo>
                    <a:pt x="501638" y="0"/>
                  </a:lnTo>
                  <a:lnTo>
                    <a:pt x="501638" y="556094"/>
                  </a:lnTo>
                  <a:lnTo>
                    <a:pt x="501638" y="639969"/>
                  </a:lnTo>
                  <a:lnTo>
                    <a:pt x="501638" y="639970"/>
                  </a:lnTo>
                  <a:lnTo>
                    <a:pt x="501638" y="751215"/>
                  </a:lnTo>
                  <a:lnTo>
                    <a:pt x="501638" y="1136324"/>
                  </a:lnTo>
                  <a:lnTo>
                    <a:pt x="0" y="1136324"/>
                  </a:lnTo>
                  <a:lnTo>
                    <a:pt x="0" y="829795"/>
                  </a:lnTo>
                  <a:lnTo>
                    <a:pt x="0" y="639970"/>
                  </a:lnTo>
                  <a:lnTo>
                    <a:pt x="0" y="629770"/>
                  </a:lnTo>
                  <a:lnTo>
                    <a:pt x="9517" y="629770"/>
                  </a:lnTo>
                  <a:lnTo>
                    <a:pt x="9517" y="624416"/>
                  </a:lnTo>
                  <a:lnTo>
                    <a:pt x="250820" y="32473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71E33E71-9451-3637-EDE7-003DD15E80B0}"/>
                </a:ext>
              </a:extLst>
            </p:cNvPr>
            <p:cNvCxnSpPr>
              <a:cxnSpLocks/>
            </p:cNvCxnSpPr>
            <p:nvPr/>
          </p:nvCxnSpPr>
          <p:spPr>
            <a:xfrm>
              <a:off x="6517628" y="5219700"/>
              <a:ext cx="0" cy="186690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Arco 74">
              <a:extLst>
                <a:ext uri="{FF2B5EF4-FFF2-40B4-BE49-F238E27FC236}">
                  <a16:creationId xmlns:a16="http://schemas.microsoft.com/office/drawing/2014/main" id="{80486A4F-49C7-1971-3E8F-DD8A4B8F88AB}"/>
                </a:ext>
              </a:extLst>
            </p:cNvPr>
            <p:cNvSpPr/>
            <p:nvPr/>
          </p:nvSpPr>
          <p:spPr>
            <a:xfrm flipH="1">
              <a:off x="6371199" y="5208322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6" name="Arco 75">
              <a:extLst>
                <a:ext uri="{FF2B5EF4-FFF2-40B4-BE49-F238E27FC236}">
                  <a16:creationId xmlns:a16="http://schemas.microsoft.com/office/drawing/2014/main" id="{E45E9B20-A537-2674-9F69-AEC2D29074F1}"/>
                </a:ext>
              </a:extLst>
            </p:cNvPr>
            <p:cNvSpPr/>
            <p:nvPr/>
          </p:nvSpPr>
          <p:spPr>
            <a:xfrm flipH="1">
              <a:off x="6371199" y="6836124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A65EFBC3-9184-7438-CA6C-DB948D95F491}"/>
              </a:ext>
            </a:extLst>
          </p:cNvPr>
          <p:cNvGrpSpPr/>
          <p:nvPr/>
        </p:nvGrpSpPr>
        <p:grpSpPr>
          <a:xfrm>
            <a:off x="8175487" y="2168407"/>
            <a:ext cx="1001375" cy="1857493"/>
            <a:chOff x="7553187" y="5229107"/>
            <a:chExt cx="1001375" cy="1857493"/>
          </a:xfrm>
        </p:grpSpPr>
        <p:sp>
          <p:nvSpPr>
            <p:cNvPr id="78" name="Forma libre: forma 77">
              <a:extLst>
                <a:ext uri="{FF2B5EF4-FFF2-40B4-BE49-F238E27FC236}">
                  <a16:creationId xmlns:a16="http://schemas.microsoft.com/office/drawing/2014/main" id="{142B494F-9BD9-2EB6-0F69-2C7EB7274195}"/>
                </a:ext>
              </a:extLst>
            </p:cNvPr>
            <p:cNvSpPr/>
            <p:nvPr/>
          </p:nvSpPr>
          <p:spPr>
            <a:xfrm>
              <a:off x="7554399" y="5461163"/>
              <a:ext cx="992457" cy="1136324"/>
            </a:xfrm>
            <a:custGeom>
              <a:avLst/>
              <a:gdLst>
                <a:gd name="connsiteX0" fmla="*/ 250820 w 992457"/>
                <a:gd name="connsiteY0" fmla="*/ 0 h 1136324"/>
                <a:gd name="connsiteX1" fmla="*/ 490819 w 992457"/>
                <a:gd name="connsiteY1" fmla="*/ 0 h 1136324"/>
                <a:gd name="connsiteX2" fmla="*/ 501638 w 992457"/>
                <a:gd name="connsiteY2" fmla="*/ 0 h 1136324"/>
                <a:gd name="connsiteX3" fmla="*/ 741637 w 992457"/>
                <a:gd name="connsiteY3" fmla="*/ 0 h 1136324"/>
                <a:gd name="connsiteX4" fmla="*/ 741637 w 992457"/>
                <a:gd name="connsiteY4" fmla="*/ 324731 h 1136324"/>
                <a:gd name="connsiteX5" fmla="*/ 982940 w 992457"/>
                <a:gd name="connsiteY5" fmla="*/ 624416 h 1136324"/>
                <a:gd name="connsiteX6" fmla="*/ 982940 w 992457"/>
                <a:gd name="connsiteY6" fmla="*/ 629770 h 1136324"/>
                <a:gd name="connsiteX7" fmla="*/ 992457 w 992457"/>
                <a:gd name="connsiteY7" fmla="*/ 629770 h 1136324"/>
                <a:gd name="connsiteX8" fmla="*/ 992457 w 992457"/>
                <a:gd name="connsiteY8" fmla="*/ 639970 h 1136324"/>
                <a:gd name="connsiteX9" fmla="*/ 992457 w 992457"/>
                <a:gd name="connsiteY9" fmla="*/ 829795 h 1136324"/>
                <a:gd name="connsiteX10" fmla="*/ 992457 w 992457"/>
                <a:gd name="connsiteY10" fmla="*/ 1136324 h 1136324"/>
                <a:gd name="connsiteX11" fmla="*/ 501638 w 992457"/>
                <a:gd name="connsiteY11" fmla="*/ 1136324 h 1136324"/>
                <a:gd name="connsiteX12" fmla="*/ 490819 w 992457"/>
                <a:gd name="connsiteY12" fmla="*/ 1136324 h 1136324"/>
                <a:gd name="connsiteX13" fmla="*/ 0 w 992457"/>
                <a:gd name="connsiteY13" fmla="*/ 1136324 h 1136324"/>
                <a:gd name="connsiteX14" fmla="*/ 0 w 992457"/>
                <a:gd name="connsiteY14" fmla="*/ 829795 h 1136324"/>
                <a:gd name="connsiteX15" fmla="*/ 0 w 992457"/>
                <a:gd name="connsiteY15" fmla="*/ 639970 h 1136324"/>
                <a:gd name="connsiteX16" fmla="*/ 0 w 992457"/>
                <a:gd name="connsiteY16" fmla="*/ 629770 h 1136324"/>
                <a:gd name="connsiteX17" fmla="*/ 9517 w 992457"/>
                <a:gd name="connsiteY17" fmla="*/ 629770 h 1136324"/>
                <a:gd name="connsiteX18" fmla="*/ 9517 w 992457"/>
                <a:gd name="connsiteY18" fmla="*/ 624416 h 1136324"/>
                <a:gd name="connsiteX19" fmla="*/ 250820 w 992457"/>
                <a:gd name="connsiteY19" fmla="*/ 324731 h 1136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2457" h="1136324">
                  <a:moveTo>
                    <a:pt x="250820" y="0"/>
                  </a:moveTo>
                  <a:lnTo>
                    <a:pt x="490819" y="0"/>
                  </a:lnTo>
                  <a:lnTo>
                    <a:pt x="501638" y="0"/>
                  </a:lnTo>
                  <a:lnTo>
                    <a:pt x="741637" y="0"/>
                  </a:lnTo>
                  <a:lnTo>
                    <a:pt x="741637" y="324731"/>
                  </a:lnTo>
                  <a:lnTo>
                    <a:pt x="982940" y="624416"/>
                  </a:lnTo>
                  <a:lnTo>
                    <a:pt x="982940" y="629770"/>
                  </a:lnTo>
                  <a:lnTo>
                    <a:pt x="992457" y="629770"/>
                  </a:lnTo>
                  <a:lnTo>
                    <a:pt x="992457" y="639970"/>
                  </a:lnTo>
                  <a:lnTo>
                    <a:pt x="992457" y="829795"/>
                  </a:lnTo>
                  <a:lnTo>
                    <a:pt x="992457" y="1136324"/>
                  </a:lnTo>
                  <a:lnTo>
                    <a:pt x="501638" y="1136324"/>
                  </a:lnTo>
                  <a:lnTo>
                    <a:pt x="490819" y="1136324"/>
                  </a:lnTo>
                  <a:lnTo>
                    <a:pt x="0" y="1136324"/>
                  </a:lnTo>
                  <a:lnTo>
                    <a:pt x="0" y="829795"/>
                  </a:lnTo>
                  <a:lnTo>
                    <a:pt x="0" y="639970"/>
                  </a:lnTo>
                  <a:lnTo>
                    <a:pt x="0" y="629770"/>
                  </a:lnTo>
                  <a:lnTo>
                    <a:pt x="9517" y="629770"/>
                  </a:lnTo>
                  <a:lnTo>
                    <a:pt x="9517" y="624416"/>
                  </a:lnTo>
                  <a:lnTo>
                    <a:pt x="250820" y="324731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95C415ED-2D4C-EC55-A07A-C517614B09FA}"/>
                </a:ext>
              </a:extLst>
            </p:cNvPr>
            <p:cNvSpPr/>
            <p:nvPr/>
          </p:nvSpPr>
          <p:spPr>
            <a:xfrm>
              <a:off x="7805737" y="5415919"/>
              <a:ext cx="487361" cy="9048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84CA6230-A617-2B79-BC58-98D727934FA1}"/>
                </a:ext>
              </a:extLst>
            </p:cNvPr>
            <p:cNvSpPr/>
            <p:nvPr/>
          </p:nvSpPr>
          <p:spPr>
            <a:xfrm>
              <a:off x="7581086" y="6557003"/>
              <a:ext cx="952072" cy="6923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1" name="Arco 80">
              <a:extLst>
                <a:ext uri="{FF2B5EF4-FFF2-40B4-BE49-F238E27FC236}">
                  <a16:creationId xmlns:a16="http://schemas.microsoft.com/office/drawing/2014/main" id="{5C346663-B729-4CB7-36E9-F3F54AEFF526}"/>
                </a:ext>
              </a:extLst>
            </p:cNvPr>
            <p:cNvSpPr/>
            <p:nvPr/>
          </p:nvSpPr>
          <p:spPr>
            <a:xfrm>
              <a:off x="7805736" y="5732002"/>
              <a:ext cx="487361" cy="90487"/>
            </a:xfrm>
            <a:prstGeom prst="arc">
              <a:avLst>
                <a:gd name="adj1" fmla="val 10648995"/>
                <a:gd name="adj2" fmla="val 0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82" name="Arco 81">
              <a:extLst>
                <a:ext uri="{FF2B5EF4-FFF2-40B4-BE49-F238E27FC236}">
                  <a16:creationId xmlns:a16="http://schemas.microsoft.com/office/drawing/2014/main" id="{6C0C840B-33F8-69BD-9FAC-CD86E3B2B16C}"/>
                </a:ext>
              </a:extLst>
            </p:cNvPr>
            <p:cNvSpPr/>
            <p:nvPr/>
          </p:nvSpPr>
          <p:spPr>
            <a:xfrm>
              <a:off x="7562105" y="6554744"/>
              <a:ext cx="992457" cy="90487"/>
            </a:xfrm>
            <a:prstGeom prst="arc">
              <a:avLst>
                <a:gd name="adj1" fmla="val 10767261"/>
                <a:gd name="adj2" fmla="val 21527023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83" name="Arco 82">
              <a:extLst>
                <a:ext uri="{FF2B5EF4-FFF2-40B4-BE49-F238E27FC236}">
                  <a16:creationId xmlns:a16="http://schemas.microsoft.com/office/drawing/2014/main" id="{FB442B18-C04A-43CF-7182-86F3CA10FB3C}"/>
                </a:ext>
              </a:extLst>
            </p:cNvPr>
            <p:cNvSpPr/>
            <p:nvPr/>
          </p:nvSpPr>
          <p:spPr>
            <a:xfrm>
              <a:off x="7554398" y="6050713"/>
              <a:ext cx="992457" cy="90487"/>
            </a:xfrm>
            <a:prstGeom prst="arc">
              <a:avLst>
                <a:gd name="adj1" fmla="val 10767261"/>
                <a:gd name="adj2" fmla="val 4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3EC955AF-E409-CDD6-40F3-41D69010B8AC}"/>
                </a:ext>
              </a:extLst>
            </p:cNvPr>
            <p:cNvCxnSpPr>
              <a:cxnSpLocks/>
            </p:cNvCxnSpPr>
            <p:nvPr/>
          </p:nvCxnSpPr>
          <p:spPr>
            <a:xfrm>
              <a:off x="8050628" y="5234573"/>
              <a:ext cx="0" cy="1852027"/>
            </a:xfrm>
            <a:prstGeom prst="line">
              <a:avLst/>
            </a:prstGeom>
            <a:ln w="28575">
              <a:solidFill>
                <a:srgbClr val="000059">
                  <a:alpha val="78039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Arco 84">
              <a:extLst>
                <a:ext uri="{FF2B5EF4-FFF2-40B4-BE49-F238E27FC236}">
                  <a16:creationId xmlns:a16="http://schemas.microsoft.com/office/drawing/2014/main" id="{D4F9B424-1A1B-6110-AA28-5C224D8FE276}"/>
                </a:ext>
              </a:extLst>
            </p:cNvPr>
            <p:cNvSpPr/>
            <p:nvPr/>
          </p:nvSpPr>
          <p:spPr>
            <a:xfrm>
              <a:off x="7553187" y="6048212"/>
              <a:ext cx="992457" cy="90487"/>
            </a:xfrm>
            <a:prstGeom prst="arc">
              <a:avLst>
                <a:gd name="adj1" fmla="val 37604"/>
                <a:gd name="adj2" fmla="val 10813605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dirty="0"/>
            </a:p>
          </p:txBody>
        </p:sp>
        <p:sp>
          <p:nvSpPr>
            <p:cNvPr id="86" name="Arco 85">
              <a:extLst>
                <a:ext uri="{FF2B5EF4-FFF2-40B4-BE49-F238E27FC236}">
                  <a16:creationId xmlns:a16="http://schemas.microsoft.com/office/drawing/2014/main" id="{80A358AC-F892-1540-2FD8-107F84B771CD}"/>
                </a:ext>
              </a:extLst>
            </p:cNvPr>
            <p:cNvSpPr/>
            <p:nvPr/>
          </p:nvSpPr>
          <p:spPr>
            <a:xfrm>
              <a:off x="7805736" y="5733316"/>
              <a:ext cx="487361" cy="90487"/>
            </a:xfrm>
            <a:prstGeom prst="arc">
              <a:avLst>
                <a:gd name="adj1" fmla="val 168277"/>
                <a:gd name="adj2" fmla="val 10800084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87" name="Arco 86">
              <a:extLst>
                <a:ext uri="{FF2B5EF4-FFF2-40B4-BE49-F238E27FC236}">
                  <a16:creationId xmlns:a16="http://schemas.microsoft.com/office/drawing/2014/main" id="{26E74E70-1C67-1E35-6065-63EF76BAA653}"/>
                </a:ext>
              </a:extLst>
            </p:cNvPr>
            <p:cNvSpPr/>
            <p:nvPr/>
          </p:nvSpPr>
          <p:spPr>
            <a:xfrm>
              <a:off x="7805711" y="5417170"/>
              <a:ext cx="487361" cy="90487"/>
            </a:xfrm>
            <a:prstGeom prst="arc">
              <a:avLst>
                <a:gd name="adj1" fmla="val 20427808"/>
                <a:gd name="adj2" fmla="val 10507089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/>
            </a:p>
          </p:txBody>
        </p:sp>
        <p:sp>
          <p:nvSpPr>
            <p:cNvPr id="88" name="Arco 87">
              <a:extLst>
                <a:ext uri="{FF2B5EF4-FFF2-40B4-BE49-F238E27FC236}">
                  <a16:creationId xmlns:a16="http://schemas.microsoft.com/office/drawing/2014/main" id="{BE0515EB-2459-418D-C9EF-42B6B8B26132}"/>
                </a:ext>
              </a:extLst>
            </p:cNvPr>
            <p:cNvSpPr/>
            <p:nvPr/>
          </p:nvSpPr>
          <p:spPr>
            <a:xfrm>
              <a:off x="7560894" y="6552243"/>
              <a:ext cx="992457" cy="90487"/>
            </a:xfrm>
            <a:prstGeom prst="arc">
              <a:avLst>
                <a:gd name="adj1" fmla="val 37604"/>
                <a:gd name="adj2" fmla="val 10813605"/>
              </a:avLst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dirty="0"/>
            </a:p>
          </p:txBody>
        </p:sp>
        <p:sp>
          <p:nvSpPr>
            <p:cNvPr id="89" name="Arco 88">
              <a:extLst>
                <a:ext uri="{FF2B5EF4-FFF2-40B4-BE49-F238E27FC236}">
                  <a16:creationId xmlns:a16="http://schemas.microsoft.com/office/drawing/2014/main" id="{26581705-FC39-6FC9-5CD1-E7ABE56A7338}"/>
                </a:ext>
              </a:extLst>
            </p:cNvPr>
            <p:cNvSpPr/>
            <p:nvPr/>
          </p:nvSpPr>
          <p:spPr>
            <a:xfrm flipH="1">
              <a:off x="7897350" y="5229107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0" name="Arco 89">
              <a:extLst>
                <a:ext uri="{FF2B5EF4-FFF2-40B4-BE49-F238E27FC236}">
                  <a16:creationId xmlns:a16="http://schemas.microsoft.com/office/drawing/2014/main" id="{B5B1077F-357A-52FF-245A-5662EDC8DF89}"/>
                </a:ext>
              </a:extLst>
            </p:cNvPr>
            <p:cNvSpPr/>
            <p:nvPr/>
          </p:nvSpPr>
          <p:spPr>
            <a:xfrm flipH="1">
              <a:off x="7896113" y="6842918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cilindro es un cuerpo de revolución generado por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un rectángulo que gira alrededor de uno de sus lados.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FEE67AD9-4BC8-08A4-62C0-D6B435F7B6DA}"/>
              </a:ext>
            </a:extLst>
          </p:cNvPr>
          <p:cNvSpPr/>
          <p:nvPr/>
        </p:nvSpPr>
        <p:spPr>
          <a:xfrm>
            <a:off x="4976239" y="2716593"/>
            <a:ext cx="982980" cy="251451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5B562814-FFD7-FE2A-378B-550584356EBD}"/>
              </a:ext>
            </a:extLst>
          </p:cNvPr>
          <p:cNvSpPr/>
          <p:nvPr/>
        </p:nvSpPr>
        <p:spPr>
          <a:xfrm>
            <a:off x="5013630" y="5158221"/>
            <a:ext cx="982980" cy="251451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A49BC81-3460-E774-9A2F-C4E84D1547E7}"/>
              </a:ext>
            </a:extLst>
          </p:cNvPr>
          <p:cNvGrpSpPr/>
          <p:nvPr/>
        </p:nvGrpSpPr>
        <p:grpSpPr>
          <a:xfrm>
            <a:off x="1798759" y="2232023"/>
            <a:ext cx="2901016" cy="916456"/>
            <a:chOff x="2584607" y="9901639"/>
            <a:chExt cx="1611315" cy="5090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C022425-52D3-0616-273D-553AAB295482}"/>
                </a:ext>
              </a:extLst>
            </p:cNvPr>
            <p:cNvSpPr/>
            <p:nvPr/>
          </p:nvSpPr>
          <p:spPr>
            <a:xfrm>
              <a:off x="2910838" y="9901639"/>
              <a:ext cx="1054103" cy="34057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52000"/>
              </a:schemeClr>
            </a:solidFill>
            <a:ln w="12700" cap="rnd">
              <a:solidFill>
                <a:schemeClr val="accent4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52087283-39C3-4AC8-F786-D5E148C04D40}"/>
                </a:ext>
              </a:extLst>
            </p:cNvPr>
            <p:cNvGrpSpPr/>
            <p:nvPr/>
          </p:nvGrpSpPr>
          <p:grpSpPr>
            <a:xfrm>
              <a:off x="2599153" y="10098240"/>
              <a:ext cx="1574828" cy="312427"/>
              <a:chOff x="2599153" y="10098240"/>
              <a:chExt cx="1574828" cy="312427"/>
            </a:xfrm>
          </p:grpSpPr>
          <p:sp>
            <p:nvSpPr>
              <p:cNvPr id="10" name="Arco 9">
                <a:extLst>
                  <a:ext uri="{FF2B5EF4-FFF2-40B4-BE49-F238E27FC236}">
                    <a16:creationId xmlns:a16="http://schemas.microsoft.com/office/drawing/2014/main" id="{39E48F24-A0AA-C31D-9C6D-B81E0739D0E8}"/>
                  </a:ext>
                </a:extLst>
              </p:cNvPr>
              <p:cNvSpPr/>
              <p:nvPr/>
            </p:nvSpPr>
            <p:spPr>
              <a:xfrm rot="16200000" flipH="1">
                <a:off x="2520160" y="10177233"/>
                <a:ext cx="306556" cy="148570"/>
              </a:xfrm>
              <a:prstGeom prst="arc">
                <a:avLst>
                  <a:gd name="adj1" fmla="val 19725891"/>
                  <a:gd name="adj2" fmla="val 13892335"/>
                </a:avLst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11" name="Arco 10">
                <a:extLst>
                  <a:ext uri="{FF2B5EF4-FFF2-40B4-BE49-F238E27FC236}">
                    <a16:creationId xmlns:a16="http://schemas.microsoft.com/office/drawing/2014/main" id="{E168D12B-8075-878A-549F-60FEF5280066}"/>
                  </a:ext>
                </a:extLst>
              </p:cNvPr>
              <p:cNvSpPr/>
              <p:nvPr/>
            </p:nvSpPr>
            <p:spPr>
              <a:xfrm rot="16200000" flipH="1">
                <a:off x="3946418" y="10183104"/>
                <a:ext cx="306556" cy="148570"/>
              </a:xfrm>
              <a:prstGeom prst="arc">
                <a:avLst>
                  <a:gd name="adj1" fmla="val 19725891"/>
                  <a:gd name="adj2" fmla="val 13892335"/>
                </a:avLst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8E983907-C396-375E-6C52-7C9784C7B364}"/>
                </a:ext>
              </a:extLst>
            </p:cNvPr>
            <p:cNvCxnSpPr>
              <a:cxnSpLocks/>
            </p:cNvCxnSpPr>
            <p:nvPr/>
          </p:nvCxnSpPr>
          <p:spPr>
            <a:xfrm>
              <a:off x="2584607" y="10242214"/>
              <a:ext cx="1611315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lg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CBEE293C-5DB5-B8B9-2DC6-1871CB21B05C}"/>
              </a:ext>
            </a:extLst>
          </p:cNvPr>
          <p:cNvGrpSpPr/>
          <p:nvPr/>
        </p:nvGrpSpPr>
        <p:grpSpPr>
          <a:xfrm>
            <a:off x="6420089" y="2230947"/>
            <a:ext cx="3602410" cy="1284838"/>
            <a:chOff x="5895225" y="9875054"/>
            <a:chExt cx="2000888" cy="713637"/>
          </a:xfrm>
        </p:grpSpPr>
        <p:sp>
          <p:nvSpPr>
            <p:cNvPr id="13" name="Arco 12">
              <a:extLst>
                <a:ext uri="{FF2B5EF4-FFF2-40B4-BE49-F238E27FC236}">
                  <a16:creationId xmlns:a16="http://schemas.microsoft.com/office/drawing/2014/main" id="{6AD3EC6A-7A2A-B25B-3978-644459A4DFFA}"/>
                </a:ext>
              </a:extLst>
            </p:cNvPr>
            <p:cNvSpPr/>
            <p:nvPr/>
          </p:nvSpPr>
          <p:spPr>
            <a:xfrm flipH="1">
              <a:off x="7238331" y="9875054"/>
              <a:ext cx="276225" cy="713636"/>
            </a:xfrm>
            <a:prstGeom prst="arc">
              <a:avLst>
                <a:gd name="adj1" fmla="val 16200000"/>
                <a:gd name="adj2" fmla="val 5372496"/>
              </a:avLst>
            </a:prstGeom>
            <a:noFill/>
            <a:ln w="127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E96AAC01-90D6-ECA6-BE21-548C7068774D}"/>
                </a:ext>
              </a:extLst>
            </p:cNvPr>
            <p:cNvSpPr/>
            <p:nvPr/>
          </p:nvSpPr>
          <p:spPr>
            <a:xfrm>
              <a:off x="6322340" y="9875054"/>
              <a:ext cx="1054103" cy="34057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52000"/>
              </a:schemeClr>
            </a:solidFill>
            <a:ln w="12700" cap="rnd">
              <a:solidFill>
                <a:schemeClr val="accent4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CB8EACDD-B4D5-6DDF-900D-E42C3F50BBBB}"/>
                </a:ext>
              </a:extLst>
            </p:cNvPr>
            <p:cNvSpPr/>
            <p:nvPr/>
          </p:nvSpPr>
          <p:spPr>
            <a:xfrm>
              <a:off x="6184227" y="9875055"/>
              <a:ext cx="276225" cy="713636"/>
            </a:xfrm>
            <a:prstGeom prst="ellipse">
              <a:avLst/>
            </a:pr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Arco 15">
              <a:extLst>
                <a:ext uri="{FF2B5EF4-FFF2-40B4-BE49-F238E27FC236}">
                  <a16:creationId xmlns:a16="http://schemas.microsoft.com/office/drawing/2014/main" id="{6A62CC73-14DB-68E0-AE88-FDA52B7AA0AF}"/>
                </a:ext>
              </a:extLst>
            </p:cNvPr>
            <p:cNvSpPr/>
            <p:nvPr/>
          </p:nvSpPr>
          <p:spPr>
            <a:xfrm>
              <a:off x="7238331" y="9875055"/>
              <a:ext cx="276225" cy="713636"/>
            </a:xfrm>
            <a:prstGeom prst="arc">
              <a:avLst>
                <a:gd name="adj1" fmla="val 16200000"/>
                <a:gd name="adj2" fmla="val 5372496"/>
              </a:avLst>
            </a:pr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AABD0636-F8A4-CB42-1A2C-BE18F6D60481}"/>
                </a:ext>
              </a:extLst>
            </p:cNvPr>
            <p:cNvCxnSpPr>
              <a:cxnSpLocks/>
              <a:stCxn id="15" idx="4"/>
            </p:cNvCxnSpPr>
            <p:nvPr/>
          </p:nvCxnSpPr>
          <p:spPr>
            <a:xfrm>
              <a:off x="6322340" y="10588691"/>
              <a:ext cx="1054104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5B5A0329-42AD-F596-C3C5-34BEA9730E24}"/>
                </a:ext>
              </a:extLst>
            </p:cNvPr>
            <p:cNvGrpSpPr/>
            <p:nvPr/>
          </p:nvGrpSpPr>
          <p:grpSpPr>
            <a:xfrm>
              <a:off x="5955320" y="10075658"/>
              <a:ext cx="1788142" cy="312427"/>
              <a:chOff x="2599153" y="10098240"/>
              <a:chExt cx="1574828" cy="312427"/>
            </a:xfrm>
          </p:grpSpPr>
          <p:sp>
            <p:nvSpPr>
              <p:cNvPr id="20" name="Arco 19">
                <a:extLst>
                  <a:ext uri="{FF2B5EF4-FFF2-40B4-BE49-F238E27FC236}">
                    <a16:creationId xmlns:a16="http://schemas.microsoft.com/office/drawing/2014/main" id="{9B911471-18A5-BA37-D99C-048AC61E4274}"/>
                  </a:ext>
                </a:extLst>
              </p:cNvPr>
              <p:cNvSpPr/>
              <p:nvPr/>
            </p:nvSpPr>
            <p:spPr>
              <a:xfrm rot="16200000" flipH="1">
                <a:off x="2520160" y="10177233"/>
                <a:ext cx="306556" cy="148570"/>
              </a:xfrm>
              <a:prstGeom prst="arc">
                <a:avLst>
                  <a:gd name="adj1" fmla="val 19725891"/>
                  <a:gd name="adj2" fmla="val 13892335"/>
                </a:avLst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1" name="Arco 20">
                <a:extLst>
                  <a:ext uri="{FF2B5EF4-FFF2-40B4-BE49-F238E27FC236}">
                    <a16:creationId xmlns:a16="http://schemas.microsoft.com/office/drawing/2014/main" id="{0EB4C8D3-F162-CA3C-0DE2-185F7D71C8B5}"/>
                  </a:ext>
                </a:extLst>
              </p:cNvPr>
              <p:cNvSpPr/>
              <p:nvPr/>
            </p:nvSpPr>
            <p:spPr>
              <a:xfrm rot="16200000" flipH="1">
                <a:off x="3946418" y="10183104"/>
                <a:ext cx="306556" cy="148570"/>
              </a:xfrm>
              <a:prstGeom prst="arc">
                <a:avLst>
                  <a:gd name="adj1" fmla="val 19725891"/>
                  <a:gd name="adj2" fmla="val 13892335"/>
                </a:avLst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08F7B85A-AF36-E8FC-F425-D2E3EC465174}"/>
                </a:ext>
              </a:extLst>
            </p:cNvPr>
            <p:cNvCxnSpPr>
              <a:cxnSpLocks/>
            </p:cNvCxnSpPr>
            <p:nvPr/>
          </p:nvCxnSpPr>
          <p:spPr>
            <a:xfrm>
              <a:off x="5895225" y="10215628"/>
              <a:ext cx="2000888" cy="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lg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E2583DF-9C89-D25B-D225-2FDCA942E9D5}"/>
              </a:ext>
            </a:extLst>
          </p:cNvPr>
          <p:cNvGrpSpPr/>
          <p:nvPr/>
        </p:nvGrpSpPr>
        <p:grpSpPr>
          <a:xfrm>
            <a:off x="2422904" y="4090705"/>
            <a:ext cx="2210228" cy="2135032"/>
            <a:chOff x="2910838" y="11230684"/>
            <a:chExt cx="1227628" cy="1185862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784A7D6F-3B79-3E42-3E93-2717C265A2C9}"/>
                </a:ext>
              </a:extLst>
            </p:cNvPr>
            <p:cNvSpPr/>
            <p:nvPr/>
          </p:nvSpPr>
          <p:spPr>
            <a:xfrm>
              <a:off x="2910838" y="11674758"/>
              <a:ext cx="1054103" cy="34057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52000"/>
              </a:schemeClr>
            </a:solidFill>
            <a:ln w="12700" cap="rnd">
              <a:solidFill>
                <a:schemeClr val="accent4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B82FA899-D6B9-AAAD-0BD8-DDD29CD7D2CE}"/>
                </a:ext>
              </a:extLst>
            </p:cNvPr>
            <p:cNvCxnSpPr>
              <a:cxnSpLocks/>
            </p:cNvCxnSpPr>
            <p:nvPr/>
          </p:nvCxnSpPr>
          <p:spPr>
            <a:xfrm>
              <a:off x="3964941" y="11230684"/>
              <a:ext cx="0" cy="1185862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lg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" name="Arco 25">
              <a:extLst>
                <a:ext uri="{FF2B5EF4-FFF2-40B4-BE49-F238E27FC236}">
                  <a16:creationId xmlns:a16="http://schemas.microsoft.com/office/drawing/2014/main" id="{E92DFFC5-9FAD-DB48-AD6D-F51A0D823EB5}"/>
                </a:ext>
              </a:extLst>
            </p:cNvPr>
            <p:cNvSpPr/>
            <p:nvPr/>
          </p:nvSpPr>
          <p:spPr>
            <a:xfrm flipH="1">
              <a:off x="3826988" y="11249215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7" name="Arco 26">
              <a:extLst>
                <a:ext uri="{FF2B5EF4-FFF2-40B4-BE49-F238E27FC236}">
                  <a16:creationId xmlns:a16="http://schemas.microsoft.com/office/drawing/2014/main" id="{D2C79DC4-BF84-A456-6388-D1F84832E472}"/>
                </a:ext>
              </a:extLst>
            </p:cNvPr>
            <p:cNvSpPr/>
            <p:nvPr/>
          </p:nvSpPr>
          <p:spPr>
            <a:xfrm flipH="1">
              <a:off x="3831910" y="12187980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171C7ABF-A49D-2079-047B-C4EA637E89B4}"/>
              </a:ext>
            </a:extLst>
          </p:cNvPr>
          <p:cNvGrpSpPr/>
          <p:nvPr/>
        </p:nvGrpSpPr>
        <p:grpSpPr>
          <a:xfrm>
            <a:off x="6305418" y="3991515"/>
            <a:ext cx="3884856" cy="2568044"/>
            <a:chOff x="5883124" y="11201400"/>
            <a:chExt cx="2157769" cy="1426369"/>
          </a:xfrm>
        </p:grpSpPr>
        <p:sp>
          <p:nvSpPr>
            <p:cNvPr id="29" name="Arco 28">
              <a:extLst>
                <a:ext uri="{FF2B5EF4-FFF2-40B4-BE49-F238E27FC236}">
                  <a16:creationId xmlns:a16="http://schemas.microsoft.com/office/drawing/2014/main" id="{AE485A57-DA2E-0075-674A-7117FF3F55E2}"/>
                </a:ext>
              </a:extLst>
            </p:cNvPr>
            <p:cNvSpPr/>
            <p:nvPr/>
          </p:nvSpPr>
          <p:spPr>
            <a:xfrm>
              <a:off x="5883124" y="11797311"/>
              <a:ext cx="2145668" cy="573939"/>
            </a:xfrm>
            <a:prstGeom prst="arc">
              <a:avLst>
                <a:gd name="adj1" fmla="val 10778831"/>
                <a:gd name="adj2" fmla="val 32782"/>
              </a:avLst>
            </a:prstGeom>
            <a:noFill/>
            <a:ln w="12700" cap="rnd">
              <a:solidFill>
                <a:schemeClr val="tx1"/>
              </a:solidFill>
              <a:prstDash val="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F05CC2C8-3ED5-467C-F40C-F93CFB683AE0}"/>
                </a:ext>
              </a:extLst>
            </p:cNvPr>
            <p:cNvSpPr/>
            <p:nvPr/>
          </p:nvSpPr>
          <p:spPr>
            <a:xfrm>
              <a:off x="5895225" y="11743708"/>
              <a:ext cx="1054103" cy="34057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52000"/>
              </a:schemeClr>
            </a:solidFill>
            <a:ln w="12700" cap="rnd">
              <a:solidFill>
                <a:schemeClr val="accent4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6EA2BDCE-3C34-3153-7057-C79156DEEA0B}"/>
                </a:ext>
              </a:extLst>
            </p:cNvPr>
            <p:cNvSpPr/>
            <p:nvPr/>
          </p:nvSpPr>
          <p:spPr>
            <a:xfrm>
              <a:off x="5895225" y="11441345"/>
              <a:ext cx="2145668" cy="573939"/>
            </a:xfrm>
            <a:prstGeom prst="ellipse">
              <a:avLst/>
            </a:pr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2" name="Arco 31">
              <a:extLst>
                <a:ext uri="{FF2B5EF4-FFF2-40B4-BE49-F238E27FC236}">
                  <a16:creationId xmlns:a16="http://schemas.microsoft.com/office/drawing/2014/main" id="{8413BF4E-33C4-8963-EA5E-7CDB06245763}"/>
                </a:ext>
              </a:extLst>
            </p:cNvPr>
            <p:cNvSpPr/>
            <p:nvPr/>
          </p:nvSpPr>
          <p:spPr>
            <a:xfrm>
              <a:off x="5883124" y="11797312"/>
              <a:ext cx="2145668" cy="573939"/>
            </a:xfrm>
            <a:prstGeom prst="arc">
              <a:avLst>
                <a:gd name="adj1" fmla="val 21559268"/>
                <a:gd name="adj2" fmla="val 10821612"/>
              </a:avLst>
            </a:pr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ECCB700-9091-E70B-AED3-743638312354}"/>
                </a:ext>
              </a:extLst>
            </p:cNvPr>
            <p:cNvCxnSpPr>
              <a:cxnSpLocks/>
            </p:cNvCxnSpPr>
            <p:nvPr/>
          </p:nvCxnSpPr>
          <p:spPr>
            <a:xfrm>
              <a:off x="6949328" y="11201400"/>
              <a:ext cx="0" cy="1426369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prstDash val="lg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1BEFA1DD-F61A-78FC-7DB8-DDB89E0C46FE}"/>
                </a:ext>
              </a:extLst>
            </p:cNvPr>
            <p:cNvCxnSpPr>
              <a:stCxn id="31" idx="6"/>
              <a:endCxn id="32" idx="0"/>
            </p:cNvCxnSpPr>
            <p:nvPr/>
          </p:nvCxnSpPr>
          <p:spPr>
            <a:xfrm flipH="1">
              <a:off x="8027741" y="11728315"/>
              <a:ext cx="13152" cy="34326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5" name="Arco 34">
              <a:extLst>
                <a:ext uri="{FF2B5EF4-FFF2-40B4-BE49-F238E27FC236}">
                  <a16:creationId xmlns:a16="http://schemas.microsoft.com/office/drawing/2014/main" id="{FB553B26-64D6-591C-9507-A528100E58B6}"/>
                </a:ext>
              </a:extLst>
            </p:cNvPr>
            <p:cNvSpPr/>
            <p:nvPr/>
          </p:nvSpPr>
          <p:spPr>
            <a:xfrm flipH="1">
              <a:off x="6803229" y="11249215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6" name="Arco 35">
              <a:extLst>
                <a:ext uri="{FF2B5EF4-FFF2-40B4-BE49-F238E27FC236}">
                  <a16:creationId xmlns:a16="http://schemas.microsoft.com/office/drawing/2014/main" id="{1535D674-F16B-79BE-C117-0B6BE39947AE}"/>
                </a:ext>
              </a:extLst>
            </p:cNvPr>
            <p:cNvSpPr/>
            <p:nvPr/>
          </p:nvSpPr>
          <p:spPr>
            <a:xfrm flipH="1">
              <a:off x="6803229" y="12404991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16141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cono es un cuerpo de revolución generado por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triángulo rectángulo que gira alrededor de uno de los catetos.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5134FE26-09C4-37B4-1872-5665193D6136}"/>
              </a:ext>
            </a:extLst>
          </p:cNvPr>
          <p:cNvSpPr/>
          <p:nvPr/>
        </p:nvSpPr>
        <p:spPr>
          <a:xfrm>
            <a:off x="5332177" y="2701459"/>
            <a:ext cx="918046" cy="2348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Flecha: a la derecha 37">
            <a:extLst>
              <a:ext uri="{FF2B5EF4-FFF2-40B4-BE49-F238E27FC236}">
                <a16:creationId xmlns:a16="http://schemas.microsoft.com/office/drawing/2014/main" id="{D291DF7B-594C-04DD-89ED-3A94975F2DB6}"/>
              </a:ext>
            </a:extLst>
          </p:cNvPr>
          <p:cNvSpPr/>
          <p:nvPr/>
        </p:nvSpPr>
        <p:spPr>
          <a:xfrm>
            <a:off x="5332177" y="4695376"/>
            <a:ext cx="918046" cy="2348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49D426C8-427F-1036-ABF8-EF99CDDD433A}"/>
              </a:ext>
            </a:extLst>
          </p:cNvPr>
          <p:cNvGrpSpPr/>
          <p:nvPr/>
        </p:nvGrpSpPr>
        <p:grpSpPr>
          <a:xfrm>
            <a:off x="3290455" y="2087219"/>
            <a:ext cx="1511922" cy="1516544"/>
            <a:chOff x="2589286" y="9396617"/>
            <a:chExt cx="1618859" cy="1623808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5E074A57-70D2-C588-D2FA-4889C34B7866}"/>
                </a:ext>
              </a:extLst>
            </p:cNvPr>
            <p:cNvGrpSpPr/>
            <p:nvPr/>
          </p:nvGrpSpPr>
          <p:grpSpPr>
            <a:xfrm>
              <a:off x="2742565" y="9439797"/>
              <a:ext cx="1465580" cy="1580628"/>
              <a:chOff x="2742565" y="9439797"/>
              <a:chExt cx="1465580" cy="1580628"/>
            </a:xfrm>
          </p:grpSpPr>
          <p:sp>
            <p:nvSpPr>
              <p:cNvPr id="43" name="Triángulo isósceles 42">
                <a:extLst>
                  <a:ext uri="{FF2B5EF4-FFF2-40B4-BE49-F238E27FC236}">
                    <a16:creationId xmlns:a16="http://schemas.microsoft.com/office/drawing/2014/main" id="{228B622E-9211-CFA8-7B20-F554C4FB2313}"/>
                  </a:ext>
                </a:extLst>
              </p:cNvPr>
              <p:cNvSpPr/>
              <p:nvPr/>
            </p:nvSpPr>
            <p:spPr>
              <a:xfrm>
                <a:off x="2742565" y="9582839"/>
                <a:ext cx="1465580" cy="1089270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  <a:alpha val="52000"/>
                </a:schemeClr>
              </a:solidFill>
              <a:ln w="19050" cap="rnd">
                <a:solidFill>
                  <a:schemeClr val="accent4">
                    <a:lumMod val="40000"/>
                    <a:lumOff val="60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03F31FCF-25A5-EF5A-5F36-F352E91D09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2565" y="9439797"/>
                <a:ext cx="0" cy="158062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Arco 40">
              <a:extLst>
                <a:ext uri="{FF2B5EF4-FFF2-40B4-BE49-F238E27FC236}">
                  <a16:creationId xmlns:a16="http://schemas.microsoft.com/office/drawing/2014/main" id="{E3B3549F-F7CE-7334-12D4-E2245748C39F}"/>
                </a:ext>
              </a:extLst>
            </p:cNvPr>
            <p:cNvSpPr/>
            <p:nvPr/>
          </p:nvSpPr>
          <p:spPr>
            <a:xfrm flipH="1">
              <a:off x="2589286" y="9396617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2" name="Arco 41">
              <a:extLst>
                <a:ext uri="{FF2B5EF4-FFF2-40B4-BE49-F238E27FC236}">
                  <a16:creationId xmlns:a16="http://schemas.microsoft.com/office/drawing/2014/main" id="{341B9669-5055-59E3-B5F2-1F6E34B7B879}"/>
                </a:ext>
              </a:extLst>
            </p:cNvPr>
            <p:cNvSpPr/>
            <p:nvPr/>
          </p:nvSpPr>
          <p:spPr>
            <a:xfrm flipH="1">
              <a:off x="2589286" y="10754112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CC0F1E95-88BC-AA60-2F66-901BD160D7CD}"/>
              </a:ext>
            </a:extLst>
          </p:cNvPr>
          <p:cNvGrpSpPr/>
          <p:nvPr/>
        </p:nvGrpSpPr>
        <p:grpSpPr>
          <a:xfrm>
            <a:off x="6514056" y="2060645"/>
            <a:ext cx="2756944" cy="1636506"/>
            <a:chOff x="5768856" y="9365799"/>
            <a:chExt cx="2951944" cy="1752257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0D0A5927-D6B8-B7BA-ACB1-4DE78F02A0D5}"/>
                </a:ext>
              </a:extLst>
            </p:cNvPr>
            <p:cNvGrpSpPr/>
            <p:nvPr/>
          </p:nvGrpSpPr>
          <p:grpSpPr>
            <a:xfrm>
              <a:off x="5768856" y="9453431"/>
              <a:ext cx="2951944" cy="1664625"/>
              <a:chOff x="5768856" y="9453431"/>
              <a:chExt cx="2951944" cy="1664625"/>
            </a:xfrm>
          </p:grpSpPr>
          <p:grpSp>
            <p:nvGrpSpPr>
              <p:cNvPr id="49" name="Grupo 48">
                <a:extLst>
                  <a:ext uri="{FF2B5EF4-FFF2-40B4-BE49-F238E27FC236}">
                    <a16:creationId xmlns:a16="http://schemas.microsoft.com/office/drawing/2014/main" id="{FDC8CC47-AA97-2966-65D1-A7DFDA8353A2}"/>
                  </a:ext>
                </a:extLst>
              </p:cNvPr>
              <p:cNvGrpSpPr/>
              <p:nvPr/>
            </p:nvGrpSpPr>
            <p:grpSpPr>
              <a:xfrm>
                <a:off x="5768856" y="9541152"/>
                <a:ext cx="2951944" cy="1296863"/>
                <a:chOff x="5176456" y="10833284"/>
                <a:chExt cx="2951944" cy="1296863"/>
              </a:xfrm>
            </p:grpSpPr>
            <p:sp>
              <p:nvSpPr>
                <p:cNvPr id="51" name="Forma libre: forma 50">
                  <a:extLst>
                    <a:ext uri="{FF2B5EF4-FFF2-40B4-BE49-F238E27FC236}">
                      <a16:creationId xmlns:a16="http://schemas.microsoft.com/office/drawing/2014/main" id="{CA12F11C-96FC-CBE5-9923-3DC49AD3A32C}"/>
                    </a:ext>
                  </a:extLst>
                </p:cNvPr>
                <p:cNvSpPr/>
                <p:nvPr/>
              </p:nvSpPr>
              <p:spPr>
                <a:xfrm flipH="1">
                  <a:off x="5183600" y="10833284"/>
                  <a:ext cx="2931160" cy="1089270"/>
                </a:xfrm>
                <a:custGeom>
                  <a:avLst/>
                  <a:gdLst>
                    <a:gd name="connsiteX0" fmla="*/ 1465580 w 2931160"/>
                    <a:gd name="connsiteY0" fmla="*/ 0 h 1089270"/>
                    <a:gd name="connsiteX1" fmla="*/ 0 w 2931160"/>
                    <a:gd name="connsiteY1" fmla="*/ 1089270 h 1089270"/>
                    <a:gd name="connsiteX2" fmla="*/ 1465580 w 2931160"/>
                    <a:gd name="connsiteY2" fmla="*/ 1089270 h 1089270"/>
                    <a:gd name="connsiteX3" fmla="*/ 2931160 w 2931160"/>
                    <a:gd name="connsiteY3" fmla="*/ 1089270 h 1089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31160" h="1089270">
                      <a:moveTo>
                        <a:pt x="1465580" y="0"/>
                      </a:moveTo>
                      <a:lnTo>
                        <a:pt x="0" y="1089270"/>
                      </a:lnTo>
                      <a:lnTo>
                        <a:pt x="1465580" y="1089270"/>
                      </a:lnTo>
                      <a:lnTo>
                        <a:pt x="2931160" y="1089270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 w="19050" cap="rnd">
                  <a:solidFill>
                    <a:schemeClr val="accent4">
                      <a:lumMod val="40000"/>
                      <a:lumOff val="60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63FD1E3C-0FF5-E2F5-53FA-5C69A888EEB9}"/>
                    </a:ext>
                  </a:extLst>
                </p:cNvPr>
                <p:cNvSpPr/>
                <p:nvPr/>
              </p:nvSpPr>
              <p:spPr>
                <a:xfrm>
                  <a:off x="5176456" y="11753056"/>
                  <a:ext cx="2938304" cy="377091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 cap="rnd">
                  <a:noFill/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3" name="Arco 52">
                  <a:extLst>
                    <a:ext uri="{FF2B5EF4-FFF2-40B4-BE49-F238E27FC236}">
                      <a16:creationId xmlns:a16="http://schemas.microsoft.com/office/drawing/2014/main" id="{956F16FD-D2E3-1149-39FF-895810FBEB4A}"/>
                    </a:ext>
                  </a:extLst>
                </p:cNvPr>
                <p:cNvSpPr/>
                <p:nvPr/>
              </p:nvSpPr>
              <p:spPr>
                <a:xfrm>
                  <a:off x="5176456" y="11753056"/>
                  <a:ext cx="2944800" cy="377091"/>
                </a:xfrm>
                <a:prstGeom prst="arc">
                  <a:avLst>
                    <a:gd name="adj1" fmla="val 21512625"/>
                    <a:gd name="adj2" fmla="val 10913999"/>
                  </a:avLst>
                </a:prstGeom>
                <a:noFill/>
                <a:ln w="19050" cap="rnd">
                  <a:solidFill>
                    <a:schemeClr val="accent4">
                      <a:lumMod val="40000"/>
                      <a:lumOff val="60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4" name="Arco 53">
                  <a:extLst>
                    <a:ext uri="{FF2B5EF4-FFF2-40B4-BE49-F238E27FC236}">
                      <a16:creationId xmlns:a16="http://schemas.microsoft.com/office/drawing/2014/main" id="{D4858BD2-0E9A-C07C-2931-84548E304C4F}"/>
                    </a:ext>
                  </a:extLst>
                </p:cNvPr>
                <p:cNvSpPr/>
                <p:nvPr/>
              </p:nvSpPr>
              <p:spPr>
                <a:xfrm flipV="1">
                  <a:off x="5183600" y="11753056"/>
                  <a:ext cx="2944800" cy="377091"/>
                </a:xfrm>
                <a:prstGeom prst="arc">
                  <a:avLst>
                    <a:gd name="adj1" fmla="val 107418"/>
                    <a:gd name="adj2" fmla="val 10702627"/>
                  </a:avLst>
                </a:prstGeom>
                <a:noFill/>
                <a:ln w="19050" cap="rnd">
                  <a:solidFill>
                    <a:schemeClr val="accent4">
                      <a:lumMod val="40000"/>
                      <a:lumOff val="60000"/>
                    </a:schemeClr>
                  </a:solidFill>
                  <a:prstDash val="dash"/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/>
                </a:p>
              </p:txBody>
            </p:sp>
          </p:grpSp>
          <p:cxnSp>
            <p:nvCxnSpPr>
              <p:cNvPr id="50" name="Conector recto 49">
                <a:extLst>
                  <a:ext uri="{FF2B5EF4-FFF2-40B4-BE49-F238E27FC236}">
                    <a16:creationId xmlns:a16="http://schemas.microsoft.com/office/drawing/2014/main" id="{0E9A12B2-FBBA-DF29-4C2B-D5FAC609B5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8400" y="9453431"/>
                <a:ext cx="0" cy="1664625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o 46">
              <a:extLst>
                <a:ext uri="{FF2B5EF4-FFF2-40B4-BE49-F238E27FC236}">
                  <a16:creationId xmlns:a16="http://schemas.microsoft.com/office/drawing/2014/main" id="{513E7508-2B16-EF95-8CB3-D799BB888714}"/>
                </a:ext>
              </a:extLst>
            </p:cNvPr>
            <p:cNvSpPr/>
            <p:nvPr/>
          </p:nvSpPr>
          <p:spPr>
            <a:xfrm flipH="1">
              <a:off x="7095122" y="9365799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8" name="Arco 47">
              <a:extLst>
                <a:ext uri="{FF2B5EF4-FFF2-40B4-BE49-F238E27FC236}">
                  <a16:creationId xmlns:a16="http://schemas.microsoft.com/office/drawing/2014/main" id="{4CDD5BAC-CCD8-1D83-44E6-96A44255185B}"/>
                </a:ext>
              </a:extLst>
            </p:cNvPr>
            <p:cNvSpPr/>
            <p:nvPr/>
          </p:nvSpPr>
          <p:spPr>
            <a:xfrm flipH="1">
              <a:off x="7095122" y="10883314"/>
              <a:ext cx="306556" cy="148570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8C279692-A6F2-5508-6B04-4EEDC873A748}"/>
              </a:ext>
            </a:extLst>
          </p:cNvPr>
          <p:cNvGrpSpPr/>
          <p:nvPr/>
        </p:nvGrpSpPr>
        <p:grpSpPr>
          <a:xfrm>
            <a:off x="2968330" y="4170099"/>
            <a:ext cx="2211268" cy="1161914"/>
            <a:chOff x="2242428" y="11881539"/>
            <a:chExt cx="2367672" cy="1244097"/>
          </a:xfrm>
        </p:grpSpPr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7CC47314-0BBA-902A-1473-FCA8AA6816B8}"/>
                </a:ext>
              </a:extLst>
            </p:cNvPr>
            <p:cNvGrpSpPr/>
            <p:nvPr/>
          </p:nvGrpSpPr>
          <p:grpSpPr>
            <a:xfrm>
              <a:off x="2242428" y="11881539"/>
              <a:ext cx="2367672" cy="1089270"/>
              <a:chOff x="2242428" y="11881539"/>
              <a:chExt cx="2367672" cy="1089270"/>
            </a:xfrm>
          </p:grpSpPr>
          <p:sp>
            <p:nvSpPr>
              <p:cNvPr id="64" name="Triángulo isósceles 63">
                <a:extLst>
                  <a:ext uri="{FF2B5EF4-FFF2-40B4-BE49-F238E27FC236}">
                    <a16:creationId xmlns:a16="http://schemas.microsoft.com/office/drawing/2014/main" id="{A18CEF2B-3593-FA81-BD4B-D2AA99075D25}"/>
                  </a:ext>
                </a:extLst>
              </p:cNvPr>
              <p:cNvSpPr/>
              <p:nvPr/>
            </p:nvSpPr>
            <p:spPr>
              <a:xfrm>
                <a:off x="2742565" y="11881539"/>
                <a:ext cx="1465580" cy="1089270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  <a:alpha val="52000"/>
                </a:schemeClr>
              </a:solidFill>
              <a:ln w="19050" cap="rnd">
                <a:solidFill>
                  <a:schemeClr val="accent4">
                    <a:lumMod val="40000"/>
                    <a:lumOff val="60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E6A454E1-618E-3742-829C-BA8BAEE01C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42428" y="12970809"/>
                <a:ext cx="2367672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Arco 61">
              <a:extLst>
                <a:ext uri="{FF2B5EF4-FFF2-40B4-BE49-F238E27FC236}">
                  <a16:creationId xmlns:a16="http://schemas.microsoft.com/office/drawing/2014/main" id="{8183E6DF-A851-6724-07F8-D6921675CB48}"/>
                </a:ext>
              </a:extLst>
            </p:cNvPr>
            <p:cNvSpPr/>
            <p:nvPr/>
          </p:nvSpPr>
          <p:spPr>
            <a:xfrm rot="16200000" flipH="1">
              <a:off x="2225344" y="12887930"/>
              <a:ext cx="320220" cy="155192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3" name="Arco 62">
              <a:extLst>
                <a:ext uri="{FF2B5EF4-FFF2-40B4-BE49-F238E27FC236}">
                  <a16:creationId xmlns:a16="http://schemas.microsoft.com/office/drawing/2014/main" id="{3816460E-8958-A824-DE0E-4EED1839CCE5}"/>
                </a:ext>
              </a:extLst>
            </p:cNvPr>
            <p:cNvSpPr/>
            <p:nvPr/>
          </p:nvSpPr>
          <p:spPr>
            <a:xfrm rot="16200000" flipH="1">
              <a:off x="4283277" y="12887928"/>
              <a:ext cx="320222" cy="155194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FF86B4D9-F407-7F2A-62D4-FE9F28D3AC29}"/>
              </a:ext>
            </a:extLst>
          </p:cNvPr>
          <p:cNvGrpSpPr/>
          <p:nvPr/>
        </p:nvGrpSpPr>
        <p:grpSpPr>
          <a:xfrm>
            <a:off x="6956102" y="4200962"/>
            <a:ext cx="2211268" cy="2034630"/>
            <a:chOff x="6230200" y="11881539"/>
            <a:chExt cx="2367672" cy="2178540"/>
          </a:xfrm>
        </p:grpSpPr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20219EE1-023C-D785-CFE4-56EEE5B7090C}"/>
                </a:ext>
              </a:extLst>
            </p:cNvPr>
            <p:cNvGrpSpPr/>
            <p:nvPr/>
          </p:nvGrpSpPr>
          <p:grpSpPr>
            <a:xfrm>
              <a:off x="6230200" y="11881539"/>
              <a:ext cx="2367672" cy="2178540"/>
              <a:chOff x="6230200" y="11881539"/>
              <a:chExt cx="2367672" cy="2178540"/>
            </a:xfrm>
          </p:grpSpPr>
          <p:grpSp>
            <p:nvGrpSpPr>
              <p:cNvPr id="70" name="Grupo 69">
                <a:extLst>
                  <a:ext uri="{FF2B5EF4-FFF2-40B4-BE49-F238E27FC236}">
                    <a16:creationId xmlns:a16="http://schemas.microsoft.com/office/drawing/2014/main" id="{CE2F16A9-2678-C043-9C2C-33B421A7C445}"/>
                  </a:ext>
                </a:extLst>
              </p:cNvPr>
              <p:cNvGrpSpPr/>
              <p:nvPr/>
            </p:nvGrpSpPr>
            <p:grpSpPr>
              <a:xfrm>
                <a:off x="6485582" y="11881539"/>
                <a:ext cx="1807490" cy="2178540"/>
                <a:chOff x="6395179" y="11881539"/>
                <a:chExt cx="1807490" cy="2178540"/>
              </a:xfrm>
            </p:grpSpPr>
            <p:sp>
              <p:nvSpPr>
                <p:cNvPr id="72" name="Forma libre: forma 71">
                  <a:extLst>
                    <a:ext uri="{FF2B5EF4-FFF2-40B4-BE49-F238E27FC236}">
                      <a16:creationId xmlns:a16="http://schemas.microsoft.com/office/drawing/2014/main" id="{12E26CB0-C3FF-4B16-1600-C7BC0AF740B0}"/>
                    </a:ext>
                  </a:extLst>
                </p:cNvPr>
                <p:cNvSpPr/>
                <p:nvPr/>
              </p:nvSpPr>
              <p:spPr>
                <a:xfrm>
                  <a:off x="6677755" y="11881539"/>
                  <a:ext cx="1524914" cy="2178540"/>
                </a:xfrm>
                <a:custGeom>
                  <a:avLst/>
                  <a:gdLst>
                    <a:gd name="connsiteX0" fmla="*/ 0 w 1465580"/>
                    <a:gd name="connsiteY0" fmla="*/ 0 h 2178540"/>
                    <a:gd name="connsiteX1" fmla="*/ 1465580 w 1465580"/>
                    <a:gd name="connsiteY1" fmla="*/ 1089270 h 2178540"/>
                    <a:gd name="connsiteX2" fmla="*/ 0 w 1465580"/>
                    <a:gd name="connsiteY2" fmla="*/ 2178540 h 2178540"/>
                    <a:gd name="connsiteX3" fmla="*/ 0 w 1465580"/>
                    <a:gd name="connsiteY3" fmla="*/ 1089270 h 2178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580" h="2178540">
                      <a:moveTo>
                        <a:pt x="0" y="0"/>
                      </a:moveTo>
                      <a:lnTo>
                        <a:pt x="1465580" y="1089270"/>
                      </a:lnTo>
                      <a:lnTo>
                        <a:pt x="0" y="2178540"/>
                      </a:lnTo>
                      <a:lnTo>
                        <a:pt x="0" y="1089270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 w="19050" cap="rnd">
                  <a:solidFill>
                    <a:schemeClr val="accent4">
                      <a:lumMod val="40000"/>
                      <a:lumOff val="60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73" name="Arco 72">
                  <a:extLst>
                    <a:ext uri="{FF2B5EF4-FFF2-40B4-BE49-F238E27FC236}">
                      <a16:creationId xmlns:a16="http://schemas.microsoft.com/office/drawing/2014/main" id="{603FF212-845D-D8F9-1AC4-CBCF53892B7C}"/>
                    </a:ext>
                  </a:extLst>
                </p:cNvPr>
                <p:cNvSpPr/>
                <p:nvPr/>
              </p:nvSpPr>
              <p:spPr>
                <a:xfrm>
                  <a:off x="6426200" y="11881539"/>
                  <a:ext cx="517525" cy="2178540"/>
                </a:xfrm>
                <a:prstGeom prst="arc">
                  <a:avLst>
                    <a:gd name="adj1" fmla="val 5416751"/>
                    <a:gd name="adj2" fmla="val 16164553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74" name="Arco 73">
                  <a:extLst>
                    <a:ext uri="{FF2B5EF4-FFF2-40B4-BE49-F238E27FC236}">
                      <a16:creationId xmlns:a16="http://schemas.microsoft.com/office/drawing/2014/main" id="{5DA09D67-8A6A-8A58-2E81-8DAD71781638}"/>
                    </a:ext>
                  </a:extLst>
                </p:cNvPr>
                <p:cNvSpPr/>
                <p:nvPr/>
              </p:nvSpPr>
              <p:spPr>
                <a:xfrm flipH="1">
                  <a:off x="6395179" y="11881539"/>
                  <a:ext cx="517525" cy="2178540"/>
                </a:xfrm>
                <a:prstGeom prst="arc">
                  <a:avLst>
                    <a:gd name="adj1" fmla="val 5486779"/>
                    <a:gd name="adj2" fmla="val 16164553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3B26B941-D98C-EDCA-C3F4-A05E81BC6F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30200" y="13000318"/>
                <a:ext cx="2367672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Arco 67">
              <a:extLst>
                <a:ext uri="{FF2B5EF4-FFF2-40B4-BE49-F238E27FC236}">
                  <a16:creationId xmlns:a16="http://schemas.microsoft.com/office/drawing/2014/main" id="{E13EE57F-E0A9-4531-20B0-32B16BECE651}"/>
                </a:ext>
              </a:extLst>
            </p:cNvPr>
            <p:cNvSpPr/>
            <p:nvPr/>
          </p:nvSpPr>
          <p:spPr>
            <a:xfrm rot="16200000" flipH="1">
              <a:off x="6161744" y="12887930"/>
              <a:ext cx="320220" cy="155192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9" name="Arco 68">
              <a:extLst>
                <a:ext uri="{FF2B5EF4-FFF2-40B4-BE49-F238E27FC236}">
                  <a16:creationId xmlns:a16="http://schemas.microsoft.com/office/drawing/2014/main" id="{02BC0747-30AD-E7B6-8FCC-604C3BD8B04E}"/>
                </a:ext>
              </a:extLst>
            </p:cNvPr>
            <p:cNvSpPr/>
            <p:nvPr/>
          </p:nvSpPr>
          <p:spPr>
            <a:xfrm rot="16200000" flipH="1">
              <a:off x="8219677" y="12887928"/>
              <a:ext cx="320222" cy="155194"/>
            </a:xfrm>
            <a:prstGeom prst="arc">
              <a:avLst>
                <a:gd name="adj1" fmla="val 19725891"/>
                <a:gd name="adj2" fmla="val 13892335"/>
              </a:avLst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65632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0">
        <p159:morph option="byObject"/>
      </p:transition>
    </mc:Choice>
    <mc:Fallback xmlns="">
      <p:transition spd="slow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7" grpId="0" animBg="1"/>
      <p:bldP spid="3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9E031CD-06CA-44AC-96F7-C7B8DBAF2800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6. Cuerpos de revolución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2- Figuras geométrica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37B7024-6637-4878-9B25-503717662B60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695EFBA-2DE1-4890-9E9B-FB7DB0485A0E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FBA060C-697A-4D92-81BD-C6AE977ACD2D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4A4E461-102E-4FE9-A3BF-B7F7ECE0A3B0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90</Words>
  <Application>Microsoft Office PowerPoint</Application>
  <PresentationFormat>Panorámica</PresentationFormat>
  <Paragraphs>18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Cuerpos de revolución</dc:title>
  <dc:creator>Illán Linos Souto</dc:creator>
  <cp:lastModifiedBy>Illán Linos</cp:lastModifiedBy>
  <cp:revision>59</cp:revision>
  <dcterms:created xsi:type="dcterms:W3CDTF">2024-08-18T18:48:07Z</dcterms:created>
  <dcterms:modified xsi:type="dcterms:W3CDTF">2025-11-17T11:55:19Z</dcterms:modified>
</cp:coreProperties>
</file>
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custDataLst>
    <p:tags r:id="rId7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36788-159E-4F96-B450-E378DD87670F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7C22D-12A1-459F-BCC5-7578E19E363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348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7C22D-12A1-459F-BCC5-7578E19E3638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8086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7C22D-12A1-459F-BCC5-7578E19E3638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0041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7C22D-12A1-459F-BCC5-7578E19E3638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4952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7C22D-12A1-459F-BCC5-7578E19E3638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4556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microsoft.com/office/2017/06/relationships/model3d" Target="../media/model3d2.glb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17/06/relationships/model3d" Target="../media/model3d1.glb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86959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</a:t>
            </a:r>
          </a:p>
          <a:p>
            <a:r>
              <a:rPr lang="es-ES" sz="48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44063788"/>
                  </p:ext>
                </p:extLst>
              </p:nvPr>
            </p:nvGraphicFramePr>
            <p:xfrm>
              <a:off x="475306" y="2459786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2459786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CuadroTexto 122">
            <a:extLst>
              <a:ext uri="{FF2B5EF4-FFF2-40B4-BE49-F238E27FC236}">
                <a16:creationId xmlns:a16="http://schemas.microsoft.com/office/drawing/2014/main" id="{11EB6959-DCB4-183D-2777-3FB76BB9132E}"/>
              </a:ext>
            </a:extLst>
          </p:cNvPr>
          <p:cNvSpPr txBox="1"/>
          <p:nvPr/>
        </p:nvSpPr>
        <p:spPr>
          <a:xfrm>
            <a:off x="996360" y="2416597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TRIÁNGULOS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B37A2FE-1AD7-51E6-B562-8151DEE82E4C}"/>
              </a:ext>
            </a:extLst>
          </p:cNvPr>
          <p:cNvSpPr txBox="1"/>
          <p:nvPr/>
        </p:nvSpPr>
        <p:spPr>
          <a:xfrm>
            <a:off x="996360" y="3105834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CUADRILÁTEROS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77923390"/>
                  </p:ext>
                </p:extLst>
              </p:nvPr>
            </p:nvGraphicFramePr>
            <p:xfrm>
              <a:off x="465829" y="4463457"/>
              <a:ext cx="463450" cy="61613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63450" cy="61613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828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5829" y="4463457"/>
                <a:ext cx="463450" cy="6161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27821881"/>
                  </p:ext>
                </p:extLst>
              </p:nvPr>
            </p:nvGraphicFramePr>
            <p:xfrm>
              <a:off x="475306" y="3149023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149023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47762E2A-4553-6E26-EEB5-4C2E81B6A66A}"/>
              </a:ext>
            </a:extLst>
          </p:cNvPr>
          <p:cNvSpPr txBox="1"/>
          <p:nvPr/>
        </p:nvSpPr>
        <p:spPr>
          <a:xfrm>
            <a:off x="996360" y="3778175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POLÍGONOS REGULARES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9052062"/>
                  </p:ext>
                </p:extLst>
              </p:nvPr>
            </p:nvGraphicFramePr>
            <p:xfrm>
              <a:off x="475306" y="3815768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815768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D8214812-FECE-B5B0-54C5-46EB45E66B9A}"/>
              </a:ext>
            </a:extLst>
          </p:cNvPr>
          <p:cNvSpPr txBox="1"/>
          <p:nvPr/>
        </p:nvSpPr>
        <p:spPr>
          <a:xfrm>
            <a:off x="996360" y="4450516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CIRCUNFERENCIA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Modelo 3D 12" descr="Pirámide gris tetragonal">
                <a:extLst>
                  <a:ext uri="{FF2B5EF4-FFF2-40B4-BE49-F238E27FC236}">
                    <a16:creationId xmlns:a16="http://schemas.microsoft.com/office/drawing/2014/main" id="{6E4DBED9-5DCB-7C1C-81B2-95DCFCC5CBD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07706876"/>
                  </p:ext>
                </p:extLst>
              </p:nvPr>
            </p:nvGraphicFramePr>
            <p:xfrm>
              <a:off x="475306" y="5154855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Modelo 3D 12" descr="Pirámide gris tetragonal">
                <a:extLst>
                  <a:ext uri="{FF2B5EF4-FFF2-40B4-BE49-F238E27FC236}">
                    <a16:creationId xmlns:a16="http://schemas.microsoft.com/office/drawing/2014/main" id="{6E4DBED9-5DCB-7C1C-81B2-95DCFCC5CB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5154855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0F7BF696-EE08-C510-172B-20CC117A98A6}"/>
              </a:ext>
            </a:extLst>
          </p:cNvPr>
          <p:cNvSpPr txBox="1"/>
          <p:nvPr/>
        </p:nvSpPr>
        <p:spPr>
          <a:xfrm>
            <a:off x="996360" y="5110424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POLIEDROS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8FACF0EA-0AA5-53CD-6FD1-12210F22C03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56169985"/>
                  </p:ext>
                </p:extLst>
              </p:nvPr>
            </p:nvGraphicFramePr>
            <p:xfrm>
              <a:off x="475306" y="5821600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8FACF0EA-0AA5-53CD-6FD1-12210F22C03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5821600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41869C5D-8D95-8C51-B997-D94552238ABD}"/>
              </a:ext>
            </a:extLst>
          </p:cNvPr>
          <p:cNvSpPr txBox="1"/>
          <p:nvPr/>
        </p:nvSpPr>
        <p:spPr>
          <a:xfrm>
            <a:off x="996360" y="5778410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CUERPOS DE REVOLUCIÓN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5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23" grpId="0"/>
      <p:bldP spid="125" grpId="0"/>
      <p:bldP spid="4" grpId="0"/>
      <p:bldP spid="12" grpId="0"/>
      <p:bldP spid="12" grpId="1"/>
      <p:bldP spid="14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441574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circunferencia es la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línea que rodea al círculo.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C40B608-5AA9-9E28-D023-61AF82681716}"/>
              </a:ext>
            </a:extLst>
          </p:cNvPr>
          <p:cNvSpPr/>
          <p:nvPr/>
        </p:nvSpPr>
        <p:spPr>
          <a:xfrm>
            <a:off x="5114925" y="1900044"/>
            <a:ext cx="1962150" cy="19621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E11D135-8603-EFD3-8289-910360451F3F}"/>
              </a:ext>
            </a:extLst>
          </p:cNvPr>
          <p:cNvSpPr/>
          <p:nvPr/>
        </p:nvSpPr>
        <p:spPr>
          <a:xfrm>
            <a:off x="5114925" y="1900044"/>
            <a:ext cx="1962150" cy="196215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441574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circunferencia es la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línea que rodea al círculo.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D1C584-EC36-E022-67F1-8F8AD61DB4A6}"/>
              </a:ext>
            </a:extLst>
          </p:cNvPr>
          <p:cNvSpPr txBox="1"/>
          <p:nvPr/>
        </p:nvSpPr>
        <p:spPr>
          <a:xfrm>
            <a:off x="535084" y="1673989"/>
            <a:ext cx="8836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Relaciones entre una circunferencia y una recta: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57B8D88-25A7-FE54-3736-7C9AD1BA1DCB}"/>
              </a:ext>
            </a:extLst>
          </p:cNvPr>
          <p:cNvGrpSpPr/>
          <p:nvPr/>
        </p:nvGrpSpPr>
        <p:grpSpPr>
          <a:xfrm>
            <a:off x="1957088" y="2438560"/>
            <a:ext cx="2322042" cy="2335640"/>
            <a:chOff x="633595" y="6515100"/>
            <a:chExt cx="2589052" cy="2604215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895F90-753A-B9A4-00B2-35F16D3F6440}"/>
                </a:ext>
              </a:extLst>
            </p:cNvPr>
            <p:cNvSpPr/>
            <p:nvPr/>
          </p:nvSpPr>
          <p:spPr>
            <a:xfrm>
              <a:off x="1528105" y="6841319"/>
              <a:ext cx="1694542" cy="169454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4B74755A-E317-2A50-17AC-FC9987B3AAD8}"/>
                </a:ext>
              </a:extLst>
            </p:cNvPr>
            <p:cNvCxnSpPr/>
            <p:nvPr/>
          </p:nvCxnSpPr>
          <p:spPr>
            <a:xfrm flipH="1">
              <a:off x="633595" y="6515100"/>
              <a:ext cx="1219200" cy="17907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CAFB481B-3610-C545-A87E-C54B9360896E}"/>
                </a:ext>
              </a:extLst>
            </p:cNvPr>
            <p:cNvSpPr txBox="1"/>
            <p:nvPr/>
          </p:nvSpPr>
          <p:spPr>
            <a:xfrm>
              <a:off x="1038914" y="8719205"/>
              <a:ext cx="1868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EXTERIORES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2EFB31BC-AC96-9882-32A0-2C8A961BED92}"/>
              </a:ext>
            </a:extLst>
          </p:cNvPr>
          <p:cNvGrpSpPr/>
          <p:nvPr/>
        </p:nvGrpSpPr>
        <p:grpSpPr>
          <a:xfrm>
            <a:off x="7878034" y="2483757"/>
            <a:ext cx="1844522" cy="2303084"/>
            <a:chOff x="6799982" y="6562170"/>
            <a:chExt cx="2056622" cy="2567914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3DD9B5EE-F734-3D87-5FB9-276515D1F0D2}"/>
                </a:ext>
              </a:extLst>
            </p:cNvPr>
            <p:cNvSpPr/>
            <p:nvPr/>
          </p:nvSpPr>
          <p:spPr>
            <a:xfrm>
              <a:off x="7092877" y="6892976"/>
              <a:ext cx="1658862" cy="165886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FDB3F10F-5533-A9E5-697A-D109B7928C4A}"/>
                </a:ext>
              </a:extLst>
            </p:cNvPr>
            <p:cNvCxnSpPr/>
            <p:nvPr/>
          </p:nvCxnSpPr>
          <p:spPr>
            <a:xfrm flipH="1">
              <a:off x="6799982" y="6562170"/>
              <a:ext cx="1219200" cy="17907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26980FB7-6169-B2A7-BCF2-B38B1CFB7D2D}"/>
                </a:ext>
              </a:extLst>
            </p:cNvPr>
            <p:cNvSpPr txBox="1"/>
            <p:nvPr/>
          </p:nvSpPr>
          <p:spPr>
            <a:xfrm>
              <a:off x="6988012" y="8729974"/>
              <a:ext cx="1868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SECANTES</a:t>
              </a: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DB8E531E-BC93-D4DF-9DCD-F57EF66AE322}"/>
              </a:ext>
            </a:extLst>
          </p:cNvPr>
          <p:cNvGrpSpPr/>
          <p:nvPr/>
        </p:nvGrpSpPr>
        <p:grpSpPr>
          <a:xfrm>
            <a:off x="4987471" y="2438560"/>
            <a:ext cx="2023838" cy="2335640"/>
            <a:chOff x="3640930" y="6515100"/>
            <a:chExt cx="2256557" cy="2604215"/>
          </a:xfrm>
        </p:grpSpPr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54588450-EB2A-21B9-4558-069BAB07A5E7}"/>
                </a:ext>
              </a:extLst>
            </p:cNvPr>
            <p:cNvCxnSpPr/>
            <p:nvPr/>
          </p:nvCxnSpPr>
          <p:spPr>
            <a:xfrm flipH="1">
              <a:off x="3640930" y="6515100"/>
              <a:ext cx="1219200" cy="17907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C2E04FE4-1D56-E682-A51D-8AFA5E26FEED}"/>
                </a:ext>
              </a:extLst>
            </p:cNvPr>
            <p:cNvSpPr txBox="1"/>
            <p:nvPr/>
          </p:nvSpPr>
          <p:spPr>
            <a:xfrm>
              <a:off x="4028895" y="8719205"/>
              <a:ext cx="1868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TANGENTES</a:t>
              </a:r>
            </a:p>
          </p:txBody>
        </p: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CF7B9623-2711-1F14-68AD-B60BDDE842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3406" y="7204075"/>
              <a:ext cx="674287" cy="476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C0F5E55A-0868-D298-C8D8-7BF88D9B83E0}"/>
                </a:ext>
              </a:extLst>
            </p:cNvPr>
            <p:cNvSpPr/>
            <p:nvPr/>
          </p:nvSpPr>
          <p:spPr>
            <a:xfrm>
              <a:off x="5035174" y="7648203"/>
              <a:ext cx="65038" cy="6503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BB179E81-EF59-66A6-287E-8A52EE72E0C5}"/>
                </a:ext>
              </a:extLst>
            </p:cNvPr>
            <p:cNvSpPr/>
            <p:nvPr/>
          </p:nvSpPr>
          <p:spPr>
            <a:xfrm rot="2194325">
              <a:off x="4417717" y="7126999"/>
              <a:ext cx="109794" cy="117885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55DC7A48-87A2-8C07-0352-3B56115B3BB0}"/>
                </a:ext>
              </a:extLst>
            </p:cNvPr>
            <p:cNvSpPr/>
            <p:nvPr/>
          </p:nvSpPr>
          <p:spPr>
            <a:xfrm>
              <a:off x="4238625" y="6851291"/>
              <a:ext cx="1658862" cy="165886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6F773C0-A917-F97E-E448-FE91AD49AC38}"/>
                </a:ext>
              </a:extLst>
            </p:cNvPr>
            <p:cNvSpPr/>
            <p:nvPr/>
          </p:nvSpPr>
          <p:spPr>
            <a:xfrm flipV="1">
              <a:off x="4449269" y="7162596"/>
              <a:ext cx="46690" cy="4669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60622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441574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circunferencia es la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línea que rodea al círculo.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3D28BE2-68AA-DFB3-5B5C-6BEDC5904EAA}"/>
              </a:ext>
            </a:extLst>
          </p:cNvPr>
          <p:cNvSpPr txBox="1"/>
          <p:nvPr/>
        </p:nvSpPr>
        <p:spPr>
          <a:xfrm>
            <a:off x="535084" y="1617214"/>
            <a:ext cx="8836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Relaciones entre una circunferencia y una recta: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0EF56CE4-4F97-6F40-E33D-083DCD29EA62}"/>
              </a:ext>
            </a:extLst>
          </p:cNvPr>
          <p:cNvGrpSpPr/>
          <p:nvPr/>
        </p:nvGrpSpPr>
        <p:grpSpPr>
          <a:xfrm>
            <a:off x="1928506" y="2260601"/>
            <a:ext cx="2207126" cy="1883652"/>
            <a:chOff x="897430" y="10349020"/>
            <a:chExt cx="2480392" cy="2116869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F80AC180-8613-CBAC-EED1-A3C549773E10}"/>
                </a:ext>
              </a:extLst>
            </p:cNvPr>
            <p:cNvSpPr/>
            <p:nvPr/>
          </p:nvSpPr>
          <p:spPr>
            <a:xfrm flipV="1">
              <a:off x="897430" y="10802590"/>
              <a:ext cx="509406" cy="509406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6D65AA72-739D-C704-FD9A-CE54E3186041}"/>
                </a:ext>
              </a:extLst>
            </p:cNvPr>
            <p:cNvSpPr/>
            <p:nvPr/>
          </p:nvSpPr>
          <p:spPr>
            <a:xfrm flipV="1">
              <a:off x="1961276" y="10349020"/>
              <a:ext cx="1416546" cy="1416546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06E9719F-AC4B-974F-111E-CA3CDF1C1DCB}"/>
                </a:ext>
              </a:extLst>
            </p:cNvPr>
            <p:cNvSpPr txBox="1"/>
            <p:nvPr/>
          </p:nvSpPr>
          <p:spPr>
            <a:xfrm>
              <a:off x="1152133" y="12065779"/>
              <a:ext cx="1868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EXTERIORES</a:t>
              </a: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AA6CB8E7-AD62-B50B-A692-7967BE1E6482}"/>
              </a:ext>
            </a:extLst>
          </p:cNvPr>
          <p:cNvGrpSpPr/>
          <p:nvPr/>
        </p:nvGrpSpPr>
        <p:grpSpPr>
          <a:xfrm>
            <a:off x="5054168" y="2267382"/>
            <a:ext cx="1911218" cy="1993198"/>
            <a:chOff x="4041410" y="10349020"/>
            <a:chExt cx="2147847" cy="2239978"/>
          </a:xfrm>
        </p:grpSpPr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6254F298-9F90-A4DE-FAAD-90BE9BC90472}"/>
                </a:ext>
              </a:extLst>
            </p:cNvPr>
            <p:cNvSpPr/>
            <p:nvPr/>
          </p:nvSpPr>
          <p:spPr>
            <a:xfrm flipV="1">
              <a:off x="4041410" y="10802590"/>
              <a:ext cx="509406" cy="509406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68601464-2ED2-3768-E468-90F775466ABF}"/>
                </a:ext>
              </a:extLst>
            </p:cNvPr>
            <p:cNvSpPr/>
            <p:nvPr/>
          </p:nvSpPr>
          <p:spPr>
            <a:xfrm flipV="1">
              <a:off x="4546688" y="10349020"/>
              <a:ext cx="1416546" cy="1416546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A5E0158B-8DBB-BB56-435A-601EBCEE2E6C}"/>
                </a:ext>
              </a:extLst>
            </p:cNvPr>
            <p:cNvSpPr txBox="1"/>
            <p:nvPr/>
          </p:nvSpPr>
          <p:spPr>
            <a:xfrm>
              <a:off x="4320665" y="11881112"/>
              <a:ext cx="186859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TANGENTE EXTERIORES</a:t>
              </a:r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515216ED-36DC-D825-A274-A3A3D689854E}"/>
              </a:ext>
            </a:extLst>
          </p:cNvPr>
          <p:cNvGrpSpPr/>
          <p:nvPr/>
        </p:nvGrpSpPr>
        <p:grpSpPr>
          <a:xfrm>
            <a:off x="8059067" y="2260601"/>
            <a:ext cx="1713520" cy="1883650"/>
            <a:chOff x="7058548" y="10349020"/>
            <a:chExt cx="1925671" cy="2116867"/>
          </a:xfrm>
        </p:grpSpPr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82EF8738-FC42-9108-A9CF-C13B7EA3961F}"/>
                </a:ext>
              </a:extLst>
            </p:cNvPr>
            <p:cNvSpPr/>
            <p:nvPr/>
          </p:nvSpPr>
          <p:spPr>
            <a:xfrm flipV="1">
              <a:off x="7058548" y="10802590"/>
              <a:ext cx="509406" cy="509406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23C23D76-0D8B-A61B-2647-D2E5177D597B}"/>
                </a:ext>
              </a:extLst>
            </p:cNvPr>
            <p:cNvSpPr/>
            <p:nvPr/>
          </p:nvSpPr>
          <p:spPr>
            <a:xfrm flipV="1">
              <a:off x="7341650" y="10349020"/>
              <a:ext cx="1416546" cy="1416546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1261B2A1-5CB9-7807-9804-20EC9ED0BE87}"/>
                </a:ext>
              </a:extLst>
            </p:cNvPr>
            <p:cNvSpPr txBox="1"/>
            <p:nvPr/>
          </p:nvSpPr>
          <p:spPr>
            <a:xfrm>
              <a:off x="7115627" y="12065777"/>
              <a:ext cx="1868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SECANTES</a:t>
              </a:r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CDED64E2-3846-368F-42EC-E77581BC1259}"/>
              </a:ext>
            </a:extLst>
          </p:cNvPr>
          <p:cNvGrpSpPr/>
          <p:nvPr/>
        </p:nvGrpSpPr>
        <p:grpSpPr>
          <a:xfrm>
            <a:off x="2516809" y="4515946"/>
            <a:ext cx="1662728" cy="1980838"/>
            <a:chOff x="1519434" y="12992048"/>
            <a:chExt cx="1868592" cy="2226089"/>
          </a:xfrm>
        </p:grpSpPr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F687EBD5-38D0-3CB4-8631-296238C17FD5}"/>
                </a:ext>
              </a:extLst>
            </p:cNvPr>
            <p:cNvSpPr/>
            <p:nvPr/>
          </p:nvSpPr>
          <p:spPr>
            <a:xfrm flipV="1">
              <a:off x="1757391" y="13431729"/>
              <a:ext cx="509406" cy="509406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F9B8A9D7-E021-467C-C784-B4F76BDF5AF2}"/>
                </a:ext>
              </a:extLst>
            </p:cNvPr>
            <p:cNvSpPr/>
            <p:nvPr/>
          </p:nvSpPr>
          <p:spPr>
            <a:xfrm flipV="1">
              <a:off x="1757391" y="12992048"/>
              <a:ext cx="1416546" cy="1416546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6B19289B-9413-8FB3-DCA4-669B531A359D}"/>
                </a:ext>
              </a:extLst>
            </p:cNvPr>
            <p:cNvSpPr txBox="1"/>
            <p:nvPr/>
          </p:nvSpPr>
          <p:spPr>
            <a:xfrm>
              <a:off x="1519434" y="14510251"/>
              <a:ext cx="186859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TANGENTE</a:t>
              </a:r>
            </a:p>
            <a:p>
              <a:pPr algn="ctr"/>
              <a:r>
                <a:rPr lang="es-ES" sz="2000" b="1" dirty="0"/>
                <a:t>INTERIOR</a:t>
              </a:r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6F4C09F5-BE24-7C45-F28F-2B59CB1C5F4C}"/>
              </a:ext>
            </a:extLst>
          </p:cNvPr>
          <p:cNvGrpSpPr/>
          <p:nvPr/>
        </p:nvGrpSpPr>
        <p:grpSpPr>
          <a:xfrm>
            <a:off x="5351303" y="4504749"/>
            <a:ext cx="1662728" cy="1883652"/>
            <a:chOff x="4353928" y="12986868"/>
            <a:chExt cx="1868592" cy="2116869"/>
          </a:xfrm>
        </p:grpSpPr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6173CE94-CC5F-901D-765C-EAF59CA2D7BB}"/>
                </a:ext>
              </a:extLst>
            </p:cNvPr>
            <p:cNvSpPr/>
            <p:nvPr/>
          </p:nvSpPr>
          <p:spPr>
            <a:xfrm flipV="1">
              <a:off x="5229947" y="13199624"/>
              <a:ext cx="509406" cy="509406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CB6F5B0A-5877-76B9-A897-AE55976FB998}"/>
                </a:ext>
              </a:extLst>
            </p:cNvPr>
            <p:cNvSpPr/>
            <p:nvPr/>
          </p:nvSpPr>
          <p:spPr>
            <a:xfrm flipV="1">
              <a:off x="4579951" y="12986868"/>
              <a:ext cx="1416546" cy="1416546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51A1DD6C-0D07-0D99-EB28-7DCF78CB26EA}"/>
                </a:ext>
              </a:extLst>
            </p:cNvPr>
            <p:cNvSpPr txBox="1"/>
            <p:nvPr/>
          </p:nvSpPr>
          <p:spPr>
            <a:xfrm>
              <a:off x="4353928" y="14703627"/>
              <a:ext cx="1868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INTERIORES</a:t>
              </a:r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7EEA3657-4C52-7A6E-3B65-B54F6DE1B9E7}"/>
              </a:ext>
            </a:extLst>
          </p:cNvPr>
          <p:cNvGrpSpPr/>
          <p:nvPr/>
        </p:nvGrpSpPr>
        <p:grpSpPr>
          <a:xfrm>
            <a:off x="7769991" y="4504749"/>
            <a:ext cx="2415276" cy="1883652"/>
            <a:chOff x="6726030" y="12986868"/>
            <a:chExt cx="2714311" cy="2116869"/>
          </a:xfrm>
        </p:grpSpPr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46131C67-61B2-6917-BEE4-A7AADF4075CA}"/>
                </a:ext>
              </a:extLst>
            </p:cNvPr>
            <p:cNvSpPr/>
            <p:nvPr/>
          </p:nvSpPr>
          <p:spPr>
            <a:xfrm flipV="1">
              <a:off x="7828482" y="13440438"/>
              <a:ext cx="509406" cy="509406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83796F9B-C6FF-2141-EA44-EB93D6F9C708}"/>
                </a:ext>
              </a:extLst>
            </p:cNvPr>
            <p:cNvSpPr/>
            <p:nvPr/>
          </p:nvSpPr>
          <p:spPr>
            <a:xfrm flipV="1">
              <a:off x="7374913" y="12986868"/>
              <a:ext cx="1416546" cy="1416546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D892613D-802A-2C00-1944-20EAE14E99BE}"/>
                </a:ext>
              </a:extLst>
            </p:cNvPr>
            <p:cNvSpPr txBox="1"/>
            <p:nvPr/>
          </p:nvSpPr>
          <p:spPr>
            <a:xfrm>
              <a:off x="6726030" y="14703627"/>
              <a:ext cx="27143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CONCÉNTRICAS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45441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10000">
        <p159:morph option="byObject"/>
      </p:transition>
    </mc:Choice>
    <mc:Fallback xmlns="">
      <p:transition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50"/>
                            </p:stCondLst>
                            <p:childTnLst>
                              <p:par>
                                <p:cTn id="3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8B62625-0816-4851-AFD2-56B6E7F42403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4. Circunferencia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1 ESO\\TEMA 12- Figuras geométrica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2AF7E62-2776-4DBF-A481-F9C1096E5FCB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2C6F55B-B6EB-4EC5-8877-8A94B6356D39}:2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951E829-A190-4087-B137-B5921B16C2DF}:25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8F2965E-744F-45D0-8286-0FF82B7E1DB8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90</Words>
  <Application>Microsoft Office PowerPoint</Application>
  <PresentationFormat>Panorámica</PresentationFormat>
  <Paragraphs>30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Circunferencias</dc:title>
  <dc:creator>Illán Linos Souto</dc:creator>
  <cp:lastModifiedBy>Illán Linos</cp:lastModifiedBy>
  <cp:revision>54</cp:revision>
  <dcterms:created xsi:type="dcterms:W3CDTF">2024-08-18T18:48:07Z</dcterms:created>
  <dcterms:modified xsi:type="dcterms:W3CDTF">2025-11-17T11:54:10Z</dcterms:modified>
</cp:coreProperties>
</file>
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0" r:id="rId3"/>
    <p:sldId id="258" r:id="rId4"/>
    <p:sldId id="261" r:id="rId5"/>
    <p:sldId id="262" r:id="rId6"/>
    <p:sldId id="259" r:id="rId7"/>
    <p:sldId id="263" r:id="rId8"/>
  </p:sldIdLst>
  <p:sldSz cx="12192000" cy="6858000"/>
  <p:notesSz cx="6858000" cy="9144000"/>
  <p:custDataLst>
    <p:tags r:id="rId10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FF"/>
    <a:srgbClr val="E7E7FF"/>
    <a:srgbClr val="E8F6FE"/>
    <a:srgbClr val="77C6E9"/>
    <a:srgbClr val="229AD0"/>
    <a:srgbClr val="78AEE4"/>
    <a:srgbClr val="EBF3FB"/>
    <a:srgbClr val="E4F6DE"/>
    <a:srgbClr val="F7E1F4"/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F0106-A954-4537-B326-99737A033B1E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FE6BE-705C-484E-B668-16F9357D33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9098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E6BE-705C-484E-B668-16F9357D337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1169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E6BE-705C-484E-B668-16F9357D33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8700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E6BE-705C-484E-B668-16F9357D33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5517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E6BE-705C-484E-B668-16F9357D33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6906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E6BE-705C-484E-B668-16F9357D33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5374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E6BE-705C-484E-B668-16F9357D33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9351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FE6BE-705C-484E-B668-16F9357D33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2180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9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0.pn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0.png"/><Relationship Id="rId11" Type="http://schemas.openxmlformats.org/officeDocument/2006/relationships/image" Target="../media/image17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9" Type="http://schemas.openxmlformats.org/officeDocument/2006/relationships/image" Target="../media/image150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2.png"/><Relationship Id="rId1" Type="http://schemas.openxmlformats.org/officeDocument/2006/relationships/tags" Target="../tags/tag4.xml"/><Relationship Id="rId11" Type="http://schemas.openxmlformats.org/officeDocument/2006/relationships/image" Target="../media/image27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4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3.png"/><Relationship Id="rId12" Type="http://schemas.openxmlformats.org/officeDocument/2006/relationships/image" Target="../media/image33.png"/><Relationship Id="rId1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2.png"/><Relationship Id="rId1" Type="http://schemas.openxmlformats.org/officeDocument/2006/relationships/tags" Target="../tags/tag5.xml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4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3.png"/><Relationship Id="rId12" Type="http://schemas.openxmlformats.org/officeDocument/2006/relationships/image" Target="../media/image33.png"/><Relationship Id="rId1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2.png"/><Relationship Id="rId1" Type="http://schemas.openxmlformats.org/officeDocument/2006/relationships/tags" Target="../tags/tag6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8" Type="http://schemas.openxmlformats.org/officeDocument/2006/relationships/image" Target="../media/image330.png"/><Relationship Id="rId18" Type="http://schemas.openxmlformats.org/officeDocument/2006/relationships/image" Target="../media/image37.png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40.png"/><Relationship Id="rId7" Type="http://schemas.openxmlformats.org/officeDocument/2006/relationships/image" Target="../media/image320.png"/><Relationship Id="rId2" Type="http://schemas.openxmlformats.org/officeDocument/2006/relationships/slideLayout" Target="../slideLayouts/slideLayout1.xml"/><Relationship Id="rId20" Type="http://schemas.openxmlformats.org/officeDocument/2006/relationships/image" Target="../media/image39.png"/><Relationship Id="rId1" Type="http://schemas.openxmlformats.org/officeDocument/2006/relationships/tags" Target="../tags/tag7.xml"/><Relationship Id="rId6" Type="http://schemas.openxmlformats.org/officeDocument/2006/relationships/image" Target="../media/image310.png"/><Relationship Id="rId11" Type="http://schemas.openxmlformats.org/officeDocument/2006/relationships/image" Target="../media/image36.png"/><Relationship Id="rId24" Type="http://schemas.openxmlformats.org/officeDocument/2006/relationships/image" Target="../media/image43.png"/><Relationship Id="rId23" Type="http://schemas.openxmlformats.org/officeDocument/2006/relationships/image" Target="../media/image42.png"/><Relationship Id="rId10" Type="http://schemas.openxmlformats.org/officeDocument/2006/relationships/image" Target="../media/image35.png"/><Relationship Id="rId19" Type="http://schemas.openxmlformats.org/officeDocument/2006/relationships/image" Target="../media/image290.png"/><Relationship Id="rId9" Type="http://schemas.openxmlformats.org/officeDocument/2006/relationships/image" Target="../media/image340.png"/><Relationship Id="rId22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identidad</a:t>
            </a:r>
            <a:r>
              <a:rPr lang="es-ES" sz="2000" b="1" dirty="0"/>
              <a:t> es una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igualdad algebraica </a:t>
            </a:r>
            <a:r>
              <a:rPr lang="es-ES" sz="2000" b="1" dirty="0"/>
              <a:t>que es cierta para valores cualesquiera</a:t>
            </a:r>
          </a:p>
          <a:p>
            <a:r>
              <a:rPr lang="es-ES" sz="2000" b="1" dirty="0"/>
              <a:t>de las letras que intervienen.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2D9BCCB-1AED-6126-08E1-55A5999011C8}"/>
              </a:ext>
            </a:extLst>
          </p:cNvPr>
          <p:cNvSpPr txBox="1"/>
          <p:nvPr/>
        </p:nvSpPr>
        <p:spPr>
          <a:xfrm>
            <a:off x="535084" y="1899154"/>
            <a:ext cx="11121832" cy="407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Ya conoces algunas identidades de antes, como las siguientes: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2D3AE22-3994-F2EE-3BE3-3BADFECD25C1}"/>
                  </a:ext>
                </a:extLst>
              </p:cNvPr>
              <p:cNvSpPr txBox="1"/>
              <p:nvPr/>
            </p:nvSpPr>
            <p:spPr>
              <a:xfrm>
                <a:off x="1604934" y="2451344"/>
                <a:ext cx="18124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s-E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2D3AE22-3994-F2EE-3BE3-3BADFECD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934" y="2451344"/>
                <a:ext cx="1812484" cy="307777"/>
              </a:xfrm>
              <a:prstGeom prst="rect">
                <a:avLst/>
              </a:prstGeom>
              <a:blipFill>
                <a:blip r:embed="rId6"/>
                <a:stretch>
                  <a:fillRect l="-1007" b="-19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534D086-395C-91B9-290C-F21CFBEE6C37}"/>
                  </a:ext>
                </a:extLst>
              </p:cNvPr>
              <p:cNvSpPr txBox="1"/>
              <p:nvPr/>
            </p:nvSpPr>
            <p:spPr>
              <a:xfrm>
                <a:off x="4247079" y="2441818"/>
                <a:ext cx="28215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534D086-395C-91B9-290C-F21CFBEE6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079" y="2441818"/>
                <a:ext cx="2821542" cy="307777"/>
              </a:xfrm>
              <a:prstGeom prst="rect">
                <a:avLst/>
              </a:prstGeom>
              <a:blipFill>
                <a:blip r:embed="rId7"/>
                <a:stretch>
                  <a:fillRect l="-648" r="-1512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F4F1E05-505C-4EBE-FB73-D66D30AEABE2}"/>
                  </a:ext>
                </a:extLst>
              </p:cNvPr>
              <p:cNvSpPr txBox="1"/>
              <p:nvPr/>
            </p:nvSpPr>
            <p:spPr>
              <a:xfrm>
                <a:off x="7838246" y="2441819"/>
                <a:ext cx="268214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F4F1E05-505C-4EBE-FB73-D66D30AEA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246" y="2441819"/>
                <a:ext cx="2682145" cy="307777"/>
              </a:xfrm>
              <a:prstGeom prst="rect">
                <a:avLst/>
              </a:prstGeom>
              <a:blipFill>
                <a:blip r:embed="rId8"/>
                <a:stretch>
                  <a:fillRect l="-682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5" grpId="0"/>
      <p:bldP spid="6" grpId="0"/>
      <p:bldP spid="17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22" name="!Marco 10">
            <a:extLst>
              <a:ext uri="{FF2B5EF4-FFF2-40B4-BE49-F238E27FC236}">
                <a16:creationId xmlns:a16="http://schemas.microsoft.com/office/drawing/2014/main" id="{8684F849-20AC-CBBF-E852-FE34D81B6E5E}"/>
              </a:ext>
            </a:extLst>
          </p:cNvPr>
          <p:cNvSpPr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EF160747-8D97-A50B-06C8-4E4BC9991134}"/>
              </a:ext>
            </a:extLst>
          </p:cNvPr>
          <p:cNvSpPr txBox="1"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denominan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identidades notables </a:t>
            </a:r>
            <a:r>
              <a:rPr lang="es-ES" sz="2000" b="1" dirty="0"/>
              <a:t>a aquellas que sirven para simplificar expresiones algebraicas.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0204AF4-C780-260D-A6A7-10040BA7EC72}"/>
                  </a:ext>
                </a:extLst>
              </p:cNvPr>
              <p:cNvSpPr txBox="1"/>
              <p:nvPr/>
            </p:nvSpPr>
            <p:spPr>
              <a:xfrm>
                <a:off x="651625" y="1990709"/>
                <a:ext cx="53133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0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s-ES" sz="20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0204AF4-C780-260D-A6A7-10040BA7E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" y="1990709"/>
                <a:ext cx="5313314" cy="307777"/>
              </a:xfrm>
              <a:prstGeom prst="rect">
                <a:avLst/>
              </a:prstGeom>
              <a:blipFill>
                <a:blip r:embed="rId6"/>
                <a:stretch>
                  <a:fillRect l="-1720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460C5114-3A12-E189-B420-3896E1C26772}"/>
              </a:ext>
            </a:extLst>
          </p:cNvPr>
          <p:cNvSpPr/>
          <p:nvPr/>
        </p:nvSpPr>
        <p:spPr>
          <a:xfrm>
            <a:off x="6614072" y="2763436"/>
            <a:ext cx="2133600" cy="2133600"/>
          </a:xfrm>
          <a:prstGeom prst="rect">
            <a:avLst/>
          </a:prstGeom>
          <a:solidFill>
            <a:srgbClr val="E7E7FF"/>
          </a:solidFill>
          <a:ln w="28575" cap="rnd">
            <a:solidFill>
              <a:srgbClr val="8989F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2B21E26-25C0-5CC5-418F-693269FE8A3E}"/>
                  </a:ext>
                </a:extLst>
              </p:cNvPr>
              <p:cNvSpPr txBox="1"/>
              <p:nvPr/>
            </p:nvSpPr>
            <p:spPr>
              <a:xfrm>
                <a:off x="6930302" y="3595236"/>
                <a:ext cx="1501140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ES" sz="2400" b="1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400" b="1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400" b="1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s-ES" sz="2400" b="1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400" b="1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s-ES" sz="2400" b="1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400" b="1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sz="2400" b="1" dirty="0">
                    <a:solidFill>
                      <a:srgbClr val="8989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2B21E26-25C0-5CC5-418F-693269FE8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302" y="3595236"/>
                <a:ext cx="1501140" cy="47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28A312D-78C8-7CC8-8F63-7061943E31D2}"/>
              </a:ext>
            </a:extLst>
          </p:cNvPr>
          <p:cNvCxnSpPr>
            <a:cxnSpLocks/>
          </p:cNvCxnSpPr>
          <p:nvPr/>
        </p:nvCxnSpPr>
        <p:spPr>
          <a:xfrm>
            <a:off x="6614072" y="2646565"/>
            <a:ext cx="21336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819B12A-D343-DEA6-8133-934C74B22C34}"/>
              </a:ext>
            </a:extLst>
          </p:cNvPr>
          <p:cNvCxnSpPr>
            <a:cxnSpLocks/>
          </p:cNvCxnSpPr>
          <p:nvPr/>
        </p:nvCxnSpPr>
        <p:spPr>
          <a:xfrm rot="5400000">
            <a:off x="8462975" y="3830236"/>
            <a:ext cx="21336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86AFAF7-757D-70A3-10FD-37EB56BBAD6A}"/>
                  </a:ext>
                </a:extLst>
              </p:cNvPr>
              <p:cNvSpPr txBox="1"/>
              <p:nvPr/>
            </p:nvSpPr>
            <p:spPr>
              <a:xfrm>
                <a:off x="8777300" y="3645570"/>
                <a:ext cx="75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86AFAF7-757D-70A3-10FD-37EB56BBA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300" y="3645570"/>
                <a:ext cx="75247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D052144-B221-60E4-3374-028DB52C11AC}"/>
                  </a:ext>
                </a:extLst>
              </p:cNvPr>
              <p:cNvSpPr txBox="1"/>
              <p:nvPr/>
            </p:nvSpPr>
            <p:spPr>
              <a:xfrm>
                <a:off x="7304634" y="2298486"/>
                <a:ext cx="75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D052144-B221-60E4-3374-028DB52C1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34" y="2298486"/>
                <a:ext cx="75247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2C402CE-905B-C454-5DA2-5D947B519C43}"/>
              </a:ext>
            </a:extLst>
          </p:cNvPr>
          <p:cNvCxnSpPr>
            <a:cxnSpLocks/>
          </p:cNvCxnSpPr>
          <p:nvPr/>
        </p:nvCxnSpPr>
        <p:spPr>
          <a:xfrm>
            <a:off x="8824914" y="2763436"/>
            <a:ext cx="101441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3AB26E5-91AF-9CD2-5C60-3DD40AD05592}"/>
              </a:ext>
            </a:extLst>
          </p:cNvPr>
          <p:cNvCxnSpPr>
            <a:cxnSpLocks/>
          </p:cNvCxnSpPr>
          <p:nvPr/>
        </p:nvCxnSpPr>
        <p:spPr>
          <a:xfrm>
            <a:off x="8824913" y="4906452"/>
            <a:ext cx="101441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08A9321-4D21-65AD-4BA0-CFC530A15FAE}"/>
              </a:ext>
            </a:extLst>
          </p:cNvPr>
          <p:cNvCxnSpPr>
            <a:cxnSpLocks/>
          </p:cNvCxnSpPr>
          <p:nvPr/>
        </p:nvCxnSpPr>
        <p:spPr>
          <a:xfrm rot="5400000">
            <a:off x="8629662" y="2594183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1B20AC5-D249-636D-6D49-275528656826}"/>
              </a:ext>
            </a:extLst>
          </p:cNvPr>
          <p:cNvCxnSpPr>
            <a:cxnSpLocks/>
          </p:cNvCxnSpPr>
          <p:nvPr/>
        </p:nvCxnSpPr>
        <p:spPr>
          <a:xfrm rot="5400000">
            <a:off x="6489193" y="2594183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A26BBF6-BCF8-51C3-2D01-AB34C896195C}"/>
              </a:ext>
            </a:extLst>
          </p:cNvPr>
          <p:cNvSpPr/>
          <p:nvPr/>
        </p:nvSpPr>
        <p:spPr>
          <a:xfrm>
            <a:off x="6615400" y="3606684"/>
            <a:ext cx="1290352" cy="1290352"/>
          </a:xfrm>
          <a:prstGeom prst="rect">
            <a:avLst/>
          </a:prstGeom>
          <a:solidFill>
            <a:srgbClr val="F7E1F4"/>
          </a:solidFill>
          <a:ln w="28575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E91A28E1-50A3-8AA0-7C72-3D9C654E723B}"/>
              </a:ext>
            </a:extLst>
          </p:cNvPr>
          <p:cNvCxnSpPr>
            <a:cxnSpLocks/>
          </p:cNvCxnSpPr>
          <p:nvPr/>
        </p:nvCxnSpPr>
        <p:spPr>
          <a:xfrm>
            <a:off x="6067426" y="2754020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8F13C25-FFDD-BE0D-FCF3-5FF43420F288}"/>
              </a:ext>
            </a:extLst>
          </p:cNvPr>
          <p:cNvCxnSpPr>
            <a:cxnSpLocks/>
          </p:cNvCxnSpPr>
          <p:nvPr/>
        </p:nvCxnSpPr>
        <p:spPr>
          <a:xfrm>
            <a:off x="6067426" y="4897036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8DA7DD7-CF56-A525-5A49-BBF846A40750}"/>
              </a:ext>
            </a:extLst>
          </p:cNvPr>
          <p:cNvCxnSpPr>
            <a:cxnSpLocks/>
          </p:cNvCxnSpPr>
          <p:nvPr/>
        </p:nvCxnSpPr>
        <p:spPr>
          <a:xfrm>
            <a:off x="6067426" y="3606684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7A05C25-3326-E2B5-6BBC-AEE49CC7B6D9}"/>
              </a:ext>
            </a:extLst>
          </p:cNvPr>
          <p:cNvCxnSpPr>
            <a:cxnSpLocks/>
          </p:cNvCxnSpPr>
          <p:nvPr/>
        </p:nvCxnSpPr>
        <p:spPr>
          <a:xfrm>
            <a:off x="6443675" y="2763326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1D1F4DED-075B-2B0A-EF09-7A8F8B4DD3AF}"/>
              </a:ext>
            </a:extLst>
          </p:cNvPr>
          <p:cNvCxnSpPr>
            <a:cxnSpLocks/>
          </p:cNvCxnSpPr>
          <p:nvPr/>
        </p:nvCxnSpPr>
        <p:spPr>
          <a:xfrm>
            <a:off x="6443675" y="3608703"/>
            <a:ext cx="0" cy="128833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B92B2D79-1A3A-A780-B81E-F03F5E65F861}"/>
                  </a:ext>
                </a:extLst>
              </p:cNvPr>
              <p:cNvSpPr txBox="1"/>
              <p:nvPr/>
            </p:nvSpPr>
            <p:spPr>
              <a:xfrm>
                <a:off x="6096000" y="3002336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B92B2D79-1A3A-A780-B81E-F03F5E65F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02336"/>
                <a:ext cx="38579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13F0810B-6D86-5C46-AD7F-39CF3C1A6FCF}"/>
                  </a:ext>
                </a:extLst>
              </p:cNvPr>
              <p:cNvSpPr txBox="1"/>
              <p:nvPr/>
            </p:nvSpPr>
            <p:spPr>
              <a:xfrm>
                <a:off x="6119796" y="4063356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13F0810B-6D86-5C46-AD7F-39CF3C1A6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796" y="4063356"/>
                <a:ext cx="38579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8C02F186-EF0C-7EA8-3037-776BED658972}"/>
              </a:ext>
            </a:extLst>
          </p:cNvPr>
          <p:cNvCxnSpPr>
            <a:cxnSpLocks/>
          </p:cNvCxnSpPr>
          <p:nvPr/>
        </p:nvCxnSpPr>
        <p:spPr>
          <a:xfrm rot="5400000">
            <a:off x="8591160" y="5101358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095CEB97-8E86-DC73-791F-BB6D8EF3DD39}"/>
              </a:ext>
            </a:extLst>
          </p:cNvPr>
          <p:cNvCxnSpPr>
            <a:cxnSpLocks/>
          </p:cNvCxnSpPr>
          <p:nvPr/>
        </p:nvCxnSpPr>
        <p:spPr>
          <a:xfrm rot="5400000">
            <a:off x="6448144" y="5101358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E98AB850-E93D-2BA1-52C5-822E2387FB60}"/>
              </a:ext>
            </a:extLst>
          </p:cNvPr>
          <p:cNvCxnSpPr>
            <a:cxnSpLocks/>
          </p:cNvCxnSpPr>
          <p:nvPr/>
        </p:nvCxnSpPr>
        <p:spPr>
          <a:xfrm rot="5400000">
            <a:off x="7738496" y="5101358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5AB55873-0F4F-7D18-3F98-3DF2FB5C33B6}"/>
              </a:ext>
            </a:extLst>
          </p:cNvPr>
          <p:cNvCxnSpPr>
            <a:cxnSpLocks/>
          </p:cNvCxnSpPr>
          <p:nvPr/>
        </p:nvCxnSpPr>
        <p:spPr>
          <a:xfrm rot="5400000">
            <a:off x="8321449" y="4784365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4E7199AE-2BB8-8652-7DDD-E64FE2FCDBAD}"/>
              </a:ext>
            </a:extLst>
          </p:cNvPr>
          <p:cNvCxnSpPr>
            <a:cxnSpLocks/>
          </p:cNvCxnSpPr>
          <p:nvPr/>
        </p:nvCxnSpPr>
        <p:spPr>
          <a:xfrm rot="5400000">
            <a:off x="7248823" y="4557114"/>
            <a:ext cx="0" cy="128833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E009057-2781-8294-C6AB-7139114E5122}"/>
                  </a:ext>
                </a:extLst>
              </p:cNvPr>
              <p:cNvSpPr txBox="1"/>
              <p:nvPr/>
            </p:nvSpPr>
            <p:spPr>
              <a:xfrm>
                <a:off x="7067678" y="4869082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E009057-2781-8294-C6AB-7139114E5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678" y="4869082"/>
                <a:ext cx="38579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52FFF004-2A32-578A-DE70-5075A394B1EA}"/>
                  </a:ext>
                </a:extLst>
              </p:cNvPr>
              <p:cNvSpPr txBox="1"/>
              <p:nvPr/>
            </p:nvSpPr>
            <p:spPr>
              <a:xfrm>
                <a:off x="8129567" y="4869082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52FFF004-2A32-578A-DE70-5075A394B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567" y="4869082"/>
                <a:ext cx="38579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ángulo 50">
            <a:extLst>
              <a:ext uri="{FF2B5EF4-FFF2-40B4-BE49-F238E27FC236}">
                <a16:creationId xmlns:a16="http://schemas.microsoft.com/office/drawing/2014/main" id="{67B90F16-83A6-711E-31E5-3E59497FA08A}"/>
              </a:ext>
            </a:extLst>
          </p:cNvPr>
          <p:cNvSpPr/>
          <p:nvPr/>
        </p:nvSpPr>
        <p:spPr>
          <a:xfrm>
            <a:off x="7904533" y="2759752"/>
            <a:ext cx="843359" cy="846589"/>
          </a:xfrm>
          <a:prstGeom prst="rect">
            <a:avLst/>
          </a:prstGeom>
          <a:solidFill>
            <a:srgbClr val="E4F6DE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40F887CB-14B4-0A1E-85CC-B27F1F57B07B}"/>
              </a:ext>
            </a:extLst>
          </p:cNvPr>
          <p:cNvSpPr txBox="1"/>
          <p:nvPr/>
        </p:nvSpPr>
        <p:spPr>
          <a:xfrm>
            <a:off x="6999834" y="4019609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  <a:r>
              <a:rPr lang="es-ES" sz="24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7123E26-2F6E-1855-4EF7-1B9FA4FF49AC}"/>
              </a:ext>
            </a:extLst>
          </p:cNvPr>
          <p:cNvSpPr txBox="1"/>
          <p:nvPr/>
        </p:nvSpPr>
        <p:spPr>
          <a:xfrm>
            <a:off x="8021412" y="2969469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es-ES" sz="2400" b="1" baseline="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93BC3C-3D43-B1EF-0CDD-46625EDAAB9A}"/>
              </a:ext>
            </a:extLst>
          </p:cNvPr>
          <p:cNvSpPr/>
          <p:nvPr/>
        </p:nvSpPr>
        <p:spPr>
          <a:xfrm>
            <a:off x="6613521" y="2760945"/>
            <a:ext cx="1290352" cy="847781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6BF1976B-8723-BBF5-E90D-74C5A1F87A47}"/>
                  </a:ext>
                </a:extLst>
              </p:cNvPr>
              <p:cNvSpPr txBox="1"/>
              <p:nvPr/>
            </p:nvSpPr>
            <p:spPr>
              <a:xfrm>
                <a:off x="6764599" y="2969469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6BF1976B-8723-BBF5-E90D-74C5A1F8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599" y="2969469"/>
                <a:ext cx="991951" cy="461665"/>
              </a:xfrm>
              <a:prstGeom prst="rect">
                <a:avLst/>
              </a:prstGeom>
              <a:blipFill>
                <a:blip r:embed="rId14"/>
                <a:stretch>
                  <a:fillRect l="-617" t="-10526" b="-289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 12">
            <a:extLst>
              <a:ext uri="{FF2B5EF4-FFF2-40B4-BE49-F238E27FC236}">
                <a16:creationId xmlns:a16="http://schemas.microsoft.com/office/drawing/2014/main" id="{38D0696D-5909-726C-5D70-8F82667ADB66}"/>
              </a:ext>
            </a:extLst>
          </p:cNvPr>
          <p:cNvSpPr/>
          <p:nvPr/>
        </p:nvSpPr>
        <p:spPr>
          <a:xfrm>
            <a:off x="7903869" y="3607879"/>
            <a:ext cx="842475" cy="1290352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CCBA2C8B-A6D1-75C3-C091-385B2F6F40FD}"/>
                  </a:ext>
                </a:extLst>
              </p:cNvPr>
              <p:cNvSpPr txBox="1"/>
              <p:nvPr/>
            </p:nvSpPr>
            <p:spPr>
              <a:xfrm>
                <a:off x="7825473" y="4027153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CCBA2C8B-A6D1-75C3-C091-385B2F6F4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473" y="4027153"/>
                <a:ext cx="991951" cy="461665"/>
              </a:xfrm>
              <a:prstGeom prst="rect">
                <a:avLst/>
              </a:prstGeom>
              <a:blipFill>
                <a:blip r:embed="rId15"/>
                <a:stretch>
                  <a:fillRect l="-617" t="-10667" b="-30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0894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0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5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000"/>
                            </p:stCondLst>
                            <p:childTnLst>
                              <p:par>
                                <p:cTn id="13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5" grpId="0"/>
      <p:bldP spid="3" grpId="0" animBg="1"/>
      <p:bldP spid="5" grpId="0"/>
      <p:bldP spid="11" grpId="0"/>
      <p:bldP spid="12" grpId="0"/>
      <p:bldP spid="27" grpId="0" animBg="1"/>
      <p:bldP spid="40" grpId="0"/>
      <p:bldP spid="41" grpId="0"/>
      <p:bldP spid="49" grpId="0"/>
      <p:bldP spid="50" grpId="0"/>
      <p:bldP spid="51" grpId="0" animBg="1"/>
      <p:bldP spid="52" grpId="0"/>
      <p:bldP spid="62" grpId="0"/>
      <p:bldP spid="9" grpId="0" animBg="1"/>
      <p:bldP spid="63" grpId="0"/>
      <p:bldP spid="13" grpId="0" animBg="1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637D63E-358A-436A-B49B-06C35A28B85D}"/>
              </a:ext>
            </a:extLst>
          </p:cNvPr>
          <p:cNvCxnSpPr>
            <a:cxnSpLocks/>
          </p:cNvCxnSpPr>
          <p:nvPr/>
        </p:nvCxnSpPr>
        <p:spPr>
          <a:xfrm rot="5400000">
            <a:off x="3844142" y="4736527"/>
            <a:ext cx="21336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DB6FC-525A-C609-7546-B5CB8E8A2B0E}"/>
                  </a:ext>
                </a:extLst>
              </p:cNvPr>
              <p:cNvSpPr txBox="1"/>
              <p:nvPr/>
            </p:nvSpPr>
            <p:spPr>
              <a:xfrm>
                <a:off x="4380717" y="4551861"/>
                <a:ext cx="75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DB6FC-525A-C609-7546-B5CB8E8A2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717" y="4551861"/>
                <a:ext cx="7524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6FA0115-73C3-BD59-0001-F9FCD86273F0}"/>
              </a:ext>
            </a:extLst>
          </p:cNvPr>
          <p:cNvCxnSpPr>
            <a:cxnSpLocks/>
          </p:cNvCxnSpPr>
          <p:nvPr/>
        </p:nvCxnSpPr>
        <p:spPr>
          <a:xfrm>
            <a:off x="4428331" y="3669727"/>
            <a:ext cx="704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07A5F4F-7490-0197-9AB0-9ACCC8F1BAFA}"/>
              </a:ext>
            </a:extLst>
          </p:cNvPr>
          <p:cNvCxnSpPr>
            <a:cxnSpLocks/>
          </p:cNvCxnSpPr>
          <p:nvPr/>
        </p:nvCxnSpPr>
        <p:spPr>
          <a:xfrm>
            <a:off x="4428330" y="5812743"/>
            <a:ext cx="70486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02A2812E-7E23-201A-B362-2488FC4CDDA6}"/>
              </a:ext>
            </a:extLst>
          </p:cNvPr>
          <p:cNvSpPr/>
          <p:nvPr/>
        </p:nvSpPr>
        <p:spPr>
          <a:xfrm>
            <a:off x="2217488" y="3668089"/>
            <a:ext cx="2133600" cy="2133600"/>
          </a:xfrm>
          <a:prstGeom prst="rect">
            <a:avLst/>
          </a:prstGeom>
          <a:solidFill>
            <a:srgbClr val="E4F6DE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C8B9391A-01F2-4AB3-A27E-DD60E83BFA68}"/>
              </a:ext>
            </a:extLst>
          </p:cNvPr>
          <p:cNvSpPr txBox="1"/>
          <p:nvPr/>
        </p:nvSpPr>
        <p:spPr>
          <a:xfrm>
            <a:off x="3061869" y="452037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es-ES" sz="2400" b="1" baseline="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1B8DBA-5D27-3523-A27E-9F2549685D99}"/>
              </a:ext>
            </a:extLst>
          </p:cNvPr>
          <p:cNvSpPr/>
          <p:nvPr/>
        </p:nvSpPr>
        <p:spPr>
          <a:xfrm>
            <a:off x="2215774" y="3666142"/>
            <a:ext cx="2133600" cy="848849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F89DE54-DED4-B823-7B01-66A57EA2E12F}"/>
              </a:ext>
            </a:extLst>
          </p:cNvPr>
          <p:cNvCxnSpPr>
            <a:cxnSpLocks/>
          </p:cNvCxnSpPr>
          <p:nvPr/>
        </p:nvCxnSpPr>
        <p:spPr>
          <a:xfrm>
            <a:off x="2217489" y="3552856"/>
            <a:ext cx="21336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375F9F6-CCDC-B545-C2F7-E2DD761E6CB7}"/>
                  </a:ext>
                </a:extLst>
              </p:cNvPr>
              <p:cNvSpPr txBox="1"/>
              <p:nvPr/>
            </p:nvSpPr>
            <p:spPr>
              <a:xfrm>
                <a:off x="2908051" y="3204777"/>
                <a:ext cx="75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375F9F6-CCDC-B545-C2F7-E2DD761E6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8051" y="3204777"/>
                <a:ext cx="75247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6AB3F4C-55F1-9BCC-7255-99F2E6558C73}"/>
              </a:ext>
            </a:extLst>
          </p:cNvPr>
          <p:cNvCxnSpPr>
            <a:cxnSpLocks/>
          </p:cNvCxnSpPr>
          <p:nvPr/>
        </p:nvCxnSpPr>
        <p:spPr>
          <a:xfrm rot="5400000">
            <a:off x="4233079" y="3500474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A555F2E-6F00-020E-050A-B261FF73E5D7}"/>
              </a:ext>
            </a:extLst>
          </p:cNvPr>
          <p:cNvCxnSpPr>
            <a:cxnSpLocks/>
          </p:cNvCxnSpPr>
          <p:nvPr/>
        </p:nvCxnSpPr>
        <p:spPr>
          <a:xfrm rot="5400000">
            <a:off x="2092610" y="3500474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E6C22B7-5EF0-2E5A-604A-6AB55DF5C945}"/>
              </a:ext>
            </a:extLst>
          </p:cNvPr>
          <p:cNvSpPr/>
          <p:nvPr/>
        </p:nvSpPr>
        <p:spPr>
          <a:xfrm>
            <a:off x="2218817" y="4512975"/>
            <a:ext cx="1290352" cy="1290352"/>
          </a:xfrm>
          <a:prstGeom prst="rect">
            <a:avLst/>
          </a:prstGeom>
          <a:solidFill>
            <a:srgbClr val="E7E7FF"/>
          </a:solidFill>
          <a:ln w="28575" cap="rnd">
            <a:solidFill>
              <a:srgbClr val="8989F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95320F1-E831-5E3E-888D-260B07B1D895}"/>
              </a:ext>
            </a:extLst>
          </p:cNvPr>
          <p:cNvCxnSpPr>
            <a:cxnSpLocks/>
          </p:cNvCxnSpPr>
          <p:nvPr/>
        </p:nvCxnSpPr>
        <p:spPr>
          <a:xfrm>
            <a:off x="1670843" y="3660311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723F5EF-F645-B6B7-57BE-CF85773B281E}"/>
              </a:ext>
            </a:extLst>
          </p:cNvPr>
          <p:cNvCxnSpPr>
            <a:cxnSpLocks/>
          </p:cNvCxnSpPr>
          <p:nvPr/>
        </p:nvCxnSpPr>
        <p:spPr>
          <a:xfrm>
            <a:off x="1670843" y="5803327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693759E-8682-F632-96E2-5D54F2E34F9D}"/>
              </a:ext>
            </a:extLst>
          </p:cNvPr>
          <p:cNvCxnSpPr>
            <a:cxnSpLocks/>
          </p:cNvCxnSpPr>
          <p:nvPr/>
        </p:nvCxnSpPr>
        <p:spPr>
          <a:xfrm>
            <a:off x="1670843" y="4512975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58891B2-9419-AEE6-2866-9886BDD0E730}"/>
              </a:ext>
            </a:extLst>
          </p:cNvPr>
          <p:cNvCxnSpPr>
            <a:cxnSpLocks/>
          </p:cNvCxnSpPr>
          <p:nvPr/>
        </p:nvCxnSpPr>
        <p:spPr>
          <a:xfrm>
            <a:off x="2047092" y="3669617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A6C9088-FF82-4D72-EA91-53A01FA3751A}"/>
              </a:ext>
            </a:extLst>
          </p:cNvPr>
          <p:cNvCxnSpPr>
            <a:cxnSpLocks/>
          </p:cNvCxnSpPr>
          <p:nvPr/>
        </p:nvCxnSpPr>
        <p:spPr>
          <a:xfrm>
            <a:off x="2047092" y="4514994"/>
            <a:ext cx="0" cy="128833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7F76C78-9FC1-8C52-29E6-3D7A60C56FF8}"/>
                  </a:ext>
                </a:extLst>
              </p:cNvPr>
              <p:cNvSpPr txBox="1"/>
              <p:nvPr/>
            </p:nvSpPr>
            <p:spPr>
              <a:xfrm>
                <a:off x="1699417" y="3908627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7F76C78-9FC1-8C52-29E6-3D7A60C56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417" y="3908627"/>
                <a:ext cx="3857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AEA5B4C-E4D2-4368-1251-C8195E14430D}"/>
                  </a:ext>
                </a:extLst>
              </p:cNvPr>
              <p:cNvSpPr txBox="1"/>
              <p:nvPr/>
            </p:nvSpPr>
            <p:spPr>
              <a:xfrm>
                <a:off x="1375569" y="4969647"/>
                <a:ext cx="7334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AEA5B4C-E4D2-4368-1251-C8195E144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69" y="4969647"/>
                <a:ext cx="7334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24B8BC6-E373-9378-C92A-EEA2A4CD905C}"/>
              </a:ext>
            </a:extLst>
          </p:cNvPr>
          <p:cNvCxnSpPr>
            <a:cxnSpLocks/>
          </p:cNvCxnSpPr>
          <p:nvPr/>
        </p:nvCxnSpPr>
        <p:spPr>
          <a:xfrm rot="5400000">
            <a:off x="4194577" y="6007649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6070AF6-029C-E2B6-FC34-A83F39654B3B}"/>
              </a:ext>
            </a:extLst>
          </p:cNvPr>
          <p:cNvCxnSpPr>
            <a:cxnSpLocks/>
          </p:cNvCxnSpPr>
          <p:nvPr/>
        </p:nvCxnSpPr>
        <p:spPr>
          <a:xfrm rot="5400000">
            <a:off x="2051561" y="6007649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D52CA1A-E5C9-A137-4EDA-75C6EBEF76BE}"/>
              </a:ext>
            </a:extLst>
          </p:cNvPr>
          <p:cNvCxnSpPr>
            <a:cxnSpLocks/>
          </p:cNvCxnSpPr>
          <p:nvPr/>
        </p:nvCxnSpPr>
        <p:spPr>
          <a:xfrm rot="5400000">
            <a:off x="3341913" y="6007649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328FACE7-D703-B85F-C041-A412458FD512}"/>
              </a:ext>
            </a:extLst>
          </p:cNvPr>
          <p:cNvCxnSpPr>
            <a:cxnSpLocks/>
          </p:cNvCxnSpPr>
          <p:nvPr/>
        </p:nvCxnSpPr>
        <p:spPr>
          <a:xfrm rot="5400000">
            <a:off x="3924866" y="5690656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6A12ED0-A9FB-CE52-F1EA-A31BA045EBF1}"/>
              </a:ext>
            </a:extLst>
          </p:cNvPr>
          <p:cNvCxnSpPr>
            <a:cxnSpLocks/>
          </p:cNvCxnSpPr>
          <p:nvPr/>
        </p:nvCxnSpPr>
        <p:spPr>
          <a:xfrm rot="5400000">
            <a:off x="2852240" y="5463405"/>
            <a:ext cx="0" cy="128833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801F161A-C7F7-2213-3426-B8826F3FDDA4}"/>
              </a:ext>
            </a:extLst>
          </p:cNvPr>
          <p:cNvSpPr/>
          <p:nvPr/>
        </p:nvSpPr>
        <p:spPr>
          <a:xfrm rot="5400000">
            <a:off x="2857787" y="4311674"/>
            <a:ext cx="2136017" cy="848849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2D5A36E-F1B5-5650-3F09-7D33A6B2093E}"/>
                  </a:ext>
                </a:extLst>
              </p:cNvPr>
              <p:cNvSpPr txBox="1"/>
              <p:nvPr/>
            </p:nvSpPr>
            <p:spPr>
              <a:xfrm>
                <a:off x="2486254" y="5775373"/>
                <a:ext cx="763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2D5A36E-F1B5-5650-3F09-7D33A6B20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254" y="5775373"/>
                <a:ext cx="76323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CA36EF6-D9A6-2E15-9483-62B997D9B45D}"/>
                  </a:ext>
                </a:extLst>
              </p:cNvPr>
              <p:cNvSpPr txBox="1"/>
              <p:nvPr/>
            </p:nvSpPr>
            <p:spPr>
              <a:xfrm>
                <a:off x="3732984" y="5775373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CA36EF6-D9A6-2E15-9483-62B997D9B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984" y="5775373"/>
                <a:ext cx="38579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adroTexto 36">
            <a:extLst>
              <a:ext uri="{FF2B5EF4-FFF2-40B4-BE49-F238E27FC236}">
                <a16:creationId xmlns:a16="http://schemas.microsoft.com/office/drawing/2014/main" id="{BC8022B0-E8C9-09C6-D340-64E0A010E820}"/>
              </a:ext>
            </a:extLst>
          </p:cNvPr>
          <p:cNvSpPr txBox="1"/>
          <p:nvPr/>
        </p:nvSpPr>
        <p:spPr>
          <a:xfrm>
            <a:off x="2205432" y="4938704"/>
            <a:ext cx="1396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2400" b="1">
                <a:solidFill>
                  <a:srgbClr val="8989FF"/>
                </a:solidFill>
              </a:defRPr>
            </a:lvl1pPr>
          </a:lstStyle>
          <a:p>
            <a:r>
              <a:rPr lang="es-ES" dirty="0"/>
              <a:t>(a-b)</a:t>
            </a:r>
            <a:r>
              <a:rPr lang="es-ES" baseline="30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2BE2EFD-5AAE-673F-8932-E580F62A32BE}"/>
                  </a:ext>
                </a:extLst>
              </p:cNvPr>
              <p:cNvSpPr txBox="1"/>
              <p:nvPr/>
            </p:nvSpPr>
            <p:spPr>
              <a:xfrm>
                <a:off x="2524715" y="3862460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2BE2EFD-5AAE-673F-8932-E580F62A3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715" y="3862460"/>
                <a:ext cx="991951" cy="461665"/>
              </a:xfrm>
              <a:prstGeom prst="rect">
                <a:avLst/>
              </a:prstGeom>
              <a:blipFill>
                <a:blip r:embed="rId12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8C226025-F9BC-6DF1-72D4-75E3E97EAA08}"/>
                  </a:ext>
                </a:extLst>
              </p:cNvPr>
              <p:cNvSpPr txBox="1"/>
              <p:nvPr/>
            </p:nvSpPr>
            <p:spPr>
              <a:xfrm>
                <a:off x="3426511" y="4651547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8C226025-F9BC-6DF1-72D4-75E3E97EA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511" y="4651547"/>
                <a:ext cx="991951" cy="461665"/>
              </a:xfrm>
              <a:prstGeom prst="rect">
                <a:avLst/>
              </a:prstGeom>
              <a:blipFill>
                <a:blip r:embed="rId1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5765FA5-3387-0593-5A4D-1A50BA3AFD27}"/>
                  </a:ext>
                </a:extLst>
              </p:cNvPr>
              <p:cNvSpPr txBox="1"/>
              <p:nvPr/>
            </p:nvSpPr>
            <p:spPr>
              <a:xfrm>
                <a:off x="651625" y="1990709"/>
                <a:ext cx="31689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5765FA5-3387-0593-5A4D-1A50BA3AF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" y="1990709"/>
                <a:ext cx="3168944" cy="307777"/>
              </a:xfrm>
              <a:prstGeom prst="rect">
                <a:avLst/>
              </a:prstGeom>
              <a:blipFill>
                <a:blip r:embed="rId14"/>
                <a:stretch>
                  <a:fillRect l="-2885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C4F46E3-1058-F3F3-0A6C-2779F6289C89}"/>
                  </a:ext>
                </a:extLst>
              </p:cNvPr>
              <p:cNvSpPr txBox="1"/>
              <p:nvPr/>
            </p:nvSpPr>
            <p:spPr>
              <a:xfrm>
                <a:off x="651625" y="2573457"/>
                <a:ext cx="54147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)∙(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s-ES" sz="2000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C4F46E3-1058-F3F3-0A6C-2779F6289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" y="2573457"/>
                <a:ext cx="5414752" cy="307777"/>
              </a:xfrm>
              <a:prstGeom prst="rect">
                <a:avLst/>
              </a:prstGeom>
              <a:blipFill>
                <a:blip r:embed="rId15"/>
                <a:stretch>
                  <a:fillRect l="-1689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!Marco 10">
            <a:extLst>
              <a:ext uri="{FF2B5EF4-FFF2-40B4-BE49-F238E27FC236}">
                <a16:creationId xmlns:a16="http://schemas.microsoft.com/office/drawing/2014/main" id="{F2861CC9-4C3B-BE66-9EE3-8C4D5D18A1DB}"/>
              </a:ext>
            </a:extLst>
          </p:cNvPr>
          <p:cNvSpPr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!CuadroTexto 1">
            <a:extLst>
              <a:ext uri="{FF2B5EF4-FFF2-40B4-BE49-F238E27FC236}">
                <a16:creationId xmlns:a16="http://schemas.microsoft.com/office/drawing/2014/main" id="{45DBD0B6-BE48-31FB-03DC-71A1E7DBA67C}"/>
              </a:ext>
            </a:extLst>
          </p:cNvPr>
          <p:cNvSpPr txBox="1"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denominan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identidades notables </a:t>
            </a:r>
            <a:r>
              <a:rPr lang="es-ES" sz="2000" b="1" dirty="0"/>
              <a:t>a aquellas que sirven para simplificar expresiones algebraicas.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F4E9F46C-FA4B-87C2-1E50-7D21D4138FC4}"/>
              </a:ext>
            </a:extLst>
          </p:cNvPr>
          <p:cNvCxnSpPr>
            <a:cxnSpLocks/>
          </p:cNvCxnSpPr>
          <p:nvPr/>
        </p:nvCxnSpPr>
        <p:spPr>
          <a:xfrm flipH="1">
            <a:off x="3503193" y="4512975"/>
            <a:ext cx="845375" cy="0"/>
          </a:xfrm>
          <a:prstGeom prst="line">
            <a:avLst/>
          </a:prstGeom>
          <a:ln w="28575">
            <a:solidFill>
              <a:srgbClr val="46B1E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ángulo 77">
            <a:extLst>
              <a:ext uri="{FF2B5EF4-FFF2-40B4-BE49-F238E27FC236}">
                <a16:creationId xmlns:a16="http://schemas.microsoft.com/office/drawing/2014/main" id="{5C96D0B9-2B56-CD6A-6290-AC7951D5AB30}"/>
              </a:ext>
            </a:extLst>
          </p:cNvPr>
          <p:cNvSpPr/>
          <p:nvPr/>
        </p:nvSpPr>
        <p:spPr>
          <a:xfrm>
            <a:off x="3505210" y="3665944"/>
            <a:ext cx="843359" cy="842170"/>
          </a:xfrm>
          <a:prstGeom prst="rect">
            <a:avLst/>
          </a:prstGeom>
          <a:solidFill>
            <a:srgbClr val="F7E1F4"/>
          </a:solidFill>
          <a:ln w="28575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96C54026-2649-0E69-19A4-EB2C246DB68D}"/>
              </a:ext>
            </a:extLst>
          </p:cNvPr>
          <p:cNvSpPr txBox="1"/>
          <p:nvPr/>
        </p:nvSpPr>
        <p:spPr>
          <a:xfrm>
            <a:off x="3620066" y="3863808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  <a:r>
              <a:rPr lang="es-ES" sz="24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C19F2DE9-F312-E0B2-5322-2AD13F661439}"/>
                  </a:ext>
                </a:extLst>
              </p:cNvPr>
              <p:cNvSpPr txBox="1"/>
              <p:nvPr/>
            </p:nvSpPr>
            <p:spPr>
              <a:xfrm>
                <a:off x="6670427" y="2571535"/>
                <a:ext cx="32088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.  </m:t>
                        </m:r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s-ES" sz="2000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C19F2DE9-F312-E0B2-5322-2AD13F661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427" y="2571535"/>
                <a:ext cx="3208827" cy="307777"/>
              </a:xfrm>
              <a:prstGeom prst="rect">
                <a:avLst/>
              </a:prstGeom>
              <a:blipFill>
                <a:blip r:embed="rId16"/>
                <a:stretch>
                  <a:fillRect l="-2657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0893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0"/>
                            </p:stCondLst>
                            <p:childTnLst>
                              <p:par>
                                <p:cTn id="1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8" grpId="0" animBg="1"/>
      <p:bldP spid="91" grpId="0"/>
      <p:bldP spid="3" grpId="0" animBg="1"/>
      <p:bldP spid="10" grpId="0"/>
      <p:bldP spid="16" grpId="0" animBg="1"/>
      <p:bldP spid="27" grpId="0"/>
      <p:bldP spid="28" grpId="0"/>
      <p:bldP spid="4" grpId="0" animBg="1"/>
      <p:bldP spid="34" grpId="0"/>
      <p:bldP spid="35" grpId="0"/>
      <p:bldP spid="37" grpId="0"/>
      <p:bldP spid="39" grpId="0"/>
      <p:bldP spid="40" grpId="0"/>
      <p:bldP spid="78" grpId="0" animBg="1"/>
      <p:bldP spid="80" grpId="0"/>
      <p:bldP spid="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637D63E-358A-436A-B49B-06C35A28B85D}"/>
              </a:ext>
            </a:extLst>
          </p:cNvPr>
          <p:cNvCxnSpPr>
            <a:cxnSpLocks/>
          </p:cNvCxnSpPr>
          <p:nvPr/>
        </p:nvCxnSpPr>
        <p:spPr>
          <a:xfrm rot="5400000">
            <a:off x="3844142" y="4736527"/>
            <a:ext cx="21336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DB6FC-525A-C609-7546-B5CB8E8A2B0E}"/>
                  </a:ext>
                </a:extLst>
              </p:cNvPr>
              <p:cNvSpPr txBox="1"/>
              <p:nvPr/>
            </p:nvSpPr>
            <p:spPr>
              <a:xfrm>
                <a:off x="4380717" y="4551861"/>
                <a:ext cx="75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DB6FC-525A-C609-7546-B5CB8E8A2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717" y="4551861"/>
                <a:ext cx="7524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6FA0115-73C3-BD59-0001-F9FCD86273F0}"/>
              </a:ext>
            </a:extLst>
          </p:cNvPr>
          <p:cNvCxnSpPr>
            <a:cxnSpLocks/>
          </p:cNvCxnSpPr>
          <p:nvPr/>
        </p:nvCxnSpPr>
        <p:spPr>
          <a:xfrm>
            <a:off x="4428331" y="3669727"/>
            <a:ext cx="704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07A5F4F-7490-0197-9AB0-9ACCC8F1BAFA}"/>
              </a:ext>
            </a:extLst>
          </p:cNvPr>
          <p:cNvCxnSpPr>
            <a:cxnSpLocks/>
          </p:cNvCxnSpPr>
          <p:nvPr/>
        </p:nvCxnSpPr>
        <p:spPr>
          <a:xfrm>
            <a:off x="4428330" y="5812743"/>
            <a:ext cx="70486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02A2812E-7E23-201A-B362-2488FC4CDDA6}"/>
              </a:ext>
            </a:extLst>
          </p:cNvPr>
          <p:cNvSpPr/>
          <p:nvPr/>
        </p:nvSpPr>
        <p:spPr>
          <a:xfrm>
            <a:off x="2217488" y="3668089"/>
            <a:ext cx="2133600" cy="2133600"/>
          </a:xfrm>
          <a:prstGeom prst="rect">
            <a:avLst/>
          </a:prstGeom>
          <a:solidFill>
            <a:srgbClr val="E4F6DE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C8B9391A-01F2-4AB3-A27E-DD60E83BFA68}"/>
              </a:ext>
            </a:extLst>
          </p:cNvPr>
          <p:cNvSpPr txBox="1"/>
          <p:nvPr/>
        </p:nvSpPr>
        <p:spPr>
          <a:xfrm>
            <a:off x="3061869" y="452037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es-ES" sz="2400" b="1" baseline="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1B8DBA-5D27-3523-A27E-9F2549685D99}"/>
              </a:ext>
            </a:extLst>
          </p:cNvPr>
          <p:cNvSpPr/>
          <p:nvPr/>
        </p:nvSpPr>
        <p:spPr>
          <a:xfrm>
            <a:off x="7125102" y="3654600"/>
            <a:ext cx="2133600" cy="848849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F89DE54-DED4-B823-7B01-66A57EA2E12F}"/>
              </a:ext>
            </a:extLst>
          </p:cNvPr>
          <p:cNvCxnSpPr>
            <a:cxnSpLocks/>
          </p:cNvCxnSpPr>
          <p:nvPr/>
        </p:nvCxnSpPr>
        <p:spPr>
          <a:xfrm>
            <a:off x="2217489" y="3552856"/>
            <a:ext cx="21336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375F9F6-CCDC-B545-C2F7-E2DD761E6CB7}"/>
                  </a:ext>
                </a:extLst>
              </p:cNvPr>
              <p:cNvSpPr txBox="1"/>
              <p:nvPr/>
            </p:nvSpPr>
            <p:spPr>
              <a:xfrm>
                <a:off x="2908051" y="3204777"/>
                <a:ext cx="75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375F9F6-CCDC-B545-C2F7-E2DD761E6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8051" y="3204777"/>
                <a:ext cx="75247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6AB3F4C-55F1-9BCC-7255-99F2E6558C73}"/>
              </a:ext>
            </a:extLst>
          </p:cNvPr>
          <p:cNvCxnSpPr>
            <a:cxnSpLocks/>
          </p:cNvCxnSpPr>
          <p:nvPr/>
        </p:nvCxnSpPr>
        <p:spPr>
          <a:xfrm rot="5400000">
            <a:off x="4233079" y="3500474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A555F2E-6F00-020E-050A-B261FF73E5D7}"/>
              </a:ext>
            </a:extLst>
          </p:cNvPr>
          <p:cNvCxnSpPr>
            <a:cxnSpLocks/>
          </p:cNvCxnSpPr>
          <p:nvPr/>
        </p:nvCxnSpPr>
        <p:spPr>
          <a:xfrm rot="5400000">
            <a:off x="2092610" y="3500474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E6C22B7-5EF0-2E5A-604A-6AB55DF5C945}"/>
              </a:ext>
            </a:extLst>
          </p:cNvPr>
          <p:cNvSpPr/>
          <p:nvPr/>
        </p:nvSpPr>
        <p:spPr>
          <a:xfrm>
            <a:off x="7124267" y="4501812"/>
            <a:ext cx="1290352" cy="1290352"/>
          </a:xfrm>
          <a:prstGeom prst="rect">
            <a:avLst/>
          </a:prstGeom>
          <a:solidFill>
            <a:srgbClr val="E7E7FF"/>
          </a:solidFill>
          <a:ln w="28575" cap="rnd">
            <a:solidFill>
              <a:srgbClr val="8989F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95320F1-E831-5E3E-888D-260B07B1D895}"/>
              </a:ext>
            </a:extLst>
          </p:cNvPr>
          <p:cNvCxnSpPr>
            <a:cxnSpLocks/>
          </p:cNvCxnSpPr>
          <p:nvPr/>
        </p:nvCxnSpPr>
        <p:spPr>
          <a:xfrm>
            <a:off x="1670843" y="3660311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723F5EF-F645-B6B7-57BE-CF85773B281E}"/>
              </a:ext>
            </a:extLst>
          </p:cNvPr>
          <p:cNvCxnSpPr>
            <a:cxnSpLocks/>
          </p:cNvCxnSpPr>
          <p:nvPr/>
        </p:nvCxnSpPr>
        <p:spPr>
          <a:xfrm>
            <a:off x="1670843" y="5803327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693759E-8682-F632-96E2-5D54F2E34F9D}"/>
              </a:ext>
            </a:extLst>
          </p:cNvPr>
          <p:cNvCxnSpPr>
            <a:cxnSpLocks/>
          </p:cNvCxnSpPr>
          <p:nvPr/>
        </p:nvCxnSpPr>
        <p:spPr>
          <a:xfrm>
            <a:off x="1670843" y="4512975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58891B2-9419-AEE6-2866-9886BDD0E730}"/>
              </a:ext>
            </a:extLst>
          </p:cNvPr>
          <p:cNvCxnSpPr>
            <a:cxnSpLocks/>
          </p:cNvCxnSpPr>
          <p:nvPr/>
        </p:nvCxnSpPr>
        <p:spPr>
          <a:xfrm>
            <a:off x="2047092" y="3669617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A6C9088-FF82-4D72-EA91-53A01FA3751A}"/>
              </a:ext>
            </a:extLst>
          </p:cNvPr>
          <p:cNvCxnSpPr>
            <a:cxnSpLocks/>
          </p:cNvCxnSpPr>
          <p:nvPr/>
        </p:nvCxnSpPr>
        <p:spPr>
          <a:xfrm>
            <a:off x="2047092" y="4514994"/>
            <a:ext cx="0" cy="128833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7F76C78-9FC1-8C52-29E6-3D7A60C56FF8}"/>
                  </a:ext>
                </a:extLst>
              </p:cNvPr>
              <p:cNvSpPr txBox="1"/>
              <p:nvPr/>
            </p:nvSpPr>
            <p:spPr>
              <a:xfrm>
                <a:off x="1699417" y="3908627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7F76C78-9FC1-8C52-29E6-3D7A60C56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417" y="3908627"/>
                <a:ext cx="3857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AEA5B4C-E4D2-4368-1251-C8195E14430D}"/>
                  </a:ext>
                </a:extLst>
              </p:cNvPr>
              <p:cNvSpPr txBox="1"/>
              <p:nvPr/>
            </p:nvSpPr>
            <p:spPr>
              <a:xfrm>
                <a:off x="1375569" y="4969647"/>
                <a:ext cx="7334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AEA5B4C-E4D2-4368-1251-C8195E144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69" y="4969647"/>
                <a:ext cx="7334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24B8BC6-E373-9378-C92A-EEA2A4CD905C}"/>
              </a:ext>
            </a:extLst>
          </p:cNvPr>
          <p:cNvCxnSpPr>
            <a:cxnSpLocks/>
          </p:cNvCxnSpPr>
          <p:nvPr/>
        </p:nvCxnSpPr>
        <p:spPr>
          <a:xfrm rot="5400000">
            <a:off x="4194577" y="6007649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6070AF6-029C-E2B6-FC34-A83F39654B3B}"/>
              </a:ext>
            </a:extLst>
          </p:cNvPr>
          <p:cNvCxnSpPr>
            <a:cxnSpLocks/>
          </p:cNvCxnSpPr>
          <p:nvPr/>
        </p:nvCxnSpPr>
        <p:spPr>
          <a:xfrm rot="5400000">
            <a:off x="2051561" y="6007649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D52CA1A-E5C9-A137-4EDA-75C6EBEF76BE}"/>
              </a:ext>
            </a:extLst>
          </p:cNvPr>
          <p:cNvCxnSpPr>
            <a:cxnSpLocks/>
          </p:cNvCxnSpPr>
          <p:nvPr/>
        </p:nvCxnSpPr>
        <p:spPr>
          <a:xfrm rot="5400000">
            <a:off x="3341913" y="6007649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328FACE7-D703-B85F-C041-A412458FD512}"/>
              </a:ext>
            </a:extLst>
          </p:cNvPr>
          <p:cNvCxnSpPr>
            <a:cxnSpLocks/>
          </p:cNvCxnSpPr>
          <p:nvPr/>
        </p:nvCxnSpPr>
        <p:spPr>
          <a:xfrm rot="5400000">
            <a:off x="3924866" y="5690656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6A12ED0-A9FB-CE52-F1EA-A31BA045EBF1}"/>
              </a:ext>
            </a:extLst>
          </p:cNvPr>
          <p:cNvCxnSpPr>
            <a:cxnSpLocks/>
          </p:cNvCxnSpPr>
          <p:nvPr/>
        </p:nvCxnSpPr>
        <p:spPr>
          <a:xfrm rot="5400000">
            <a:off x="2852240" y="5463405"/>
            <a:ext cx="0" cy="128833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801F161A-C7F7-2213-3426-B8826F3FDDA4}"/>
              </a:ext>
            </a:extLst>
          </p:cNvPr>
          <p:cNvSpPr/>
          <p:nvPr/>
        </p:nvSpPr>
        <p:spPr>
          <a:xfrm rot="5400000">
            <a:off x="7766269" y="5144630"/>
            <a:ext cx="2136017" cy="848849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2D5A36E-F1B5-5650-3F09-7D33A6B2093E}"/>
                  </a:ext>
                </a:extLst>
              </p:cNvPr>
              <p:cNvSpPr txBox="1"/>
              <p:nvPr/>
            </p:nvSpPr>
            <p:spPr>
              <a:xfrm>
                <a:off x="2486254" y="5775373"/>
                <a:ext cx="763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2D5A36E-F1B5-5650-3F09-7D33A6B20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254" y="5775373"/>
                <a:ext cx="76323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CA36EF6-D9A6-2E15-9483-62B997D9B45D}"/>
                  </a:ext>
                </a:extLst>
              </p:cNvPr>
              <p:cNvSpPr txBox="1"/>
              <p:nvPr/>
            </p:nvSpPr>
            <p:spPr>
              <a:xfrm>
                <a:off x="3732984" y="5775373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CA36EF6-D9A6-2E15-9483-62B997D9B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984" y="5775373"/>
                <a:ext cx="38579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adroTexto 36">
            <a:extLst>
              <a:ext uri="{FF2B5EF4-FFF2-40B4-BE49-F238E27FC236}">
                <a16:creationId xmlns:a16="http://schemas.microsoft.com/office/drawing/2014/main" id="{BC8022B0-E8C9-09C6-D340-64E0A010E820}"/>
              </a:ext>
            </a:extLst>
          </p:cNvPr>
          <p:cNvSpPr txBox="1"/>
          <p:nvPr/>
        </p:nvSpPr>
        <p:spPr>
          <a:xfrm>
            <a:off x="7110882" y="4927541"/>
            <a:ext cx="1396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2400" b="1">
                <a:solidFill>
                  <a:srgbClr val="8989FF"/>
                </a:solidFill>
              </a:defRPr>
            </a:lvl1pPr>
          </a:lstStyle>
          <a:p>
            <a:r>
              <a:rPr lang="es-ES" dirty="0"/>
              <a:t>(a-b)</a:t>
            </a:r>
            <a:r>
              <a:rPr lang="es-ES" baseline="30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2BE2EFD-5AAE-673F-8932-E580F62A32BE}"/>
                  </a:ext>
                </a:extLst>
              </p:cNvPr>
              <p:cNvSpPr txBox="1"/>
              <p:nvPr/>
            </p:nvSpPr>
            <p:spPr>
              <a:xfrm>
                <a:off x="7695927" y="3848192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2BE2EFD-5AAE-673F-8932-E580F62A3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927" y="3848192"/>
                <a:ext cx="991951" cy="461665"/>
              </a:xfrm>
              <a:prstGeom prst="rect">
                <a:avLst/>
              </a:prstGeom>
              <a:blipFill>
                <a:blip r:embed="rId1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8C226025-F9BC-6DF1-72D4-75E3E97EAA08}"/>
                  </a:ext>
                </a:extLst>
              </p:cNvPr>
              <p:cNvSpPr txBox="1"/>
              <p:nvPr/>
            </p:nvSpPr>
            <p:spPr>
              <a:xfrm>
                <a:off x="8334993" y="4922528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8C226025-F9BC-6DF1-72D4-75E3E97EA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993" y="4922528"/>
                <a:ext cx="991951" cy="461665"/>
              </a:xfrm>
              <a:prstGeom prst="rect">
                <a:avLst/>
              </a:prstGeom>
              <a:blipFill>
                <a:blip r:embed="rId13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5765FA5-3387-0593-5A4D-1A50BA3AFD27}"/>
                  </a:ext>
                </a:extLst>
              </p:cNvPr>
              <p:cNvSpPr txBox="1"/>
              <p:nvPr/>
            </p:nvSpPr>
            <p:spPr>
              <a:xfrm>
                <a:off x="651625" y="1990709"/>
                <a:ext cx="31689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5765FA5-3387-0593-5A4D-1A50BA3AF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" y="1990709"/>
                <a:ext cx="3168944" cy="307777"/>
              </a:xfrm>
              <a:prstGeom prst="rect">
                <a:avLst/>
              </a:prstGeom>
              <a:blipFill>
                <a:blip r:embed="rId14"/>
                <a:stretch>
                  <a:fillRect l="-2885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!Marco 10">
            <a:extLst>
              <a:ext uri="{FF2B5EF4-FFF2-40B4-BE49-F238E27FC236}">
                <a16:creationId xmlns:a16="http://schemas.microsoft.com/office/drawing/2014/main" id="{F2861CC9-4C3B-BE66-9EE3-8C4D5D18A1DB}"/>
              </a:ext>
            </a:extLst>
          </p:cNvPr>
          <p:cNvSpPr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!CuadroTexto 1">
            <a:extLst>
              <a:ext uri="{FF2B5EF4-FFF2-40B4-BE49-F238E27FC236}">
                <a16:creationId xmlns:a16="http://schemas.microsoft.com/office/drawing/2014/main" id="{45DBD0B6-BE48-31FB-03DC-71A1E7DBA67C}"/>
              </a:ext>
            </a:extLst>
          </p:cNvPr>
          <p:cNvSpPr txBox="1"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denominan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identidades notables </a:t>
            </a:r>
            <a:r>
              <a:rPr lang="es-ES" sz="2000" b="1" dirty="0"/>
              <a:t>a aquellas que sirven para simplificar expresiones algebraicas.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5C96D0B9-2B56-CD6A-6290-AC7951D5AB30}"/>
              </a:ext>
            </a:extLst>
          </p:cNvPr>
          <p:cNvSpPr/>
          <p:nvPr/>
        </p:nvSpPr>
        <p:spPr>
          <a:xfrm>
            <a:off x="3505210" y="3665944"/>
            <a:ext cx="843359" cy="842170"/>
          </a:xfrm>
          <a:prstGeom prst="rect">
            <a:avLst/>
          </a:prstGeom>
          <a:solidFill>
            <a:srgbClr val="F7E1F4"/>
          </a:solidFill>
          <a:ln w="28575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96C54026-2649-0E69-19A4-EB2C246DB68D}"/>
              </a:ext>
            </a:extLst>
          </p:cNvPr>
          <p:cNvSpPr txBox="1"/>
          <p:nvPr/>
        </p:nvSpPr>
        <p:spPr>
          <a:xfrm>
            <a:off x="3620066" y="3863808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  <a:r>
              <a:rPr lang="es-ES" sz="24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C3CB89BF-D851-14F3-92E9-DBCDEC17C01D}"/>
                  </a:ext>
                </a:extLst>
              </p:cNvPr>
              <p:cNvSpPr txBox="1"/>
              <p:nvPr/>
            </p:nvSpPr>
            <p:spPr>
              <a:xfrm>
                <a:off x="6670427" y="2571535"/>
                <a:ext cx="32088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.  </m:t>
                        </m:r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s-ES" sz="2000" dirty="0"/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C3CB89BF-D851-14F3-92E9-DBCDEC17C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427" y="2571535"/>
                <a:ext cx="3208827" cy="307777"/>
              </a:xfrm>
              <a:prstGeom prst="rect">
                <a:avLst/>
              </a:prstGeom>
              <a:blipFill>
                <a:blip r:embed="rId16"/>
                <a:stretch>
                  <a:fillRect l="-2657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04FA13D-A552-9742-E450-823EB39AEA56}"/>
                  </a:ext>
                </a:extLst>
              </p:cNvPr>
              <p:cNvSpPr txBox="1"/>
              <p:nvPr/>
            </p:nvSpPr>
            <p:spPr>
              <a:xfrm>
                <a:off x="651625" y="2573457"/>
                <a:ext cx="54147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)∙(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s-ES" sz="20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04FA13D-A552-9742-E450-823EB39AE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" y="2573457"/>
                <a:ext cx="5414752" cy="307777"/>
              </a:xfrm>
              <a:prstGeom prst="rect">
                <a:avLst/>
              </a:prstGeom>
              <a:blipFill>
                <a:blip r:embed="rId17"/>
                <a:stretch>
                  <a:fillRect l="-1689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78910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47">
            <a:extLst>
              <a:ext uri="{FF2B5EF4-FFF2-40B4-BE49-F238E27FC236}">
                <a16:creationId xmlns:a16="http://schemas.microsoft.com/office/drawing/2014/main" id="{02A2812E-7E23-201A-B362-2488FC4CDDA6}"/>
              </a:ext>
            </a:extLst>
          </p:cNvPr>
          <p:cNvSpPr/>
          <p:nvPr/>
        </p:nvSpPr>
        <p:spPr>
          <a:xfrm>
            <a:off x="2217488" y="3668089"/>
            <a:ext cx="2133600" cy="2133600"/>
          </a:xfrm>
          <a:prstGeom prst="rect">
            <a:avLst/>
          </a:prstGeom>
          <a:solidFill>
            <a:srgbClr val="E4F6DE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C8B9391A-01F2-4AB3-A27E-DD60E83BFA68}"/>
              </a:ext>
            </a:extLst>
          </p:cNvPr>
          <p:cNvSpPr txBox="1"/>
          <p:nvPr/>
        </p:nvSpPr>
        <p:spPr>
          <a:xfrm>
            <a:off x="3061869" y="452037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es-ES" sz="2400" b="1" baseline="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1B8DBA-5D27-3523-A27E-9F2549685D99}"/>
              </a:ext>
            </a:extLst>
          </p:cNvPr>
          <p:cNvSpPr/>
          <p:nvPr/>
        </p:nvSpPr>
        <p:spPr>
          <a:xfrm>
            <a:off x="7125102" y="3654600"/>
            <a:ext cx="2133600" cy="848849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F89DE54-DED4-B823-7B01-66A57EA2E12F}"/>
              </a:ext>
            </a:extLst>
          </p:cNvPr>
          <p:cNvCxnSpPr>
            <a:cxnSpLocks/>
          </p:cNvCxnSpPr>
          <p:nvPr/>
        </p:nvCxnSpPr>
        <p:spPr>
          <a:xfrm>
            <a:off x="2217489" y="3552856"/>
            <a:ext cx="21336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637D63E-358A-436A-B49B-06C35A28B85D}"/>
              </a:ext>
            </a:extLst>
          </p:cNvPr>
          <p:cNvCxnSpPr>
            <a:cxnSpLocks/>
          </p:cNvCxnSpPr>
          <p:nvPr/>
        </p:nvCxnSpPr>
        <p:spPr>
          <a:xfrm rot="5400000">
            <a:off x="3844142" y="4736527"/>
            <a:ext cx="21336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DB6FC-525A-C609-7546-B5CB8E8A2B0E}"/>
                  </a:ext>
                </a:extLst>
              </p:cNvPr>
              <p:cNvSpPr txBox="1"/>
              <p:nvPr/>
            </p:nvSpPr>
            <p:spPr>
              <a:xfrm>
                <a:off x="4380717" y="4551861"/>
                <a:ext cx="75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DB6FC-525A-C609-7546-B5CB8E8A2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717" y="4551861"/>
                <a:ext cx="7524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375F9F6-CCDC-B545-C2F7-E2DD761E6CB7}"/>
                  </a:ext>
                </a:extLst>
              </p:cNvPr>
              <p:cNvSpPr txBox="1"/>
              <p:nvPr/>
            </p:nvSpPr>
            <p:spPr>
              <a:xfrm>
                <a:off x="2908051" y="3204777"/>
                <a:ext cx="75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375F9F6-CCDC-B545-C2F7-E2DD761E6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8051" y="3204777"/>
                <a:ext cx="75247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6FA0115-73C3-BD59-0001-F9FCD86273F0}"/>
              </a:ext>
            </a:extLst>
          </p:cNvPr>
          <p:cNvCxnSpPr>
            <a:cxnSpLocks/>
          </p:cNvCxnSpPr>
          <p:nvPr/>
        </p:nvCxnSpPr>
        <p:spPr>
          <a:xfrm>
            <a:off x="4428331" y="3669727"/>
            <a:ext cx="704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07A5F4F-7490-0197-9AB0-9ACCC8F1BAFA}"/>
              </a:ext>
            </a:extLst>
          </p:cNvPr>
          <p:cNvCxnSpPr>
            <a:cxnSpLocks/>
          </p:cNvCxnSpPr>
          <p:nvPr/>
        </p:nvCxnSpPr>
        <p:spPr>
          <a:xfrm>
            <a:off x="4428330" y="5812743"/>
            <a:ext cx="70486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6AB3F4C-55F1-9BCC-7255-99F2E6558C73}"/>
              </a:ext>
            </a:extLst>
          </p:cNvPr>
          <p:cNvCxnSpPr>
            <a:cxnSpLocks/>
          </p:cNvCxnSpPr>
          <p:nvPr/>
        </p:nvCxnSpPr>
        <p:spPr>
          <a:xfrm rot="5400000">
            <a:off x="4233079" y="3500474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A555F2E-6F00-020E-050A-B261FF73E5D7}"/>
              </a:ext>
            </a:extLst>
          </p:cNvPr>
          <p:cNvCxnSpPr>
            <a:cxnSpLocks/>
          </p:cNvCxnSpPr>
          <p:nvPr/>
        </p:nvCxnSpPr>
        <p:spPr>
          <a:xfrm rot="5400000">
            <a:off x="2092610" y="3500474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E6C22B7-5EF0-2E5A-604A-6AB55DF5C945}"/>
              </a:ext>
            </a:extLst>
          </p:cNvPr>
          <p:cNvSpPr/>
          <p:nvPr/>
        </p:nvSpPr>
        <p:spPr>
          <a:xfrm>
            <a:off x="7124267" y="4501812"/>
            <a:ext cx="1290352" cy="1290352"/>
          </a:xfrm>
          <a:prstGeom prst="rect">
            <a:avLst/>
          </a:prstGeom>
          <a:solidFill>
            <a:srgbClr val="E7E7FF"/>
          </a:solidFill>
          <a:ln w="28575" cap="rnd">
            <a:solidFill>
              <a:srgbClr val="8989F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95320F1-E831-5E3E-888D-260B07B1D895}"/>
              </a:ext>
            </a:extLst>
          </p:cNvPr>
          <p:cNvCxnSpPr>
            <a:cxnSpLocks/>
          </p:cNvCxnSpPr>
          <p:nvPr/>
        </p:nvCxnSpPr>
        <p:spPr>
          <a:xfrm>
            <a:off x="1670843" y="3660311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723F5EF-F645-B6B7-57BE-CF85773B281E}"/>
              </a:ext>
            </a:extLst>
          </p:cNvPr>
          <p:cNvCxnSpPr>
            <a:cxnSpLocks/>
          </p:cNvCxnSpPr>
          <p:nvPr/>
        </p:nvCxnSpPr>
        <p:spPr>
          <a:xfrm>
            <a:off x="1670843" y="5803327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693759E-8682-F632-96E2-5D54F2E34F9D}"/>
              </a:ext>
            </a:extLst>
          </p:cNvPr>
          <p:cNvCxnSpPr>
            <a:cxnSpLocks/>
          </p:cNvCxnSpPr>
          <p:nvPr/>
        </p:nvCxnSpPr>
        <p:spPr>
          <a:xfrm>
            <a:off x="1670843" y="4512975"/>
            <a:ext cx="49053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58891B2-9419-AEE6-2866-9886BDD0E730}"/>
              </a:ext>
            </a:extLst>
          </p:cNvPr>
          <p:cNvCxnSpPr>
            <a:cxnSpLocks/>
          </p:cNvCxnSpPr>
          <p:nvPr/>
        </p:nvCxnSpPr>
        <p:spPr>
          <a:xfrm>
            <a:off x="2047092" y="3669617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A6C9088-FF82-4D72-EA91-53A01FA3751A}"/>
              </a:ext>
            </a:extLst>
          </p:cNvPr>
          <p:cNvCxnSpPr>
            <a:cxnSpLocks/>
          </p:cNvCxnSpPr>
          <p:nvPr/>
        </p:nvCxnSpPr>
        <p:spPr>
          <a:xfrm>
            <a:off x="2047092" y="4514994"/>
            <a:ext cx="0" cy="128833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7F76C78-9FC1-8C52-29E6-3D7A60C56FF8}"/>
                  </a:ext>
                </a:extLst>
              </p:cNvPr>
              <p:cNvSpPr txBox="1"/>
              <p:nvPr/>
            </p:nvSpPr>
            <p:spPr>
              <a:xfrm>
                <a:off x="1699417" y="3908627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7F76C78-9FC1-8C52-29E6-3D7A60C56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417" y="3908627"/>
                <a:ext cx="3857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AEA5B4C-E4D2-4368-1251-C8195E14430D}"/>
                  </a:ext>
                </a:extLst>
              </p:cNvPr>
              <p:cNvSpPr txBox="1"/>
              <p:nvPr/>
            </p:nvSpPr>
            <p:spPr>
              <a:xfrm>
                <a:off x="1375569" y="4969647"/>
                <a:ext cx="7334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AEA5B4C-E4D2-4368-1251-C8195E144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69" y="4969647"/>
                <a:ext cx="7334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24B8BC6-E373-9378-C92A-EEA2A4CD905C}"/>
              </a:ext>
            </a:extLst>
          </p:cNvPr>
          <p:cNvCxnSpPr>
            <a:cxnSpLocks/>
          </p:cNvCxnSpPr>
          <p:nvPr/>
        </p:nvCxnSpPr>
        <p:spPr>
          <a:xfrm rot="5400000">
            <a:off x="4194577" y="6007649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6070AF6-029C-E2B6-FC34-A83F39654B3B}"/>
              </a:ext>
            </a:extLst>
          </p:cNvPr>
          <p:cNvCxnSpPr>
            <a:cxnSpLocks/>
          </p:cNvCxnSpPr>
          <p:nvPr/>
        </p:nvCxnSpPr>
        <p:spPr>
          <a:xfrm rot="5400000">
            <a:off x="2051561" y="6007649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D52CA1A-E5C9-A137-4EDA-75C6EBEF76BE}"/>
              </a:ext>
            </a:extLst>
          </p:cNvPr>
          <p:cNvCxnSpPr>
            <a:cxnSpLocks/>
          </p:cNvCxnSpPr>
          <p:nvPr/>
        </p:nvCxnSpPr>
        <p:spPr>
          <a:xfrm rot="5400000">
            <a:off x="3341913" y="6007649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328FACE7-D703-B85F-C041-A412458FD512}"/>
              </a:ext>
            </a:extLst>
          </p:cNvPr>
          <p:cNvCxnSpPr>
            <a:cxnSpLocks/>
          </p:cNvCxnSpPr>
          <p:nvPr/>
        </p:nvCxnSpPr>
        <p:spPr>
          <a:xfrm rot="5400000">
            <a:off x="3924866" y="5690656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6A12ED0-A9FB-CE52-F1EA-A31BA045EBF1}"/>
              </a:ext>
            </a:extLst>
          </p:cNvPr>
          <p:cNvCxnSpPr>
            <a:cxnSpLocks/>
          </p:cNvCxnSpPr>
          <p:nvPr/>
        </p:nvCxnSpPr>
        <p:spPr>
          <a:xfrm rot="5400000">
            <a:off x="2852240" y="5463405"/>
            <a:ext cx="0" cy="128833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801F161A-C7F7-2213-3426-B8826F3FDDA4}"/>
              </a:ext>
            </a:extLst>
          </p:cNvPr>
          <p:cNvSpPr/>
          <p:nvPr/>
        </p:nvSpPr>
        <p:spPr>
          <a:xfrm rot="5400000">
            <a:off x="7766269" y="5144630"/>
            <a:ext cx="2136017" cy="848849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2D5A36E-F1B5-5650-3F09-7D33A6B2093E}"/>
                  </a:ext>
                </a:extLst>
              </p:cNvPr>
              <p:cNvSpPr txBox="1"/>
              <p:nvPr/>
            </p:nvSpPr>
            <p:spPr>
              <a:xfrm>
                <a:off x="2486254" y="5775373"/>
                <a:ext cx="763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2D5A36E-F1B5-5650-3F09-7D33A6B20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254" y="5775373"/>
                <a:ext cx="76323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CA36EF6-D9A6-2E15-9483-62B997D9B45D}"/>
                  </a:ext>
                </a:extLst>
              </p:cNvPr>
              <p:cNvSpPr txBox="1"/>
              <p:nvPr/>
            </p:nvSpPr>
            <p:spPr>
              <a:xfrm>
                <a:off x="3732984" y="5775373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CA36EF6-D9A6-2E15-9483-62B997D9B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984" y="5775373"/>
                <a:ext cx="38579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adroTexto 36">
            <a:extLst>
              <a:ext uri="{FF2B5EF4-FFF2-40B4-BE49-F238E27FC236}">
                <a16:creationId xmlns:a16="http://schemas.microsoft.com/office/drawing/2014/main" id="{BC8022B0-E8C9-09C6-D340-64E0A010E820}"/>
              </a:ext>
            </a:extLst>
          </p:cNvPr>
          <p:cNvSpPr txBox="1"/>
          <p:nvPr/>
        </p:nvSpPr>
        <p:spPr>
          <a:xfrm>
            <a:off x="7110882" y="4927541"/>
            <a:ext cx="1396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2400" b="1">
                <a:solidFill>
                  <a:srgbClr val="8989FF"/>
                </a:solidFill>
              </a:defRPr>
            </a:lvl1pPr>
          </a:lstStyle>
          <a:p>
            <a:r>
              <a:rPr lang="es-ES" dirty="0"/>
              <a:t>(a-b)</a:t>
            </a:r>
            <a:r>
              <a:rPr lang="es-ES" baseline="30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2BE2EFD-5AAE-673F-8932-E580F62A32BE}"/>
                  </a:ext>
                </a:extLst>
              </p:cNvPr>
              <p:cNvSpPr txBox="1"/>
              <p:nvPr/>
            </p:nvSpPr>
            <p:spPr>
              <a:xfrm>
                <a:off x="7695927" y="3848192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2BE2EFD-5AAE-673F-8932-E580F62A3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927" y="3848192"/>
                <a:ext cx="991951" cy="461665"/>
              </a:xfrm>
              <a:prstGeom prst="rect">
                <a:avLst/>
              </a:prstGeom>
              <a:blipFill>
                <a:blip r:embed="rId1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8C226025-F9BC-6DF1-72D4-75E3E97EAA08}"/>
                  </a:ext>
                </a:extLst>
              </p:cNvPr>
              <p:cNvSpPr txBox="1"/>
              <p:nvPr/>
            </p:nvSpPr>
            <p:spPr>
              <a:xfrm>
                <a:off x="8334993" y="4922528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8C226025-F9BC-6DF1-72D4-75E3E97EA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993" y="4922528"/>
                <a:ext cx="991951" cy="461665"/>
              </a:xfrm>
              <a:prstGeom prst="rect">
                <a:avLst/>
              </a:prstGeom>
              <a:blipFill>
                <a:blip r:embed="rId13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5765FA5-3387-0593-5A4D-1A50BA3AFD27}"/>
                  </a:ext>
                </a:extLst>
              </p:cNvPr>
              <p:cNvSpPr txBox="1"/>
              <p:nvPr/>
            </p:nvSpPr>
            <p:spPr>
              <a:xfrm>
                <a:off x="651625" y="1990709"/>
                <a:ext cx="31689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5765FA5-3387-0593-5A4D-1A50BA3AF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" y="1990709"/>
                <a:ext cx="3168944" cy="307777"/>
              </a:xfrm>
              <a:prstGeom prst="rect">
                <a:avLst/>
              </a:prstGeom>
              <a:blipFill>
                <a:blip r:embed="rId14"/>
                <a:stretch>
                  <a:fillRect l="-2885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!Marco 10">
            <a:extLst>
              <a:ext uri="{FF2B5EF4-FFF2-40B4-BE49-F238E27FC236}">
                <a16:creationId xmlns:a16="http://schemas.microsoft.com/office/drawing/2014/main" id="{F2861CC9-4C3B-BE66-9EE3-8C4D5D18A1DB}"/>
              </a:ext>
            </a:extLst>
          </p:cNvPr>
          <p:cNvSpPr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!CuadroTexto 1">
            <a:extLst>
              <a:ext uri="{FF2B5EF4-FFF2-40B4-BE49-F238E27FC236}">
                <a16:creationId xmlns:a16="http://schemas.microsoft.com/office/drawing/2014/main" id="{45DBD0B6-BE48-31FB-03DC-71A1E7DBA67C}"/>
              </a:ext>
            </a:extLst>
          </p:cNvPr>
          <p:cNvSpPr txBox="1"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denominan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identidades notables </a:t>
            </a:r>
            <a:r>
              <a:rPr lang="es-ES" sz="2000" b="1" dirty="0"/>
              <a:t>a aquellas que sirven para simplificar expresiones algebraicas.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5C96D0B9-2B56-CD6A-6290-AC7951D5AB30}"/>
              </a:ext>
            </a:extLst>
          </p:cNvPr>
          <p:cNvSpPr/>
          <p:nvPr/>
        </p:nvSpPr>
        <p:spPr>
          <a:xfrm>
            <a:off x="8414619" y="5794893"/>
            <a:ext cx="843359" cy="842170"/>
          </a:xfrm>
          <a:prstGeom prst="rect">
            <a:avLst/>
          </a:prstGeom>
          <a:solidFill>
            <a:srgbClr val="F7E1F4"/>
          </a:solidFill>
          <a:ln w="28575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96C54026-2649-0E69-19A4-EB2C246DB68D}"/>
              </a:ext>
            </a:extLst>
          </p:cNvPr>
          <p:cNvSpPr txBox="1"/>
          <p:nvPr/>
        </p:nvSpPr>
        <p:spPr>
          <a:xfrm>
            <a:off x="8529475" y="599275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  <a:r>
              <a:rPr lang="es-ES" sz="24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C3CB89BF-D851-14F3-92E9-DBCDEC17C01D}"/>
                  </a:ext>
                </a:extLst>
              </p:cNvPr>
              <p:cNvSpPr txBox="1"/>
              <p:nvPr/>
            </p:nvSpPr>
            <p:spPr>
              <a:xfrm>
                <a:off x="6670427" y="2571535"/>
                <a:ext cx="32088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.  </m:t>
                        </m:r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s-ES" sz="2000" dirty="0"/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C3CB89BF-D851-14F3-92E9-DBCDEC17C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427" y="2571535"/>
                <a:ext cx="3208827" cy="307777"/>
              </a:xfrm>
              <a:prstGeom prst="rect">
                <a:avLst/>
              </a:prstGeom>
              <a:blipFill>
                <a:blip r:embed="rId16"/>
                <a:stretch>
                  <a:fillRect l="-2657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773E44D-126C-FA39-5C63-605F02AFCED3}"/>
                  </a:ext>
                </a:extLst>
              </p:cNvPr>
              <p:cNvSpPr txBox="1"/>
              <p:nvPr/>
            </p:nvSpPr>
            <p:spPr>
              <a:xfrm>
                <a:off x="651625" y="2573457"/>
                <a:ext cx="54147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)∙(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s-ES" sz="20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773E44D-126C-FA39-5C63-605F02AFC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" y="2573457"/>
                <a:ext cx="5414752" cy="307777"/>
              </a:xfrm>
              <a:prstGeom prst="rect">
                <a:avLst/>
              </a:prstGeom>
              <a:blipFill>
                <a:blip r:embed="rId17"/>
                <a:stretch>
                  <a:fillRect l="-1689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1661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DEF75427-049B-4BBF-C903-4E3BE3605550}"/>
              </a:ext>
            </a:extLst>
          </p:cNvPr>
          <p:cNvSpPr/>
          <p:nvPr/>
        </p:nvSpPr>
        <p:spPr>
          <a:xfrm>
            <a:off x="4200411" y="3308895"/>
            <a:ext cx="1290352" cy="2977200"/>
          </a:xfrm>
          <a:prstGeom prst="rect">
            <a:avLst/>
          </a:prstGeom>
          <a:solidFill>
            <a:srgbClr val="E7E7FF"/>
          </a:solidFill>
          <a:ln w="28575" cap="rnd">
            <a:solidFill>
              <a:srgbClr val="8989F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50584542-82B1-AD8D-B156-ADD05AF83745}"/>
                  </a:ext>
                </a:extLst>
              </p:cNvPr>
              <p:cNvSpPr txBox="1"/>
              <p:nvPr/>
            </p:nvSpPr>
            <p:spPr>
              <a:xfrm>
                <a:off x="4619575" y="3498805"/>
                <a:ext cx="553998" cy="2468542"/>
              </a:xfrm>
              <a:prstGeom prst="rect">
                <a:avLst/>
              </a:prstGeom>
              <a:noFill/>
            </p:spPr>
            <p:txBody>
              <a:bodyPr vert="vert270"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400" b="1" i="1" smtClean="0">
                              <a:solidFill>
                                <a:srgbClr val="8989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0">
                              <a:solidFill>
                                <a:srgbClr val="8989FF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s-ES" sz="2400" b="1" i="0">
                              <a:solidFill>
                                <a:srgbClr val="8989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400" b="1" i="0">
                              <a:solidFill>
                                <a:srgbClr val="8989FF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es-ES" sz="2400" b="1" i="0" smtClean="0">
                          <a:solidFill>
                            <a:srgbClr val="8989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400" b="1" i="1">
                              <a:solidFill>
                                <a:srgbClr val="8989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0">
                              <a:solidFill>
                                <a:srgbClr val="8989FF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s-ES" sz="2400" b="1" i="0" smtClean="0">
                              <a:solidFill>
                                <a:srgbClr val="8989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0">
                              <a:solidFill>
                                <a:srgbClr val="8989FF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</m:oMath>
                  </m:oMathPara>
                </a14:m>
                <a:endParaRPr lang="es-ES" sz="2400" b="1" dirty="0">
                  <a:solidFill>
                    <a:srgbClr val="8989FF"/>
                  </a:solidFill>
                </a:endParaRPr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50584542-82B1-AD8D-B156-ADD05AF83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575" y="3498805"/>
                <a:ext cx="553998" cy="246854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FEE4D94-BC00-B848-6043-B43B7E06E85E}"/>
              </a:ext>
            </a:extLst>
          </p:cNvPr>
          <p:cNvSpPr/>
          <p:nvPr/>
        </p:nvSpPr>
        <p:spPr>
          <a:xfrm>
            <a:off x="5489324" y="4151344"/>
            <a:ext cx="843359" cy="2134747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A0F7BE8-AAAB-F12E-8808-D6B7E2CD2245}"/>
              </a:ext>
            </a:extLst>
          </p:cNvPr>
          <p:cNvCxnSpPr>
            <a:cxnSpLocks/>
          </p:cNvCxnSpPr>
          <p:nvPr/>
        </p:nvCxnSpPr>
        <p:spPr>
          <a:xfrm>
            <a:off x="6869671" y="3164889"/>
            <a:ext cx="21336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91055E8-6FC6-EEF3-FDA7-E0758A59073E}"/>
              </a:ext>
            </a:extLst>
          </p:cNvPr>
          <p:cNvCxnSpPr>
            <a:cxnSpLocks/>
          </p:cNvCxnSpPr>
          <p:nvPr/>
        </p:nvCxnSpPr>
        <p:spPr>
          <a:xfrm rot="5400000">
            <a:off x="8885261" y="3112507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8C61E73-1138-9F6C-9400-EEB181271B6B}"/>
              </a:ext>
            </a:extLst>
          </p:cNvPr>
          <p:cNvCxnSpPr>
            <a:cxnSpLocks/>
          </p:cNvCxnSpPr>
          <p:nvPr/>
        </p:nvCxnSpPr>
        <p:spPr>
          <a:xfrm rot="5400000">
            <a:off x="6744792" y="3112507"/>
            <a:ext cx="24288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E58B3F1-810F-718D-CC00-B6D4D515BEC5}"/>
              </a:ext>
            </a:extLst>
          </p:cNvPr>
          <p:cNvCxnSpPr>
            <a:cxnSpLocks/>
          </p:cNvCxnSpPr>
          <p:nvPr/>
        </p:nvCxnSpPr>
        <p:spPr>
          <a:xfrm>
            <a:off x="3243928" y="3299589"/>
            <a:ext cx="89904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55B22F5-7EC6-67B7-AFA1-A29E2E4075CF}"/>
              </a:ext>
            </a:extLst>
          </p:cNvPr>
          <p:cNvCxnSpPr>
            <a:cxnSpLocks/>
          </p:cNvCxnSpPr>
          <p:nvPr/>
        </p:nvCxnSpPr>
        <p:spPr>
          <a:xfrm>
            <a:off x="3681011" y="4152253"/>
            <a:ext cx="46196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28111E0-DB36-DC4F-E2EE-D69A8DE29F10}"/>
              </a:ext>
            </a:extLst>
          </p:cNvPr>
          <p:cNvCxnSpPr>
            <a:cxnSpLocks/>
          </p:cNvCxnSpPr>
          <p:nvPr/>
        </p:nvCxnSpPr>
        <p:spPr>
          <a:xfrm>
            <a:off x="4028686" y="3308895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233C9F8-8C73-8F2D-0978-816DCADB2039}"/>
                  </a:ext>
                </a:extLst>
              </p:cNvPr>
              <p:cNvSpPr txBox="1"/>
              <p:nvPr/>
            </p:nvSpPr>
            <p:spPr>
              <a:xfrm>
                <a:off x="3681011" y="3547905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233C9F8-8C73-8F2D-0978-816DCADB2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011" y="3547905"/>
                <a:ext cx="38579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6280A3A-D896-BDB3-C5DA-B44A1A3E57C0}"/>
                  </a:ext>
                </a:extLst>
              </p:cNvPr>
              <p:cNvSpPr txBox="1"/>
              <p:nvPr/>
            </p:nvSpPr>
            <p:spPr>
              <a:xfrm>
                <a:off x="3505224" y="5034506"/>
                <a:ext cx="7334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6280A3A-D896-BDB3-C5DA-B44A1A3E5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24" y="5034506"/>
                <a:ext cx="73343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BF2AC6D-77A8-6A97-B2A5-637F11F08043}"/>
              </a:ext>
            </a:extLst>
          </p:cNvPr>
          <p:cNvCxnSpPr>
            <a:cxnSpLocks/>
          </p:cNvCxnSpPr>
          <p:nvPr/>
        </p:nvCxnSpPr>
        <p:spPr>
          <a:xfrm rot="5400000">
            <a:off x="6176171" y="6511797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E6F2B53F-B22C-83B0-A871-AB38D9272CF5}"/>
              </a:ext>
            </a:extLst>
          </p:cNvPr>
          <p:cNvCxnSpPr>
            <a:cxnSpLocks/>
          </p:cNvCxnSpPr>
          <p:nvPr/>
        </p:nvCxnSpPr>
        <p:spPr>
          <a:xfrm rot="5400000">
            <a:off x="4033155" y="6511797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DCB6E6AB-2341-A377-E02C-58DD1485069D}"/>
              </a:ext>
            </a:extLst>
          </p:cNvPr>
          <p:cNvCxnSpPr>
            <a:cxnSpLocks/>
          </p:cNvCxnSpPr>
          <p:nvPr/>
        </p:nvCxnSpPr>
        <p:spPr>
          <a:xfrm rot="5400000">
            <a:off x="5323507" y="6511797"/>
            <a:ext cx="31302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45BE530F-50FB-C616-5D14-A747873BCC8E}"/>
              </a:ext>
            </a:extLst>
          </p:cNvPr>
          <p:cNvCxnSpPr>
            <a:cxnSpLocks/>
          </p:cNvCxnSpPr>
          <p:nvPr/>
        </p:nvCxnSpPr>
        <p:spPr>
          <a:xfrm rot="5400000">
            <a:off x="5906460" y="6194804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42F5F69F-80DE-D315-7FB2-0EB1B81E68FE}"/>
              </a:ext>
            </a:extLst>
          </p:cNvPr>
          <p:cNvCxnSpPr>
            <a:cxnSpLocks/>
          </p:cNvCxnSpPr>
          <p:nvPr/>
        </p:nvCxnSpPr>
        <p:spPr>
          <a:xfrm rot="5400000">
            <a:off x="4833834" y="5967553"/>
            <a:ext cx="0" cy="1288333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EE0544A5-BB33-8E16-93E1-4951245C36A8}"/>
                  </a:ext>
                </a:extLst>
              </p:cNvPr>
              <p:cNvSpPr txBox="1"/>
              <p:nvPr/>
            </p:nvSpPr>
            <p:spPr>
              <a:xfrm>
                <a:off x="4467848" y="6279521"/>
                <a:ext cx="763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EE0544A5-BB33-8E16-93E1-4951245C3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848" y="6279521"/>
                <a:ext cx="76323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AD89A17-50BD-B56A-66C1-39B9FA91DD90}"/>
                  </a:ext>
                </a:extLst>
              </p:cNvPr>
              <p:cNvSpPr txBox="1"/>
              <p:nvPr/>
            </p:nvSpPr>
            <p:spPr>
              <a:xfrm>
                <a:off x="5714578" y="6279521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AD89A17-50BD-B56A-66C1-39B9FA91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578" y="6279521"/>
                <a:ext cx="38579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ángulo 35">
            <a:extLst>
              <a:ext uri="{FF2B5EF4-FFF2-40B4-BE49-F238E27FC236}">
                <a16:creationId xmlns:a16="http://schemas.microsoft.com/office/drawing/2014/main" id="{0610A8A2-4104-502F-D540-4810F94D6D35}"/>
              </a:ext>
            </a:extLst>
          </p:cNvPr>
          <p:cNvSpPr/>
          <p:nvPr/>
        </p:nvSpPr>
        <p:spPr>
          <a:xfrm>
            <a:off x="5491926" y="3308895"/>
            <a:ext cx="840758" cy="843359"/>
          </a:xfrm>
          <a:prstGeom prst="rect">
            <a:avLst/>
          </a:prstGeom>
          <a:solidFill>
            <a:srgbClr val="F7E1F4"/>
          </a:solidFill>
          <a:ln w="28575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B8C25CC-2A7C-5EE2-26F8-E8615F521E37}"/>
              </a:ext>
            </a:extLst>
          </p:cNvPr>
          <p:cNvSpPr txBox="1"/>
          <p:nvPr/>
        </p:nvSpPr>
        <p:spPr>
          <a:xfrm>
            <a:off x="5606423" y="3515038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  <a:r>
              <a:rPr lang="es-ES" sz="24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4DFDF636-12DC-EA8C-D2DC-E439A6A8AF52}"/>
                  </a:ext>
                </a:extLst>
              </p:cNvPr>
              <p:cNvSpPr txBox="1"/>
              <p:nvPr/>
            </p:nvSpPr>
            <p:spPr>
              <a:xfrm>
                <a:off x="5410484" y="4868576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4DFDF636-12DC-EA8C-D2DC-E439A6A8A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484" y="4868576"/>
                <a:ext cx="991951" cy="461665"/>
              </a:xfrm>
              <a:prstGeom prst="rect">
                <a:avLst/>
              </a:prstGeom>
              <a:blipFill>
                <a:blip r:embed="rId10"/>
                <a:stretch>
                  <a:fillRect l="-617" t="-10667" b="-30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773E78D-DDED-A11E-4A48-8D43FE45DDE0}"/>
              </a:ext>
            </a:extLst>
          </p:cNvPr>
          <p:cNvCxnSpPr>
            <a:cxnSpLocks/>
          </p:cNvCxnSpPr>
          <p:nvPr/>
        </p:nvCxnSpPr>
        <p:spPr>
          <a:xfrm>
            <a:off x="3243928" y="6286091"/>
            <a:ext cx="89904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6648A06-6F96-AA08-5CB7-63376A00205C}"/>
              </a:ext>
            </a:extLst>
          </p:cNvPr>
          <p:cNvCxnSpPr>
            <a:cxnSpLocks/>
          </p:cNvCxnSpPr>
          <p:nvPr/>
        </p:nvCxnSpPr>
        <p:spPr>
          <a:xfrm>
            <a:off x="4028686" y="4152253"/>
            <a:ext cx="0" cy="213383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72B2A62-7CEE-D653-2EBD-373561DAF205}"/>
              </a:ext>
            </a:extLst>
          </p:cNvPr>
          <p:cNvCxnSpPr>
            <a:cxnSpLocks/>
          </p:cNvCxnSpPr>
          <p:nvPr/>
        </p:nvCxnSpPr>
        <p:spPr>
          <a:xfrm rot="5400000">
            <a:off x="2042456" y="4797548"/>
            <a:ext cx="297708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E13D1319-1E5D-B417-B4E4-4C8BCC4E7FEC}"/>
                  </a:ext>
                </a:extLst>
              </p:cNvPr>
              <p:cNvSpPr txBox="1"/>
              <p:nvPr/>
            </p:nvSpPr>
            <p:spPr>
              <a:xfrm>
                <a:off x="3135822" y="4448725"/>
                <a:ext cx="461665" cy="697407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E13D1319-1E5D-B417-B4E4-4C8BCC4E7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822" y="4448725"/>
                <a:ext cx="461665" cy="69740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E3E81DF-5DF4-11DC-5D8A-7892806E7765}"/>
                  </a:ext>
                </a:extLst>
              </p:cNvPr>
              <p:cNvSpPr txBox="1"/>
              <p:nvPr/>
            </p:nvSpPr>
            <p:spPr>
              <a:xfrm>
                <a:off x="7635911" y="2806397"/>
                <a:ext cx="75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E3E81DF-5DF4-11DC-5D8A-7892806E7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911" y="2806397"/>
                <a:ext cx="75247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07A1497-7AC0-2345-4449-ADFEC516CD3B}"/>
                  </a:ext>
                </a:extLst>
              </p:cNvPr>
              <p:cNvSpPr txBox="1"/>
              <p:nvPr/>
            </p:nvSpPr>
            <p:spPr>
              <a:xfrm>
                <a:off x="651625" y="1990709"/>
                <a:ext cx="31689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07A1497-7AC0-2345-4449-ADFEC516C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" y="1990709"/>
                <a:ext cx="3168944" cy="307777"/>
              </a:xfrm>
              <a:prstGeom prst="rect">
                <a:avLst/>
              </a:prstGeom>
              <a:blipFill>
                <a:blip r:embed="rId19"/>
                <a:stretch>
                  <a:fillRect l="-2885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123B9C73-315C-982A-75A0-A73002470B09}"/>
                  </a:ext>
                </a:extLst>
              </p:cNvPr>
              <p:cNvSpPr txBox="1"/>
              <p:nvPr/>
            </p:nvSpPr>
            <p:spPr>
              <a:xfrm>
                <a:off x="651625" y="2516790"/>
                <a:ext cx="33228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123B9C73-315C-982A-75A0-A73002470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" y="2516790"/>
                <a:ext cx="3322833" cy="307777"/>
              </a:xfrm>
              <a:prstGeom prst="rect">
                <a:avLst/>
              </a:prstGeom>
              <a:blipFill>
                <a:blip r:embed="rId20"/>
                <a:stretch>
                  <a:fillRect l="-2752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8B50F6FF-C9A4-AA77-D5EF-617A507780D9}"/>
                  </a:ext>
                </a:extLst>
              </p:cNvPr>
              <p:cNvSpPr txBox="1"/>
              <p:nvPr/>
            </p:nvSpPr>
            <p:spPr>
              <a:xfrm>
                <a:off x="4953543" y="1994209"/>
                <a:ext cx="62490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𝐼𝐼𝐼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.  </m:t>
                    </m:r>
                    <m:d>
                      <m:dPr>
                        <m:ctrlPr>
                          <a:rPr lang="es-ES" sz="200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sz="2000" i="1" smtClean="0">
                        <a:solidFill>
                          <a:srgbClr val="8989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 smtClean="0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solidFill>
                              <a:srgbClr val="8989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0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)−(</m:t>
                    </m:r>
                    <m:r>
                      <a:rPr lang="es-ES" sz="20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 </a:t>
                </a:r>
                <a:endParaRPr lang="es-ES" sz="2000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8B50F6FF-C9A4-AA77-D5EF-617A50778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543" y="1994209"/>
                <a:ext cx="6249018" cy="307777"/>
              </a:xfrm>
              <a:prstGeom prst="rect">
                <a:avLst/>
              </a:prstGeom>
              <a:blipFill>
                <a:blip r:embed="rId21"/>
                <a:stretch>
                  <a:fillRect l="-1463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!Marco 10">
            <a:extLst>
              <a:ext uri="{FF2B5EF4-FFF2-40B4-BE49-F238E27FC236}">
                <a16:creationId xmlns:a16="http://schemas.microsoft.com/office/drawing/2014/main" id="{83CF9696-7BA6-B56F-2170-19704FB5B6A3}"/>
              </a:ext>
            </a:extLst>
          </p:cNvPr>
          <p:cNvSpPr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3" name="!CuadroTexto 1">
            <a:extLst>
              <a:ext uri="{FF2B5EF4-FFF2-40B4-BE49-F238E27FC236}">
                <a16:creationId xmlns:a16="http://schemas.microsoft.com/office/drawing/2014/main" id="{9B061A42-8E77-BDA7-7BB2-0990863972E5}"/>
              </a:ext>
            </a:extLst>
          </p:cNvPr>
          <p:cNvSpPr txBox="1"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denominan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identidades notables </a:t>
            </a:r>
            <a:r>
              <a:rPr lang="es-ES" sz="2000" b="1" dirty="0"/>
              <a:t>a aquellas que sirven para simplificar expresiones algebraicas.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C2945861-1CE1-3F80-4021-B43098D52B76}"/>
              </a:ext>
            </a:extLst>
          </p:cNvPr>
          <p:cNvSpPr/>
          <p:nvPr/>
        </p:nvSpPr>
        <p:spPr>
          <a:xfrm>
            <a:off x="6873911" y="4142727"/>
            <a:ext cx="2133600" cy="2133949"/>
          </a:xfrm>
          <a:prstGeom prst="rect">
            <a:avLst/>
          </a:prstGeom>
          <a:solidFill>
            <a:srgbClr val="E4F6DE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6EAE6B68-7C52-F633-0BE7-4E843134178F}"/>
              </a:ext>
            </a:extLst>
          </p:cNvPr>
          <p:cNvSpPr/>
          <p:nvPr/>
        </p:nvSpPr>
        <p:spPr>
          <a:xfrm>
            <a:off x="6873696" y="3300669"/>
            <a:ext cx="2134035" cy="842170"/>
          </a:xfrm>
          <a:prstGeom prst="rect">
            <a:avLst/>
          </a:prstGeom>
          <a:solidFill>
            <a:srgbClr val="EBF3FB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2B11FD84-82A4-4EC8-1BB3-4CC91DFBA4C4}"/>
              </a:ext>
            </a:extLst>
          </p:cNvPr>
          <p:cNvSpPr txBox="1"/>
          <p:nvPr/>
        </p:nvSpPr>
        <p:spPr>
          <a:xfrm>
            <a:off x="7635911" y="4868576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es-ES" sz="2400" b="1" baseline="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0123DBED-BE9A-C27D-6AB7-2C4707E528F9}"/>
                  </a:ext>
                </a:extLst>
              </p:cNvPr>
              <p:cNvSpPr txBox="1"/>
              <p:nvPr/>
            </p:nvSpPr>
            <p:spPr>
              <a:xfrm>
                <a:off x="7444735" y="3490921"/>
                <a:ext cx="991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s-ES" sz="2400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4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</a:t>
                </a:r>
                <a:endParaRPr lang="es-ES" sz="2400" b="1" baseline="30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0123DBED-BE9A-C27D-6AB7-2C4707E52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735" y="3490921"/>
                <a:ext cx="991951" cy="461665"/>
              </a:xfrm>
              <a:prstGeom prst="rect">
                <a:avLst/>
              </a:prstGeom>
              <a:blipFill>
                <a:blip r:embed="rId22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97F4E00-8011-83BD-AA6F-2963665C2820}"/>
              </a:ext>
            </a:extLst>
          </p:cNvPr>
          <p:cNvCxnSpPr>
            <a:cxnSpLocks/>
          </p:cNvCxnSpPr>
          <p:nvPr/>
        </p:nvCxnSpPr>
        <p:spPr>
          <a:xfrm>
            <a:off x="9061032" y="3290063"/>
            <a:ext cx="46196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D82A336-8645-4ED8-B8CF-FE65F3555C2C}"/>
              </a:ext>
            </a:extLst>
          </p:cNvPr>
          <p:cNvCxnSpPr>
            <a:cxnSpLocks/>
          </p:cNvCxnSpPr>
          <p:nvPr/>
        </p:nvCxnSpPr>
        <p:spPr>
          <a:xfrm>
            <a:off x="9061032" y="4142727"/>
            <a:ext cx="46196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17B8E62-16DC-B954-C474-496FAB3AFA4E}"/>
              </a:ext>
            </a:extLst>
          </p:cNvPr>
          <p:cNvCxnSpPr>
            <a:cxnSpLocks/>
          </p:cNvCxnSpPr>
          <p:nvPr/>
        </p:nvCxnSpPr>
        <p:spPr>
          <a:xfrm>
            <a:off x="9408707" y="3299369"/>
            <a:ext cx="0" cy="8338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0779882-E568-7652-D9F1-B97ABDCAE9CB}"/>
                  </a:ext>
                </a:extLst>
              </p:cNvPr>
              <p:cNvSpPr txBox="1"/>
              <p:nvPr/>
            </p:nvSpPr>
            <p:spPr>
              <a:xfrm>
                <a:off x="9061032" y="3538379"/>
                <a:ext cx="385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0779882-E568-7652-D9F1-B97ABDCAE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1032" y="3538379"/>
                <a:ext cx="38579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06D3C51-BF72-6251-6DB3-BE88CFEE18C3}"/>
                  </a:ext>
                </a:extLst>
              </p:cNvPr>
              <p:cNvSpPr txBox="1"/>
              <p:nvPr/>
            </p:nvSpPr>
            <p:spPr>
              <a:xfrm>
                <a:off x="8888832" y="5034506"/>
                <a:ext cx="7334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06D3C51-BF72-6251-6DB3-BE88CFEE1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832" y="5034506"/>
                <a:ext cx="733439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67AEAD9-618F-01F0-315F-BFE2DFFAAA8E}"/>
              </a:ext>
            </a:extLst>
          </p:cNvPr>
          <p:cNvCxnSpPr>
            <a:cxnSpLocks/>
          </p:cNvCxnSpPr>
          <p:nvPr/>
        </p:nvCxnSpPr>
        <p:spPr>
          <a:xfrm>
            <a:off x="9061032" y="6286091"/>
            <a:ext cx="46555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A960BBC-C6D4-596D-9D56-2E572FE4FA8A}"/>
              </a:ext>
            </a:extLst>
          </p:cNvPr>
          <p:cNvCxnSpPr>
            <a:cxnSpLocks/>
          </p:cNvCxnSpPr>
          <p:nvPr/>
        </p:nvCxnSpPr>
        <p:spPr>
          <a:xfrm>
            <a:off x="9412294" y="4152253"/>
            <a:ext cx="0" cy="213383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1279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0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500"/>
                            </p:stCondLst>
                            <p:childTnLst>
                              <p:par>
                                <p:cTn id="1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000"/>
                            </p:stCondLst>
                            <p:childTnLst>
                              <p:par>
                                <p:cTn id="1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500"/>
                            </p:stCondLst>
                            <p:childTnLst>
                              <p:par>
                                <p:cTn id="1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8" grpId="0"/>
      <p:bldP spid="7" grpId="0" animBg="1"/>
      <p:bldP spid="27" grpId="0"/>
      <p:bldP spid="28" grpId="0"/>
      <p:bldP spid="34" grpId="0"/>
      <p:bldP spid="35" grpId="0"/>
      <p:bldP spid="36" grpId="0" animBg="1"/>
      <p:bldP spid="38" grpId="0"/>
      <p:bldP spid="40" grpId="0"/>
      <p:bldP spid="42" grpId="0"/>
      <p:bldP spid="45" grpId="0"/>
      <p:bldP spid="71" grpId="0"/>
      <p:bldP spid="77" grpId="0" animBg="1"/>
      <p:bldP spid="79" grpId="0" animBg="1"/>
      <p:bldP spid="80" grpId="0"/>
      <p:bldP spid="87" grpId="0"/>
      <p:bldP spid="12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2CB5BD1-9CC7-B758-22C6-0455B5D65163}"/>
              </a:ext>
            </a:extLst>
          </p:cNvPr>
          <p:cNvSpPr/>
          <p:nvPr/>
        </p:nvSpPr>
        <p:spPr>
          <a:xfrm>
            <a:off x="2828925" y="2088776"/>
            <a:ext cx="6534150" cy="1237130"/>
          </a:xfrm>
          <a:prstGeom prst="rect">
            <a:avLst/>
          </a:prstGeom>
          <a:solidFill>
            <a:srgbClr val="E7E7FF">
              <a:alpha val="74902"/>
            </a:srgbClr>
          </a:solidFill>
          <a:ln w="38100">
            <a:solidFill>
              <a:srgbClr val="898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07A1497-7AC0-2345-4449-ADFEC516CD3B}"/>
                  </a:ext>
                </a:extLst>
              </p:cNvPr>
              <p:cNvSpPr txBox="1"/>
              <p:nvPr/>
            </p:nvSpPr>
            <p:spPr>
              <a:xfrm>
                <a:off x="3013825" y="2151773"/>
                <a:ext cx="3266663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07A1497-7AC0-2345-4449-ADFEC516C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825" y="2151773"/>
                <a:ext cx="3266663" cy="314766"/>
              </a:xfrm>
              <a:prstGeom prst="rect">
                <a:avLst/>
              </a:prstGeom>
              <a:blipFill>
                <a:blip r:embed="rId6"/>
                <a:stretch>
                  <a:fillRect l="-2612" b="-3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123B9C73-315C-982A-75A0-A73002470B09}"/>
                  </a:ext>
                </a:extLst>
              </p:cNvPr>
              <p:cNvSpPr txBox="1"/>
              <p:nvPr/>
            </p:nvSpPr>
            <p:spPr>
              <a:xfrm>
                <a:off x="3013825" y="2521516"/>
                <a:ext cx="3378874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  (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123B9C73-315C-982A-75A0-A73002470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825" y="2521516"/>
                <a:ext cx="3378874" cy="314766"/>
              </a:xfrm>
              <a:prstGeom prst="rect">
                <a:avLst/>
              </a:prstGeom>
              <a:blipFill>
                <a:blip r:embed="rId7"/>
                <a:stretch>
                  <a:fillRect l="-2523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8B50F6FF-C9A4-AA77-D5EF-617A507780D9}"/>
                  </a:ext>
                </a:extLst>
              </p:cNvPr>
              <p:cNvSpPr txBox="1"/>
              <p:nvPr/>
            </p:nvSpPr>
            <p:spPr>
              <a:xfrm>
                <a:off x="3013825" y="2891258"/>
                <a:ext cx="6438173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𝐼𝐼𝐼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 </m:t>
                    </m:r>
                    <m:d>
                      <m:d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)−(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8B50F6FF-C9A4-AA77-D5EF-617A50778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825" y="2891258"/>
                <a:ext cx="6438173" cy="314766"/>
              </a:xfrm>
              <a:prstGeom prst="rect">
                <a:avLst/>
              </a:prstGeom>
              <a:blipFill>
                <a:blip r:embed="rId8"/>
                <a:stretch>
                  <a:fillRect l="-1325" b="-3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!Marco 10">
            <a:extLst>
              <a:ext uri="{FF2B5EF4-FFF2-40B4-BE49-F238E27FC236}">
                <a16:creationId xmlns:a16="http://schemas.microsoft.com/office/drawing/2014/main" id="{83CF9696-7BA6-B56F-2170-19704FB5B6A3}"/>
              </a:ext>
            </a:extLst>
          </p:cNvPr>
          <p:cNvSpPr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3" name="!CuadroTexto 1">
            <a:extLst>
              <a:ext uri="{FF2B5EF4-FFF2-40B4-BE49-F238E27FC236}">
                <a16:creationId xmlns:a16="http://schemas.microsoft.com/office/drawing/2014/main" id="{9B061A42-8E77-BDA7-7BB2-0990863972E5}"/>
              </a:ext>
            </a:extLst>
          </p:cNvPr>
          <p:cNvSpPr txBox="1"/>
          <p:nvPr/>
        </p:nvSpPr>
        <p:spPr>
          <a:xfrm>
            <a:off x="535084" y="105467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denominan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identidades notables </a:t>
            </a:r>
            <a:r>
              <a:rPr lang="es-ES" sz="2000" b="1" dirty="0"/>
              <a:t>a aquellas que sirven para simplificar expresiones algebraicas.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A3277EB-0C13-A5B1-429A-7E2440A224E4}"/>
                  </a:ext>
                </a:extLst>
              </p:cNvPr>
              <p:cNvSpPr txBox="1"/>
              <p:nvPr/>
            </p:nvSpPr>
            <p:spPr>
              <a:xfrm>
                <a:off x="535083" y="3591903"/>
                <a:ext cx="45479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EJEMPLO: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+5</m:t>
                            </m:r>
                          </m:e>
                        </m:d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A3277EB-0C13-A5B1-429A-7E2440A22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3" y="3591903"/>
                <a:ext cx="4547905" cy="400110"/>
              </a:xfrm>
              <a:prstGeom prst="rect">
                <a:avLst/>
              </a:prstGeom>
              <a:blipFill>
                <a:blip r:embed="rId9"/>
                <a:stretch>
                  <a:fillRect l="-1475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87390F7-670F-07ED-42B4-190447B727BD}"/>
                  </a:ext>
                </a:extLst>
              </p:cNvPr>
              <p:cNvSpPr txBox="1"/>
              <p:nvPr/>
            </p:nvSpPr>
            <p:spPr>
              <a:xfrm>
                <a:off x="618382" y="4254550"/>
                <a:ext cx="233768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+5</m:t>
                            </m:r>
                          </m:e>
                        </m:d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87390F7-670F-07ED-42B4-190447B72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82" y="4254550"/>
                <a:ext cx="2337685" cy="400110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errar llave 6">
            <a:extLst>
              <a:ext uri="{FF2B5EF4-FFF2-40B4-BE49-F238E27FC236}">
                <a16:creationId xmlns:a16="http://schemas.microsoft.com/office/drawing/2014/main" id="{DFEE1548-794E-C1ED-AB8A-FD622AD3B00D}"/>
              </a:ext>
            </a:extLst>
          </p:cNvPr>
          <p:cNvSpPr/>
          <p:nvPr/>
        </p:nvSpPr>
        <p:spPr>
          <a:xfrm rot="5400000">
            <a:off x="1054450" y="4362545"/>
            <a:ext cx="98712" cy="682943"/>
          </a:xfrm>
          <a:prstGeom prst="rightBrace">
            <a:avLst>
              <a:gd name="adj1" fmla="val 76390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4A0B93A5-7154-C8A9-E659-006D488B0594}"/>
              </a:ext>
            </a:extLst>
          </p:cNvPr>
          <p:cNvSpPr/>
          <p:nvPr/>
        </p:nvSpPr>
        <p:spPr>
          <a:xfrm rot="5400000">
            <a:off x="2280794" y="4362545"/>
            <a:ext cx="98712" cy="682943"/>
          </a:xfrm>
          <a:prstGeom prst="rightBrace">
            <a:avLst>
              <a:gd name="adj1" fmla="val 76390"/>
              <a:gd name="adj2" fmla="val 50000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9C3807E-F94F-6CA4-92ED-3251BA199030}"/>
                  </a:ext>
                </a:extLst>
              </p:cNvPr>
              <p:cNvSpPr txBox="1"/>
              <p:nvPr/>
            </p:nvSpPr>
            <p:spPr>
              <a:xfrm>
                <a:off x="967376" y="4717142"/>
                <a:ext cx="2728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ES" sz="2000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s-E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9C3807E-F94F-6CA4-92ED-3251BA199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76" y="4717142"/>
                <a:ext cx="272859" cy="400110"/>
              </a:xfrm>
              <a:prstGeom prst="rect">
                <a:avLst/>
              </a:prstGeom>
              <a:blipFill>
                <a:blip r:embed="rId11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378B870-E67D-66AF-5C6F-76DBBBD89365}"/>
                  </a:ext>
                </a:extLst>
              </p:cNvPr>
              <p:cNvSpPr txBox="1"/>
              <p:nvPr/>
            </p:nvSpPr>
            <p:spPr>
              <a:xfrm>
                <a:off x="2193720" y="4717142"/>
                <a:ext cx="2728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ES" sz="2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E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s-E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378B870-E67D-66AF-5C6F-76DBBBD89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720" y="4717142"/>
                <a:ext cx="272859" cy="400110"/>
              </a:xfrm>
              <a:prstGeom prst="rect">
                <a:avLst/>
              </a:prstGeom>
              <a:blipFill>
                <a:blip r:embed="rId12"/>
                <a:stretch>
                  <a:fillRect l="-20000" r="-155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1B2D83C-6AC2-B431-A5AC-58DC9641EBFD}"/>
                  </a:ext>
                </a:extLst>
              </p:cNvPr>
              <p:cNvSpPr txBox="1"/>
              <p:nvPr/>
            </p:nvSpPr>
            <p:spPr>
              <a:xfrm>
                <a:off x="2825565" y="4254550"/>
                <a:ext cx="50760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∙5+</m:t>
                        </m:r>
                        <m:sSup>
                          <m:sSup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∙3+</m:t>
                        </m:r>
                        <m:sSup>
                          <m:sSup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1B2D83C-6AC2-B431-A5AC-58DC9641E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565" y="4254550"/>
                <a:ext cx="5076075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2BD8830-C2A9-58AF-D19A-D5B7A04F2A6A}"/>
              </a:ext>
            </a:extLst>
          </p:cNvPr>
          <p:cNvCxnSpPr/>
          <p:nvPr/>
        </p:nvCxnSpPr>
        <p:spPr>
          <a:xfrm flipV="1">
            <a:off x="3215022" y="4254550"/>
            <a:ext cx="293487" cy="46259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778A6FF-3164-524B-9D93-AF6288632627}"/>
              </a:ext>
            </a:extLst>
          </p:cNvPr>
          <p:cNvCxnSpPr/>
          <p:nvPr/>
        </p:nvCxnSpPr>
        <p:spPr>
          <a:xfrm flipV="1">
            <a:off x="5650730" y="4241424"/>
            <a:ext cx="293487" cy="46259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FD5A2A61-1082-F605-EC63-7F4AD2E5D300}"/>
                  </a:ext>
                </a:extLst>
              </p:cNvPr>
              <p:cNvSpPr txBox="1"/>
              <p:nvPr/>
            </p:nvSpPr>
            <p:spPr>
              <a:xfrm>
                <a:off x="7773053" y="4254550"/>
                <a:ext cx="39079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E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s-ES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s-ES" smtClean="0">
                        <a:latin typeface="Cambria Math" panose="02040503050406030204" pitchFamily="18" charset="0"/>
                      </a:rPr>
                      <m:t>+6</m:t>
                    </m:r>
                    <m:r>
                      <m:rPr>
                        <m:sty m:val="p"/>
                      </m:rPr>
                      <a:rPr lang="es-ES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s-ES" smtClean="0">
                        <a:latin typeface="Cambria Math" panose="02040503050406030204" pitchFamily="18" charset="0"/>
                      </a:rPr>
                      <m:t>−9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=16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+16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FD5A2A61-1082-F605-EC63-7F4AD2E5D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053" y="4254550"/>
                <a:ext cx="3907960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54ABE92-36A5-B36D-AB4F-B369E526A02B}"/>
                  </a:ext>
                </a:extLst>
              </p:cNvPr>
              <p:cNvSpPr txBox="1"/>
              <p:nvPr/>
            </p:nvSpPr>
            <p:spPr>
              <a:xfrm>
                <a:off x="3963227" y="5232550"/>
                <a:ext cx="426554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+5</m:t>
                            </m:r>
                          </m:e>
                        </m:d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=16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54ABE92-36A5-B36D-AB4F-B369E526A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227" y="5232550"/>
                <a:ext cx="4265545" cy="400110"/>
              </a:xfrm>
              <a:prstGeom prst="rect">
                <a:avLst/>
              </a:prstGeom>
              <a:blipFill>
                <a:blip r:embed="rId15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37372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/>
      <p:bldP spid="7" grpId="0" animBg="1"/>
      <p:bldP spid="8" grpId="0" animBg="1"/>
      <p:bldP spid="9" grpId="0"/>
      <p:bldP spid="10" grpId="0"/>
      <p:bldP spid="11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D074BE3-5C07-4DD9-A902-7E00B2271E78"/>
  <p:tag name="ISPRING_CMI5_LAUNCH_METHOD" val="any window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4. El lenguaje algebraico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ULTRA_SCORM_COURCE_TITLE" val="5. Identidades notabl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5. Identidades notabl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6A92F45-3838-4B5D-82EE-E7AC4D6309E3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E6D65AC-EB89-42A5-8DAE-E8E891DF0756}:2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DD6F8CB-B760-48D2-92B2-C498584F5D89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1930C66-EA5F-433A-9502-4F9AFC9C5EFF}:26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F876FE6-59F1-48BB-9C2B-344846050C3E}:26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8FB17F8-8549-40AE-A5C1-1BDBEDE8E451}:25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C27AD38-6BB8-4A97-B5DC-AC2BF0824A18}:263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508</Words>
  <Application>Microsoft Office PowerPoint</Application>
  <PresentationFormat>Panorámica</PresentationFormat>
  <Paragraphs>106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Identidades notables</dc:title>
  <dc:creator>Illán Linos Souto</dc:creator>
  <cp:lastModifiedBy>Illán Linos</cp:lastModifiedBy>
  <cp:revision>108</cp:revision>
  <dcterms:created xsi:type="dcterms:W3CDTF">2024-08-18T18:48:07Z</dcterms:created>
  <dcterms:modified xsi:type="dcterms:W3CDTF">2025-11-20T18:01:59Z</dcterms:modified>
</cp:coreProperties>
</file>
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19638-87BA-42C8-BF4E-09D6022B7875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230F7-849D-4E18-A550-17520E5417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4304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230F7-849D-4E18-A550-17520E54178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0773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10" Type="http://schemas.openxmlformats.org/officeDocument/2006/relationships/image" Target="../media/image12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Potencias y Raíces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101566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Cuando damos una medida aproximada estamos cometiendo un error, que consiste en la diferencia, en valor absoluto, entre el valor exacto (o real) y el valor aproximado.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error absoluto</a:t>
            </a:r>
            <a:r>
              <a:rPr lang="es-ES" sz="2000" b="1" dirty="0"/>
              <a:t>.</a:t>
            </a:r>
            <a:endParaRPr lang="es-ES" sz="2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!Marco 10">
            <a:extLst>
              <a:ext uri="{FF2B5EF4-FFF2-40B4-BE49-F238E27FC236}">
                <a16:creationId xmlns:a16="http://schemas.microsoft.com/office/drawing/2014/main" id="{BA8875D1-A8D2-1608-BEBF-14E60FF3CFDF}"/>
              </a:ext>
            </a:extLst>
          </p:cNvPr>
          <p:cNvSpPr/>
          <p:nvPr/>
        </p:nvSpPr>
        <p:spPr>
          <a:xfrm>
            <a:off x="535084" y="2787522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2E9687C-1A2B-B22E-9510-70CD4013BD94}"/>
                  </a:ext>
                </a:extLst>
              </p:cNvPr>
              <p:cNvSpPr txBox="1"/>
              <p:nvPr/>
            </p:nvSpPr>
            <p:spPr>
              <a:xfrm>
                <a:off x="3249644" y="2244289"/>
                <a:ext cx="56927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𝐄𝐫𝐫𝐨𝐫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𝐚𝐛𝐬𝐨𝐥𝐮𝐭𝐨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Valor</m:t>
                          </m:r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real</m:t>
                          </m:r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Valor</m:t>
                          </m:r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aproximado</m:t>
                          </m:r>
                        </m:e>
                      </m:d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2E9687C-1A2B-B22E-9510-70CD4013B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644" y="2244289"/>
                <a:ext cx="5692712" cy="307777"/>
              </a:xfrm>
              <a:prstGeom prst="rect">
                <a:avLst/>
              </a:prstGeom>
              <a:blipFill>
                <a:blip r:embed="rId6"/>
                <a:stretch>
                  <a:fillRect l="-428" b="-372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!CuadroTexto 1">
            <a:extLst>
              <a:ext uri="{FF2B5EF4-FFF2-40B4-BE49-F238E27FC236}">
                <a16:creationId xmlns:a16="http://schemas.microsoft.com/office/drawing/2014/main" id="{DDDAC24E-1DEE-97F5-81D7-D25F3CA1B41C}"/>
              </a:ext>
            </a:extLst>
          </p:cNvPr>
          <p:cNvSpPr txBox="1"/>
          <p:nvPr/>
        </p:nvSpPr>
        <p:spPr>
          <a:xfrm>
            <a:off x="535084" y="278404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error relativo </a:t>
            </a:r>
            <a:r>
              <a:rPr lang="es-ES" sz="2000" b="1" dirty="0"/>
              <a:t>es una medida que expresa el error absoluto en relación con el valor verdadero. Es útil para entender 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magnitud del error </a:t>
            </a:r>
            <a:r>
              <a:rPr lang="es-ES" sz="2000" b="1" dirty="0"/>
              <a:t>comparada con el valor real.</a:t>
            </a:r>
            <a:endParaRPr lang="es-ES" sz="2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9F87E14-0DC6-F2A7-1E00-483736A52773}"/>
                  </a:ext>
                </a:extLst>
              </p:cNvPr>
              <p:cNvSpPr txBox="1"/>
              <p:nvPr/>
            </p:nvSpPr>
            <p:spPr>
              <a:xfrm>
                <a:off x="4252643" y="3708265"/>
                <a:ext cx="3686715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𝐄𝐫𝐫𝐨𝐫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𝐫𝐞𝐥𝐚𝐭𝐢𝐯𝐨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Error</m:t>
                          </m:r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absoluto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Valor</m:t>
                          </m:r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real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9F87E14-0DC6-F2A7-1E00-483736A52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643" y="3708265"/>
                <a:ext cx="3686715" cy="5845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ACA3073A-D582-6956-4C58-077800A48594}"/>
              </a:ext>
            </a:extLst>
          </p:cNvPr>
          <p:cNvSpPr txBox="1"/>
          <p:nvPr/>
        </p:nvSpPr>
        <p:spPr>
          <a:xfrm>
            <a:off x="535084" y="4432962"/>
            <a:ext cx="11121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dirty="0"/>
              <a:t>Un avión va volando a 7236 m de altura, pero el altímetro que lo mide marca de 100 en 100 m, así que el piloto toma como altura 7200 m. ¿Cuáles es el error absoluto? ¿Y el relativo?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0A4BCB9-50E3-9B42-4A6B-9C7C5D231493}"/>
                  </a:ext>
                </a:extLst>
              </p:cNvPr>
              <p:cNvSpPr txBox="1"/>
              <p:nvPr/>
            </p:nvSpPr>
            <p:spPr>
              <a:xfrm>
                <a:off x="633696" y="5350993"/>
                <a:ext cx="468859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𝐄𝐫𝐫𝐨𝐫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𝐚𝐛𝐬𝐨𝐥𝐮𝐭𝐨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7200−7236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=36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0A4BCB9-50E3-9B42-4A6B-9C7C5D231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96" y="5350993"/>
                <a:ext cx="4688591" cy="307777"/>
              </a:xfrm>
              <a:prstGeom prst="rect">
                <a:avLst/>
              </a:prstGeom>
              <a:blipFill>
                <a:blip r:embed="rId8"/>
                <a:stretch>
                  <a:fillRect l="-780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4D3C395-13E5-3CD7-9A2E-D5996771DAB3}"/>
                  </a:ext>
                </a:extLst>
              </p:cNvPr>
              <p:cNvSpPr txBox="1"/>
              <p:nvPr/>
            </p:nvSpPr>
            <p:spPr>
              <a:xfrm>
                <a:off x="5843529" y="5215763"/>
                <a:ext cx="361278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𝐄𝐫𝐫𝐨𝐫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𝐫𝐞𝐥𝐚𝐭𝐢𝐯𝐨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7236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=0,005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4D3C395-13E5-3CD7-9A2E-D5996771D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529" y="5215763"/>
                <a:ext cx="3612784" cy="5782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BDFCFC5-FB30-95D7-0C46-A27D5FE3F08A}"/>
                  </a:ext>
                </a:extLst>
              </p:cNvPr>
              <p:cNvSpPr txBox="1"/>
              <p:nvPr/>
            </p:nvSpPr>
            <p:spPr>
              <a:xfrm>
                <a:off x="5843529" y="5945403"/>
                <a:ext cx="4665829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𝐄𝐫𝐫𝐨𝐫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𝐫𝐞𝐥𝐚𝐭𝐢𝐯𝐨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7236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∙100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=0,5%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BDFCFC5-FB30-95D7-0C46-A27D5FE3F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529" y="5945403"/>
                <a:ext cx="4665829" cy="578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2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7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 animBg="1"/>
      <p:bldP spid="12" grpId="0"/>
      <p:bldP spid="14" grpId="0"/>
      <p:bldP spid="16" grpId="0"/>
      <p:bldP spid="3" grpId="0"/>
      <p:bldP spid="6" grpId="0"/>
      <p:bldP spid="7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B42AC7B-5E8F-46EB-9E78-4965493D4C0E"/>
  <p:tag name="ISPRING_CMI5_LAUNCH_METHOD" val="any window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3 ESO\\2. Potencias y raíces. Números aproximad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PRESENTATION_TITLE" val="4. Notación científica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363C31A-DFD0-4A4F-BC7A-2929F1B89EA3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153</Words>
  <Application>Microsoft Office PowerPoint</Application>
  <PresentationFormat>Panorámica</PresentationFormat>
  <Paragraphs>10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Notación científica</dc:title>
  <dc:creator>Illán Linos Souto</dc:creator>
  <cp:lastModifiedBy>Illán Linos</cp:lastModifiedBy>
  <cp:revision>66</cp:revision>
  <dcterms:created xsi:type="dcterms:W3CDTF">2024-08-18T18:48:07Z</dcterms:created>
  <dcterms:modified xsi:type="dcterms:W3CDTF">2025-11-20T16:19:31Z</dcterms:modified>
</cp:coreProperties>
</file>
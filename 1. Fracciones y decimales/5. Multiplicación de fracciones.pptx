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8204D-3CF0-4935-9E75-BE2A77462263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CCB56-53C3-4B5B-8596-6334EE2FE4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6744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CCB56-53C3-4B5B-8596-6334EE2FE48D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6769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CCB56-53C3-4B5B-8596-6334EE2FE48D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3629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17129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359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multiplicar fracciones se multiplica el </a:t>
            </a:r>
            <a:r>
              <a:rPr lang="es-ES" sz="2000" b="1" dirty="0">
                <a:solidFill>
                  <a:srgbClr val="4E95D9"/>
                </a:solidFill>
              </a:rPr>
              <a:t>numerador por el numerador </a:t>
            </a:r>
            <a:r>
              <a:rPr lang="es-ES" sz="2000" b="1" dirty="0"/>
              <a:t>y el </a:t>
            </a:r>
            <a:r>
              <a:rPr lang="es-ES" sz="2000" b="1" dirty="0">
                <a:solidFill>
                  <a:srgbClr val="4E95D9"/>
                </a:solidFill>
              </a:rPr>
              <a:t>denominador por el denominador.</a:t>
            </a:r>
            <a:endParaRPr lang="es-ES" sz="3200" b="1" dirty="0">
              <a:solidFill>
                <a:srgbClr val="4E95D9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uadroTexto 1">
            <a:extLst>
              <a:ext uri="{FF2B5EF4-FFF2-40B4-BE49-F238E27FC236}">
                <a16:creationId xmlns:a16="http://schemas.microsoft.com/office/drawing/2014/main" id="{4338D047-2F73-46B6-718C-B7F4333C86F8}"/>
              </a:ext>
            </a:extLst>
          </p:cNvPr>
          <p:cNvSpPr txBox="1"/>
          <p:nvPr/>
        </p:nvSpPr>
        <p:spPr>
          <a:xfrm>
            <a:off x="535084" y="1931823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1">
            <a:extLst>
              <a:ext uri="{FF2B5EF4-FFF2-40B4-BE49-F238E27FC236}">
                <a16:creationId xmlns:a16="http://schemas.microsoft.com/office/drawing/2014/main" id="{701CE299-5349-4CC3-5CCE-C0CF0E160A62}"/>
              </a:ext>
            </a:extLst>
          </p:cNvPr>
          <p:cNvSpPr txBox="1"/>
          <p:nvPr/>
        </p:nvSpPr>
        <p:spPr>
          <a:xfrm>
            <a:off x="5372507" y="2654800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=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9538F78-AEF1-1B2D-8FA5-CB65A701C43D}"/>
              </a:ext>
            </a:extLst>
          </p:cNvPr>
          <p:cNvCxnSpPr>
            <a:cxnSpLocks/>
          </p:cNvCxnSpPr>
          <p:nvPr/>
        </p:nvCxnSpPr>
        <p:spPr>
          <a:xfrm>
            <a:off x="5973395" y="2953786"/>
            <a:ext cx="134593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164D9BD-DA77-E2EC-DC01-0CAE98900B61}"/>
              </a:ext>
            </a:extLst>
          </p:cNvPr>
          <p:cNvGrpSpPr/>
          <p:nvPr/>
        </p:nvGrpSpPr>
        <p:grpSpPr>
          <a:xfrm>
            <a:off x="7210560" y="2324618"/>
            <a:ext cx="1380185" cy="1212800"/>
            <a:chOff x="6287116" y="6711092"/>
            <a:chExt cx="1380185" cy="1212800"/>
          </a:xfrm>
        </p:grpSpPr>
        <p:sp>
          <p:nvSpPr>
            <p:cNvPr id="13" name="CuadroTexto 1">
              <a:extLst>
                <a:ext uri="{FF2B5EF4-FFF2-40B4-BE49-F238E27FC236}">
                  <a16:creationId xmlns:a16="http://schemas.microsoft.com/office/drawing/2014/main" id="{C1588187-30FA-5F4D-945E-414D47BF2651}"/>
                </a:ext>
              </a:extLst>
            </p:cNvPr>
            <p:cNvSpPr txBox="1"/>
            <p:nvPr/>
          </p:nvSpPr>
          <p:spPr>
            <a:xfrm>
              <a:off x="6287116" y="7039589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14" name="CuadroTexto 1">
              <a:extLst>
                <a:ext uri="{FF2B5EF4-FFF2-40B4-BE49-F238E27FC236}">
                  <a16:creationId xmlns:a16="http://schemas.microsoft.com/office/drawing/2014/main" id="{F5FC415B-8A89-C7E7-EE6F-1E820643A9CD}"/>
                </a:ext>
              </a:extLst>
            </p:cNvPr>
            <p:cNvSpPr txBox="1"/>
            <p:nvPr/>
          </p:nvSpPr>
          <p:spPr>
            <a:xfrm>
              <a:off x="6844032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12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042A85B7-BA66-A911-402F-2BABEAF9D79F}"/>
                </a:ext>
              </a:extLst>
            </p:cNvPr>
            <p:cNvCxnSpPr>
              <a:cxnSpLocks/>
            </p:cNvCxnSpPr>
            <p:nvPr/>
          </p:nvCxnSpPr>
          <p:spPr>
            <a:xfrm>
              <a:off x="6859111" y="7344150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uadroTexto 1">
              <a:extLst>
                <a:ext uri="{FF2B5EF4-FFF2-40B4-BE49-F238E27FC236}">
                  <a16:creationId xmlns:a16="http://schemas.microsoft.com/office/drawing/2014/main" id="{CE7C8F8E-5B69-A07B-8769-79D1C0AFC971}"/>
                </a:ext>
              </a:extLst>
            </p:cNvPr>
            <p:cNvSpPr txBox="1"/>
            <p:nvPr/>
          </p:nvSpPr>
          <p:spPr>
            <a:xfrm>
              <a:off x="6844032" y="7277561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32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5BB8D0F5-276D-AD3C-DFC0-3F8C936C0D89}"/>
              </a:ext>
            </a:extLst>
          </p:cNvPr>
          <p:cNvGrpSpPr/>
          <p:nvPr/>
        </p:nvGrpSpPr>
        <p:grpSpPr>
          <a:xfrm>
            <a:off x="3603869" y="2324618"/>
            <a:ext cx="1895911" cy="1212800"/>
            <a:chOff x="2680425" y="6711092"/>
            <a:chExt cx="1895911" cy="1212800"/>
          </a:xfrm>
        </p:grpSpPr>
        <p:sp>
          <p:nvSpPr>
            <p:cNvPr id="30" name="CuadroTexto 1">
              <a:extLst>
                <a:ext uri="{FF2B5EF4-FFF2-40B4-BE49-F238E27FC236}">
                  <a16:creationId xmlns:a16="http://schemas.microsoft.com/office/drawing/2014/main" id="{20863BEB-A99D-1340-6F44-1A72C69E8E4E}"/>
                </a:ext>
              </a:extLst>
            </p:cNvPr>
            <p:cNvSpPr txBox="1"/>
            <p:nvPr/>
          </p:nvSpPr>
          <p:spPr>
            <a:xfrm>
              <a:off x="2680425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5B4282BA-1A7F-90D2-8979-0E72B4B7FB55}"/>
                </a:ext>
              </a:extLst>
            </p:cNvPr>
            <p:cNvCxnSpPr>
              <a:cxnSpLocks/>
            </p:cNvCxnSpPr>
            <p:nvPr/>
          </p:nvCxnSpPr>
          <p:spPr>
            <a:xfrm>
              <a:off x="2695504" y="7331150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CuadroTexto 1">
              <a:extLst>
                <a:ext uri="{FF2B5EF4-FFF2-40B4-BE49-F238E27FC236}">
                  <a16:creationId xmlns:a16="http://schemas.microsoft.com/office/drawing/2014/main" id="{CB4E1790-B630-9A59-C6E0-BBE4CF5775E1}"/>
                </a:ext>
              </a:extLst>
            </p:cNvPr>
            <p:cNvSpPr txBox="1"/>
            <p:nvPr/>
          </p:nvSpPr>
          <p:spPr>
            <a:xfrm>
              <a:off x="2680425" y="7264561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33" name="CuadroTexto 1">
              <a:extLst>
                <a:ext uri="{FF2B5EF4-FFF2-40B4-BE49-F238E27FC236}">
                  <a16:creationId xmlns:a16="http://schemas.microsoft.com/office/drawing/2014/main" id="{1270EFA4-EBA8-B61B-19B5-10025E7B7971}"/>
                </a:ext>
              </a:extLst>
            </p:cNvPr>
            <p:cNvSpPr txBox="1"/>
            <p:nvPr/>
          </p:nvSpPr>
          <p:spPr>
            <a:xfrm>
              <a:off x="3753067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3C90261E-91DB-F165-24E4-A0355DED27F2}"/>
                </a:ext>
              </a:extLst>
            </p:cNvPr>
            <p:cNvCxnSpPr>
              <a:cxnSpLocks/>
            </p:cNvCxnSpPr>
            <p:nvPr/>
          </p:nvCxnSpPr>
          <p:spPr>
            <a:xfrm>
              <a:off x="3768146" y="7344150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1">
              <a:extLst>
                <a:ext uri="{FF2B5EF4-FFF2-40B4-BE49-F238E27FC236}">
                  <a16:creationId xmlns:a16="http://schemas.microsoft.com/office/drawing/2014/main" id="{0105C558-EEAC-B81F-8FF1-5B15A7B1CAEB}"/>
                </a:ext>
              </a:extLst>
            </p:cNvPr>
            <p:cNvSpPr txBox="1"/>
            <p:nvPr/>
          </p:nvSpPr>
          <p:spPr>
            <a:xfrm>
              <a:off x="3753067" y="7277561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605C0896-9429-35C1-5AC5-81013A0BF812}"/>
                </a:ext>
              </a:extLst>
            </p:cNvPr>
            <p:cNvSpPr/>
            <p:nvPr/>
          </p:nvSpPr>
          <p:spPr>
            <a:xfrm>
              <a:off x="3606993" y="7310072"/>
              <a:ext cx="50800" cy="50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18501820-2D5C-8552-F267-F4920E23E6BE}"/>
              </a:ext>
            </a:extLst>
          </p:cNvPr>
          <p:cNvGrpSpPr/>
          <p:nvPr/>
        </p:nvGrpSpPr>
        <p:grpSpPr>
          <a:xfrm>
            <a:off x="5892548" y="2324618"/>
            <a:ext cx="1447691" cy="655441"/>
            <a:chOff x="4969104" y="6711092"/>
            <a:chExt cx="1447691" cy="655441"/>
          </a:xfrm>
        </p:grpSpPr>
        <p:sp>
          <p:nvSpPr>
            <p:cNvPr id="38" name="CuadroTexto 1">
              <a:extLst>
                <a:ext uri="{FF2B5EF4-FFF2-40B4-BE49-F238E27FC236}">
                  <a16:creationId xmlns:a16="http://schemas.microsoft.com/office/drawing/2014/main" id="{A0BBE1E8-86AA-83B0-092F-4D6988F09886}"/>
                </a:ext>
              </a:extLst>
            </p:cNvPr>
            <p:cNvSpPr txBox="1"/>
            <p:nvPr/>
          </p:nvSpPr>
          <p:spPr>
            <a:xfrm>
              <a:off x="4969104" y="672020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39" name="CuadroTexto 1">
              <a:extLst>
                <a:ext uri="{FF2B5EF4-FFF2-40B4-BE49-F238E27FC236}">
                  <a16:creationId xmlns:a16="http://schemas.microsoft.com/office/drawing/2014/main" id="{865F37A0-E75C-EA27-30B4-D40314562CAF}"/>
                </a:ext>
              </a:extLst>
            </p:cNvPr>
            <p:cNvSpPr txBox="1"/>
            <p:nvPr/>
          </p:nvSpPr>
          <p:spPr>
            <a:xfrm>
              <a:off x="5593526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50EC9B9B-19D3-8EC6-1C52-0AFB6147BC7A}"/>
                </a:ext>
              </a:extLst>
            </p:cNvPr>
            <p:cNvSpPr/>
            <p:nvPr/>
          </p:nvSpPr>
          <p:spPr>
            <a:xfrm>
              <a:off x="5679044" y="7083897"/>
              <a:ext cx="50800" cy="50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116AB030-B717-8408-930C-DB7C877C3561}"/>
              </a:ext>
            </a:extLst>
          </p:cNvPr>
          <p:cNvGrpSpPr/>
          <p:nvPr/>
        </p:nvGrpSpPr>
        <p:grpSpPr>
          <a:xfrm>
            <a:off x="5908347" y="2897630"/>
            <a:ext cx="1447691" cy="655441"/>
            <a:chOff x="4984903" y="7284104"/>
            <a:chExt cx="1447691" cy="655441"/>
          </a:xfrm>
        </p:grpSpPr>
        <p:sp>
          <p:nvSpPr>
            <p:cNvPr id="42" name="CuadroTexto 1">
              <a:extLst>
                <a:ext uri="{FF2B5EF4-FFF2-40B4-BE49-F238E27FC236}">
                  <a16:creationId xmlns:a16="http://schemas.microsoft.com/office/drawing/2014/main" id="{B41BF739-5548-81C8-1DBA-7BEF33DA1B9D}"/>
                </a:ext>
              </a:extLst>
            </p:cNvPr>
            <p:cNvSpPr txBox="1"/>
            <p:nvPr/>
          </p:nvSpPr>
          <p:spPr>
            <a:xfrm>
              <a:off x="4984903" y="7293214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43" name="CuadroTexto 1">
              <a:extLst>
                <a:ext uri="{FF2B5EF4-FFF2-40B4-BE49-F238E27FC236}">
                  <a16:creationId xmlns:a16="http://schemas.microsoft.com/office/drawing/2014/main" id="{9206CBD1-4D88-95F4-13FD-14FDC59D9F1B}"/>
                </a:ext>
              </a:extLst>
            </p:cNvPr>
            <p:cNvSpPr txBox="1"/>
            <p:nvPr/>
          </p:nvSpPr>
          <p:spPr>
            <a:xfrm>
              <a:off x="5609325" y="7284104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9082EAAA-5C4A-20EC-513E-5988F5C71126}"/>
                </a:ext>
              </a:extLst>
            </p:cNvPr>
            <p:cNvSpPr/>
            <p:nvPr/>
          </p:nvSpPr>
          <p:spPr>
            <a:xfrm>
              <a:off x="5694843" y="7656909"/>
              <a:ext cx="50800" cy="50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F67FC194-F23D-5B1E-47CC-53A9B6045C51}"/>
              </a:ext>
            </a:extLst>
          </p:cNvPr>
          <p:cNvGrpSpPr/>
          <p:nvPr/>
        </p:nvGrpSpPr>
        <p:grpSpPr>
          <a:xfrm>
            <a:off x="4013078" y="3730706"/>
            <a:ext cx="823269" cy="1212800"/>
            <a:chOff x="3089634" y="8117180"/>
            <a:chExt cx="823269" cy="1212800"/>
          </a:xfrm>
        </p:grpSpPr>
        <p:sp>
          <p:nvSpPr>
            <p:cNvPr id="46" name="CuadroTexto 1">
              <a:extLst>
                <a:ext uri="{FF2B5EF4-FFF2-40B4-BE49-F238E27FC236}">
                  <a16:creationId xmlns:a16="http://schemas.microsoft.com/office/drawing/2014/main" id="{E95FA247-FBD1-17C2-6060-2E81A3474C88}"/>
                </a:ext>
              </a:extLst>
            </p:cNvPr>
            <p:cNvSpPr txBox="1"/>
            <p:nvPr/>
          </p:nvSpPr>
          <p:spPr>
            <a:xfrm>
              <a:off x="3089634" y="8117180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12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CFB78EE7-5B36-078E-5C61-2F1ACB434D51}"/>
                </a:ext>
              </a:extLst>
            </p:cNvPr>
            <p:cNvCxnSpPr>
              <a:cxnSpLocks/>
            </p:cNvCxnSpPr>
            <p:nvPr/>
          </p:nvCxnSpPr>
          <p:spPr>
            <a:xfrm>
              <a:off x="3104713" y="8750238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CuadroTexto 1">
              <a:extLst>
                <a:ext uri="{FF2B5EF4-FFF2-40B4-BE49-F238E27FC236}">
                  <a16:creationId xmlns:a16="http://schemas.microsoft.com/office/drawing/2014/main" id="{F370DB49-FFE1-D9EA-3574-2C949CD502D9}"/>
                </a:ext>
              </a:extLst>
            </p:cNvPr>
            <p:cNvSpPr txBox="1"/>
            <p:nvPr/>
          </p:nvSpPr>
          <p:spPr>
            <a:xfrm>
              <a:off x="3089634" y="8683649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32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4ABEDFD5-8668-295B-DD93-A111C223EAC6}"/>
              </a:ext>
            </a:extLst>
          </p:cNvPr>
          <p:cNvGrpSpPr/>
          <p:nvPr/>
        </p:nvGrpSpPr>
        <p:grpSpPr>
          <a:xfrm>
            <a:off x="5778089" y="3726996"/>
            <a:ext cx="823269" cy="1212800"/>
            <a:chOff x="4854645" y="8132520"/>
            <a:chExt cx="823269" cy="1212800"/>
          </a:xfrm>
        </p:grpSpPr>
        <p:sp>
          <p:nvSpPr>
            <p:cNvPr id="95" name="CuadroTexto 1">
              <a:extLst>
                <a:ext uri="{FF2B5EF4-FFF2-40B4-BE49-F238E27FC236}">
                  <a16:creationId xmlns:a16="http://schemas.microsoft.com/office/drawing/2014/main" id="{262CFB5B-F4E4-AE68-9431-602A9ED94114}"/>
                </a:ext>
              </a:extLst>
            </p:cNvPr>
            <p:cNvSpPr txBox="1"/>
            <p:nvPr/>
          </p:nvSpPr>
          <p:spPr>
            <a:xfrm>
              <a:off x="4854645" y="8132520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6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8374FDB9-C7D8-7C06-8594-A05036F7A16A}"/>
                </a:ext>
              </a:extLst>
            </p:cNvPr>
            <p:cNvCxnSpPr>
              <a:cxnSpLocks/>
            </p:cNvCxnSpPr>
            <p:nvPr/>
          </p:nvCxnSpPr>
          <p:spPr>
            <a:xfrm>
              <a:off x="4869724" y="8765578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CuadroTexto 1">
              <a:extLst>
                <a:ext uri="{FF2B5EF4-FFF2-40B4-BE49-F238E27FC236}">
                  <a16:creationId xmlns:a16="http://schemas.microsoft.com/office/drawing/2014/main" id="{742223A7-45EA-989F-9B18-CD6A3DD9AA29}"/>
                </a:ext>
              </a:extLst>
            </p:cNvPr>
            <p:cNvSpPr txBox="1"/>
            <p:nvPr/>
          </p:nvSpPr>
          <p:spPr>
            <a:xfrm>
              <a:off x="4854645" y="8698989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16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12CDF6BC-8066-E114-D51A-F1EE0DFCBFBE}"/>
              </a:ext>
            </a:extLst>
          </p:cNvPr>
          <p:cNvGrpSpPr/>
          <p:nvPr/>
        </p:nvGrpSpPr>
        <p:grpSpPr>
          <a:xfrm>
            <a:off x="7528424" y="3736123"/>
            <a:ext cx="823269" cy="1212800"/>
            <a:chOff x="6604980" y="8147997"/>
            <a:chExt cx="823269" cy="1212800"/>
          </a:xfrm>
        </p:grpSpPr>
        <p:sp>
          <p:nvSpPr>
            <p:cNvPr id="99" name="CuadroTexto 1">
              <a:extLst>
                <a:ext uri="{FF2B5EF4-FFF2-40B4-BE49-F238E27FC236}">
                  <a16:creationId xmlns:a16="http://schemas.microsoft.com/office/drawing/2014/main" id="{A738A8CF-94BB-8826-4ABB-F2CB7B131842}"/>
                </a:ext>
              </a:extLst>
            </p:cNvPr>
            <p:cNvSpPr txBox="1"/>
            <p:nvPr/>
          </p:nvSpPr>
          <p:spPr>
            <a:xfrm>
              <a:off x="6604980" y="8147997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00" name="Conector recto 99">
              <a:extLst>
                <a:ext uri="{FF2B5EF4-FFF2-40B4-BE49-F238E27FC236}">
                  <a16:creationId xmlns:a16="http://schemas.microsoft.com/office/drawing/2014/main" id="{FB8AAC27-7B7B-7D83-46C6-A534E900DC7F}"/>
                </a:ext>
              </a:extLst>
            </p:cNvPr>
            <p:cNvCxnSpPr>
              <a:cxnSpLocks/>
            </p:cNvCxnSpPr>
            <p:nvPr/>
          </p:nvCxnSpPr>
          <p:spPr>
            <a:xfrm>
              <a:off x="6620059" y="8781055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CuadroTexto 1">
              <a:extLst>
                <a:ext uri="{FF2B5EF4-FFF2-40B4-BE49-F238E27FC236}">
                  <a16:creationId xmlns:a16="http://schemas.microsoft.com/office/drawing/2014/main" id="{437C540E-5FB3-7E15-B865-681159C8B27B}"/>
                </a:ext>
              </a:extLst>
            </p:cNvPr>
            <p:cNvSpPr txBox="1"/>
            <p:nvPr/>
          </p:nvSpPr>
          <p:spPr>
            <a:xfrm>
              <a:off x="6604980" y="8714466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939C6171-258D-FC3D-E0D1-8EB26252079A}"/>
              </a:ext>
            </a:extLst>
          </p:cNvPr>
          <p:cNvGrpSpPr/>
          <p:nvPr/>
        </p:nvGrpSpPr>
        <p:grpSpPr>
          <a:xfrm>
            <a:off x="4967317" y="3905223"/>
            <a:ext cx="695767" cy="869925"/>
            <a:chOff x="4043873" y="8291697"/>
            <a:chExt cx="695767" cy="869925"/>
          </a:xfrm>
        </p:grpSpPr>
        <p:cxnSp>
          <p:nvCxnSpPr>
            <p:cNvPr id="103" name="Conector recto de flecha 102">
              <a:extLst>
                <a:ext uri="{FF2B5EF4-FFF2-40B4-BE49-F238E27FC236}">
                  <a16:creationId xmlns:a16="http://schemas.microsoft.com/office/drawing/2014/main" id="{AC7521B6-C97D-1C3B-865F-8D068CABF20A}"/>
                </a:ext>
              </a:extLst>
            </p:cNvPr>
            <p:cNvCxnSpPr/>
            <p:nvPr/>
          </p:nvCxnSpPr>
          <p:spPr>
            <a:xfrm>
              <a:off x="4043873" y="8750238"/>
              <a:ext cx="69576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7DD10413-D5EC-CE71-F97B-A11898C72F6A}"/>
                </a:ext>
              </a:extLst>
            </p:cNvPr>
            <p:cNvSpPr txBox="1"/>
            <p:nvPr/>
          </p:nvSpPr>
          <p:spPr>
            <a:xfrm>
              <a:off x="4182964" y="8291697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  <p:sp>
          <p:nvSpPr>
            <p:cNvPr id="105" name="CuadroTexto 104">
              <a:extLst>
                <a:ext uri="{FF2B5EF4-FFF2-40B4-BE49-F238E27FC236}">
                  <a16:creationId xmlns:a16="http://schemas.microsoft.com/office/drawing/2014/main" id="{BF0CA4C6-1C3D-3DBD-08E6-D9D4F8741830}"/>
                </a:ext>
              </a:extLst>
            </p:cNvPr>
            <p:cNvSpPr txBox="1"/>
            <p:nvPr/>
          </p:nvSpPr>
          <p:spPr>
            <a:xfrm>
              <a:off x="4183109" y="8761512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3002178E-EAE5-123D-F27B-4D5114EECD43}"/>
              </a:ext>
            </a:extLst>
          </p:cNvPr>
          <p:cNvGrpSpPr/>
          <p:nvPr/>
        </p:nvGrpSpPr>
        <p:grpSpPr>
          <a:xfrm>
            <a:off x="6717652" y="3886173"/>
            <a:ext cx="695767" cy="869925"/>
            <a:chOff x="5794208" y="8291697"/>
            <a:chExt cx="695767" cy="869925"/>
          </a:xfrm>
        </p:grpSpPr>
        <p:cxnSp>
          <p:nvCxnSpPr>
            <p:cNvPr id="107" name="Conector recto de flecha 106">
              <a:extLst>
                <a:ext uri="{FF2B5EF4-FFF2-40B4-BE49-F238E27FC236}">
                  <a16:creationId xmlns:a16="http://schemas.microsoft.com/office/drawing/2014/main" id="{CC3E36C7-7D47-242A-52AE-F4FD0A873121}"/>
                </a:ext>
              </a:extLst>
            </p:cNvPr>
            <p:cNvCxnSpPr/>
            <p:nvPr/>
          </p:nvCxnSpPr>
          <p:spPr>
            <a:xfrm>
              <a:off x="5794208" y="8765715"/>
              <a:ext cx="69576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CuadroTexto 107">
              <a:extLst>
                <a:ext uri="{FF2B5EF4-FFF2-40B4-BE49-F238E27FC236}">
                  <a16:creationId xmlns:a16="http://schemas.microsoft.com/office/drawing/2014/main" id="{623775D8-BB96-610E-FCBA-508C8D05AE3C}"/>
                </a:ext>
              </a:extLst>
            </p:cNvPr>
            <p:cNvSpPr txBox="1"/>
            <p:nvPr/>
          </p:nvSpPr>
          <p:spPr>
            <a:xfrm>
              <a:off x="5911107" y="8291697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  <p:sp>
          <p:nvSpPr>
            <p:cNvPr id="109" name="CuadroTexto 108">
              <a:extLst>
                <a:ext uri="{FF2B5EF4-FFF2-40B4-BE49-F238E27FC236}">
                  <a16:creationId xmlns:a16="http://schemas.microsoft.com/office/drawing/2014/main" id="{2881F0B1-BDC1-753E-216B-BD03EF07579A}"/>
                </a:ext>
              </a:extLst>
            </p:cNvPr>
            <p:cNvSpPr txBox="1"/>
            <p:nvPr/>
          </p:nvSpPr>
          <p:spPr>
            <a:xfrm>
              <a:off x="5911252" y="8761512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</p:grpSp>
      <p:cxnSp>
        <p:nvCxnSpPr>
          <p:cNvPr id="110" name="Conector recto de flecha 109">
            <a:extLst>
              <a:ext uri="{FF2B5EF4-FFF2-40B4-BE49-F238E27FC236}">
                <a16:creationId xmlns:a16="http://schemas.microsoft.com/office/drawing/2014/main" id="{6B976D9D-4D0B-71F5-2555-F8A57AD2D969}"/>
              </a:ext>
            </a:extLst>
          </p:cNvPr>
          <p:cNvCxnSpPr>
            <a:cxnSpLocks/>
          </p:cNvCxnSpPr>
          <p:nvPr/>
        </p:nvCxnSpPr>
        <p:spPr>
          <a:xfrm>
            <a:off x="4345069" y="2678561"/>
            <a:ext cx="523563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D8D6D070-38D6-7F1A-3236-E778BB21493D}"/>
              </a:ext>
            </a:extLst>
          </p:cNvPr>
          <p:cNvCxnSpPr>
            <a:cxnSpLocks/>
          </p:cNvCxnSpPr>
          <p:nvPr/>
        </p:nvCxnSpPr>
        <p:spPr>
          <a:xfrm>
            <a:off x="4332562" y="3254915"/>
            <a:ext cx="523563" cy="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4D99E81C-BB6A-8446-9EFF-E935A7F57878}"/>
              </a:ext>
            </a:extLst>
          </p:cNvPr>
          <p:cNvCxnSpPr>
            <a:cxnSpLocks/>
          </p:cNvCxnSpPr>
          <p:nvPr/>
        </p:nvCxnSpPr>
        <p:spPr>
          <a:xfrm>
            <a:off x="5368985" y="2687671"/>
            <a:ext cx="682695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de flecha 112">
            <a:extLst>
              <a:ext uri="{FF2B5EF4-FFF2-40B4-BE49-F238E27FC236}">
                <a16:creationId xmlns:a16="http://schemas.microsoft.com/office/drawing/2014/main" id="{8ED87E41-7AC8-8BB7-C879-37C10450E5F9}"/>
              </a:ext>
            </a:extLst>
          </p:cNvPr>
          <p:cNvCxnSpPr>
            <a:cxnSpLocks/>
          </p:cNvCxnSpPr>
          <p:nvPr/>
        </p:nvCxnSpPr>
        <p:spPr>
          <a:xfrm>
            <a:off x="5368984" y="3282081"/>
            <a:ext cx="682695" cy="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592C6DD3-F3D1-BC10-1929-2C43778CB90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01B856D-0A1C-C7E7-BF56-3669C6823151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17129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359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simplificar las fracciones es recomendable </a:t>
            </a:r>
            <a:r>
              <a:rPr lang="es-ES" sz="2000" b="1" dirty="0">
                <a:solidFill>
                  <a:srgbClr val="4E95D9"/>
                </a:solidFill>
              </a:rPr>
              <a:t>factorizar el numerador y el denominador.</a:t>
            </a:r>
            <a:endParaRPr lang="es-ES" sz="3200" b="1" dirty="0">
              <a:solidFill>
                <a:srgbClr val="4E95D9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uadroTexto 1">
            <a:extLst>
              <a:ext uri="{FF2B5EF4-FFF2-40B4-BE49-F238E27FC236}">
                <a16:creationId xmlns:a16="http://schemas.microsoft.com/office/drawing/2014/main" id="{4338D047-2F73-46B6-718C-B7F4333C86F8}"/>
              </a:ext>
            </a:extLst>
          </p:cNvPr>
          <p:cNvSpPr txBox="1"/>
          <p:nvPr/>
        </p:nvSpPr>
        <p:spPr>
          <a:xfrm>
            <a:off x="535084" y="1931823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31F62B62-E6A3-A3CF-41EE-1AD709613F94}"/>
              </a:ext>
            </a:extLst>
          </p:cNvPr>
          <p:cNvGrpSpPr/>
          <p:nvPr/>
        </p:nvGrpSpPr>
        <p:grpSpPr>
          <a:xfrm>
            <a:off x="3564526" y="2234528"/>
            <a:ext cx="1895911" cy="1212800"/>
            <a:chOff x="2564401" y="11917178"/>
            <a:chExt cx="1895911" cy="1212800"/>
          </a:xfrm>
        </p:grpSpPr>
        <p:sp>
          <p:nvSpPr>
            <p:cNvPr id="5" name="CuadroTexto 1">
              <a:extLst>
                <a:ext uri="{FF2B5EF4-FFF2-40B4-BE49-F238E27FC236}">
                  <a16:creationId xmlns:a16="http://schemas.microsoft.com/office/drawing/2014/main" id="{72133964-BFB7-F88E-29C2-6741ECC94C0A}"/>
                </a:ext>
              </a:extLst>
            </p:cNvPr>
            <p:cNvSpPr txBox="1"/>
            <p:nvPr/>
          </p:nvSpPr>
          <p:spPr>
            <a:xfrm>
              <a:off x="2564401" y="11917178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8DDA44DA-502B-1D2D-80ED-4A8714EA6CDE}"/>
                </a:ext>
              </a:extLst>
            </p:cNvPr>
            <p:cNvCxnSpPr>
              <a:cxnSpLocks/>
            </p:cNvCxnSpPr>
            <p:nvPr/>
          </p:nvCxnSpPr>
          <p:spPr>
            <a:xfrm>
              <a:off x="2579480" y="12537236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916320E6-9FAB-16EE-5394-7367B4ECBBF6}"/>
                </a:ext>
              </a:extLst>
            </p:cNvPr>
            <p:cNvSpPr txBox="1"/>
            <p:nvPr/>
          </p:nvSpPr>
          <p:spPr>
            <a:xfrm>
              <a:off x="2564401" y="12470647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12" name="CuadroTexto 1">
              <a:extLst>
                <a:ext uri="{FF2B5EF4-FFF2-40B4-BE49-F238E27FC236}">
                  <a16:creationId xmlns:a16="http://schemas.microsoft.com/office/drawing/2014/main" id="{73EFB9FE-5122-1C92-CFB6-B9340E9A53D9}"/>
                </a:ext>
              </a:extLst>
            </p:cNvPr>
            <p:cNvSpPr txBox="1"/>
            <p:nvPr/>
          </p:nvSpPr>
          <p:spPr>
            <a:xfrm>
              <a:off x="3637043" y="11917178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CD70655D-77DA-A582-E935-C3803543998E}"/>
                </a:ext>
              </a:extLst>
            </p:cNvPr>
            <p:cNvCxnSpPr>
              <a:cxnSpLocks/>
            </p:cNvCxnSpPr>
            <p:nvPr/>
          </p:nvCxnSpPr>
          <p:spPr>
            <a:xfrm>
              <a:off x="3652122" y="12550236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uadroTexto 1">
              <a:extLst>
                <a:ext uri="{FF2B5EF4-FFF2-40B4-BE49-F238E27FC236}">
                  <a16:creationId xmlns:a16="http://schemas.microsoft.com/office/drawing/2014/main" id="{FFFDF9C1-223C-D38F-1C3A-B3AA6E80A628}"/>
                </a:ext>
              </a:extLst>
            </p:cNvPr>
            <p:cNvSpPr txBox="1"/>
            <p:nvPr/>
          </p:nvSpPr>
          <p:spPr>
            <a:xfrm>
              <a:off x="3637043" y="12483647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4431E172-3BE7-B047-7285-7C3E1BF415CB}"/>
                    </a:ext>
                  </a:extLst>
                </p:cNvPr>
                <p:cNvSpPr/>
                <p:nvPr/>
              </p:nvSpPr>
              <p:spPr>
                <a:xfrm>
                  <a:off x="3490969" y="12516158"/>
                  <a:ext cx="50800" cy="50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1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1600" b="1" dirty="0">
                      <a:latin typeface="Century Gothic" panose="020B0502020202020204" pitchFamily="34" charset="0"/>
                    </a:rPr>
                    <a:t>2</a:t>
                  </a:r>
                </a:p>
                <a:p>
                  <a:pPr algn="ctr"/>
                  <a:endParaRPr lang="es-ES" sz="1600" dirty="0"/>
                </a:p>
              </p:txBody>
            </p:sp>
          </mc:Choice>
          <mc:Fallback xmlns=""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4431E172-3BE7-B047-7285-7C3E1BF415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0969" y="12516158"/>
                  <a:ext cx="50800" cy="50800"/>
                </a:xfrm>
                <a:prstGeom prst="ellipse">
                  <a:avLst/>
                </a:prstGeom>
                <a:blipFill>
                  <a:blip r:embed="rId6"/>
                  <a:stretch>
                    <a:fillRect l="-227273" t="-772727" r="-209091" b="-49090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73899243-BA35-B275-3E7B-4AFB4398E3BD}"/>
              </a:ext>
            </a:extLst>
          </p:cNvPr>
          <p:cNvGrpSpPr/>
          <p:nvPr/>
        </p:nvGrpSpPr>
        <p:grpSpPr>
          <a:xfrm>
            <a:off x="5333164" y="2226328"/>
            <a:ext cx="3399254" cy="1212500"/>
            <a:chOff x="4333039" y="11908978"/>
            <a:chExt cx="3399254" cy="12125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uadroTexto 1">
                  <a:extLst>
                    <a:ext uri="{FF2B5EF4-FFF2-40B4-BE49-F238E27FC236}">
                      <a16:creationId xmlns:a16="http://schemas.microsoft.com/office/drawing/2014/main" id="{15EA695A-FAE9-2C65-423C-8D100ECDD025}"/>
                    </a:ext>
                  </a:extLst>
                </p:cNvPr>
                <p:cNvSpPr txBox="1"/>
                <p:nvPr/>
              </p:nvSpPr>
              <p:spPr>
                <a:xfrm>
                  <a:off x="5027830" y="11917178"/>
                  <a:ext cx="97063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22" name="CuadroTexto 1">
                  <a:extLst>
                    <a:ext uri="{FF2B5EF4-FFF2-40B4-BE49-F238E27FC236}">
                      <a16:creationId xmlns:a16="http://schemas.microsoft.com/office/drawing/2014/main" id="{15EA695A-FAE9-2C65-423C-8D100ECDD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7830" y="11917178"/>
                  <a:ext cx="970639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11950" t="-15094" r="-11321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1FA86C31-1773-F7D1-EDED-D22552C8F6B2}"/>
                </a:ext>
              </a:extLst>
            </p:cNvPr>
            <p:cNvCxnSpPr>
              <a:cxnSpLocks/>
            </p:cNvCxnSpPr>
            <p:nvPr/>
          </p:nvCxnSpPr>
          <p:spPr>
            <a:xfrm>
              <a:off x="4901295" y="12537236"/>
              <a:ext cx="12237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uadroTexto 1">
                  <a:extLst>
                    <a:ext uri="{FF2B5EF4-FFF2-40B4-BE49-F238E27FC236}">
                      <a16:creationId xmlns:a16="http://schemas.microsoft.com/office/drawing/2014/main" id="{60A458D1-E5CC-4427-A1C9-A18DD5A5EA98}"/>
                    </a:ext>
                  </a:extLst>
                </p:cNvPr>
                <p:cNvSpPr txBox="1"/>
                <p:nvPr/>
              </p:nvSpPr>
              <p:spPr>
                <a:xfrm>
                  <a:off x="4810739" y="12470647"/>
                  <a:ext cx="140482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25" name="CuadroTexto 1">
                  <a:extLst>
                    <a:ext uri="{FF2B5EF4-FFF2-40B4-BE49-F238E27FC236}">
                      <a16:creationId xmlns:a16="http://schemas.microsoft.com/office/drawing/2014/main" id="{60A458D1-E5CC-4427-A1C9-A18DD5A5EA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0739" y="12470647"/>
                  <a:ext cx="1404821" cy="646331"/>
                </a:xfrm>
                <a:prstGeom prst="rect">
                  <a:avLst/>
                </a:prstGeom>
                <a:blipFill>
                  <a:blip r:embed="rId8"/>
                  <a:stretch>
                    <a:fillRect l="-6061" t="-14151" r="-6061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CuadroTexto 1">
              <a:extLst>
                <a:ext uri="{FF2B5EF4-FFF2-40B4-BE49-F238E27FC236}">
                  <a16:creationId xmlns:a16="http://schemas.microsoft.com/office/drawing/2014/main" id="{5407567D-A4D6-C8A7-7F3D-233425C3225B}"/>
                </a:ext>
              </a:extLst>
            </p:cNvPr>
            <p:cNvSpPr txBox="1"/>
            <p:nvPr/>
          </p:nvSpPr>
          <p:spPr>
            <a:xfrm>
              <a:off x="4333039" y="12243890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=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Elipse 26">
                  <a:extLst>
                    <a:ext uri="{FF2B5EF4-FFF2-40B4-BE49-F238E27FC236}">
                      <a16:creationId xmlns:a16="http://schemas.microsoft.com/office/drawing/2014/main" id="{3AE4D6FD-E4FD-67CB-BE66-F2157C3B76CE}"/>
                    </a:ext>
                  </a:extLst>
                </p:cNvPr>
                <p:cNvSpPr/>
                <p:nvPr/>
              </p:nvSpPr>
              <p:spPr>
                <a:xfrm>
                  <a:off x="6242648" y="12503555"/>
                  <a:ext cx="50800" cy="50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1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1600" b="1" dirty="0">
                      <a:latin typeface="Century Gothic" panose="020B0502020202020204" pitchFamily="34" charset="0"/>
                    </a:rPr>
                    <a:t>2</a:t>
                  </a:r>
                </a:p>
                <a:p>
                  <a:pPr algn="ctr"/>
                  <a:endParaRPr lang="es-ES" sz="1600" dirty="0"/>
                </a:p>
              </p:txBody>
            </p:sp>
          </mc:Choice>
          <mc:Fallback xmlns="">
            <p:sp>
              <p:nvSpPr>
                <p:cNvPr id="27" name="Elipse 26">
                  <a:extLst>
                    <a:ext uri="{FF2B5EF4-FFF2-40B4-BE49-F238E27FC236}">
                      <a16:creationId xmlns:a16="http://schemas.microsoft.com/office/drawing/2014/main" id="{3AE4D6FD-E4FD-67CB-BE66-F2157C3B76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2648" y="12503555"/>
                  <a:ext cx="50800" cy="50800"/>
                </a:xfrm>
                <a:prstGeom prst="ellipse">
                  <a:avLst/>
                </a:prstGeom>
                <a:blipFill>
                  <a:blip r:embed="rId9"/>
                  <a:stretch>
                    <a:fillRect l="-227273" t="-772727" r="-209091" b="-49090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CuadroTexto 1">
              <a:extLst>
                <a:ext uri="{FF2B5EF4-FFF2-40B4-BE49-F238E27FC236}">
                  <a16:creationId xmlns:a16="http://schemas.microsoft.com/office/drawing/2014/main" id="{3C83833F-1231-B98E-0B28-43A398059CF8}"/>
                </a:ext>
              </a:extLst>
            </p:cNvPr>
            <p:cNvSpPr txBox="1"/>
            <p:nvPr/>
          </p:nvSpPr>
          <p:spPr>
            <a:xfrm>
              <a:off x="6544563" y="11908978"/>
              <a:ext cx="9706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CD1C1BDE-0CE7-C804-5371-DF27F90487CA}"/>
                </a:ext>
              </a:extLst>
            </p:cNvPr>
            <p:cNvCxnSpPr>
              <a:cxnSpLocks/>
            </p:cNvCxnSpPr>
            <p:nvPr/>
          </p:nvCxnSpPr>
          <p:spPr>
            <a:xfrm>
              <a:off x="6418028" y="12529036"/>
              <a:ext cx="12237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uadroTexto 1">
                  <a:extLst>
                    <a:ext uri="{FF2B5EF4-FFF2-40B4-BE49-F238E27FC236}">
                      <a16:creationId xmlns:a16="http://schemas.microsoft.com/office/drawing/2014/main" id="{47A7AD8F-AC4A-EC5A-2952-674D35514E73}"/>
                    </a:ext>
                  </a:extLst>
                </p:cNvPr>
                <p:cNvSpPr txBox="1"/>
                <p:nvPr/>
              </p:nvSpPr>
              <p:spPr>
                <a:xfrm>
                  <a:off x="6327472" y="12475147"/>
                  <a:ext cx="140482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50" name="CuadroTexto 1">
                  <a:extLst>
                    <a:ext uri="{FF2B5EF4-FFF2-40B4-BE49-F238E27FC236}">
                      <a16:creationId xmlns:a16="http://schemas.microsoft.com/office/drawing/2014/main" id="{47A7AD8F-AC4A-EC5A-2952-674D35514E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7472" y="12475147"/>
                  <a:ext cx="1404821" cy="646331"/>
                </a:xfrm>
                <a:prstGeom prst="rect">
                  <a:avLst/>
                </a:prstGeom>
                <a:blipFill>
                  <a:blip r:embed="rId10"/>
                  <a:stretch>
                    <a:fillRect t="-14151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0A11B1A2-CF41-869B-6F1E-95C308A98590}"/>
              </a:ext>
            </a:extLst>
          </p:cNvPr>
          <p:cNvGrpSpPr/>
          <p:nvPr/>
        </p:nvGrpSpPr>
        <p:grpSpPr>
          <a:xfrm>
            <a:off x="3361742" y="3547897"/>
            <a:ext cx="2429742" cy="1212730"/>
            <a:chOff x="2361617" y="13230547"/>
            <a:chExt cx="2429742" cy="1212730"/>
          </a:xfrm>
        </p:grpSpPr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9A36CD2D-45CD-F856-D690-75F88557B0A0}"/>
                </a:ext>
              </a:extLst>
            </p:cNvPr>
            <p:cNvCxnSpPr>
              <a:cxnSpLocks/>
            </p:cNvCxnSpPr>
            <p:nvPr/>
          </p:nvCxnSpPr>
          <p:spPr>
            <a:xfrm>
              <a:off x="2509781" y="13850605"/>
              <a:ext cx="213341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uadroTexto 1">
                  <a:extLst>
                    <a:ext uri="{FF2B5EF4-FFF2-40B4-BE49-F238E27FC236}">
                      <a16:creationId xmlns:a16="http://schemas.microsoft.com/office/drawing/2014/main" id="{56F4E3AB-BAD6-EBE5-0694-BD8584C2107C}"/>
                    </a:ext>
                  </a:extLst>
                </p:cNvPr>
                <p:cNvSpPr txBox="1"/>
                <p:nvPr/>
              </p:nvSpPr>
              <p:spPr>
                <a:xfrm>
                  <a:off x="2361617" y="13796946"/>
                  <a:ext cx="242974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53" name="CuadroTexto 1">
                  <a:extLst>
                    <a:ext uri="{FF2B5EF4-FFF2-40B4-BE49-F238E27FC236}">
                      <a16:creationId xmlns:a16="http://schemas.microsoft.com/office/drawing/2014/main" id="{56F4E3AB-BAD6-EBE5-0694-BD8584C210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1617" y="13796946"/>
                  <a:ext cx="2429742" cy="646331"/>
                </a:xfrm>
                <a:prstGeom prst="rect">
                  <a:avLst/>
                </a:prstGeom>
                <a:blipFill>
                  <a:blip r:embed="rId11"/>
                  <a:stretch>
                    <a:fillRect t="-15094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uadroTexto 1">
                  <a:extLst>
                    <a:ext uri="{FF2B5EF4-FFF2-40B4-BE49-F238E27FC236}">
                      <a16:creationId xmlns:a16="http://schemas.microsoft.com/office/drawing/2014/main" id="{E849CCAB-E491-ACDA-825A-DFB190A704A9}"/>
                    </a:ext>
                  </a:extLst>
                </p:cNvPr>
                <p:cNvSpPr txBox="1"/>
                <p:nvPr/>
              </p:nvSpPr>
              <p:spPr>
                <a:xfrm>
                  <a:off x="2853070" y="13230547"/>
                  <a:ext cx="160749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3</a:t>
                  </a:r>
                </a:p>
              </p:txBody>
            </p:sp>
          </mc:Choice>
          <mc:Fallback xmlns="">
            <p:sp>
              <p:nvSpPr>
                <p:cNvPr id="54" name="CuadroTexto 1">
                  <a:extLst>
                    <a:ext uri="{FF2B5EF4-FFF2-40B4-BE49-F238E27FC236}">
                      <a16:creationId xmlns:a16="http://schemas.microsoft.com/office/drawing/2014/main" id="{E849CCAB-E491-ACDA-825A-DFB190A704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3070" y="13230547"/>
                  <a:ext cx="1607491" cy="646331"/>
                </a:xfrm>
                <a:prstGeom prst="rect">
                  <a:avLst/>
                </a:prstGeom>
                <a:blipFill>
                  <a:blip r:embed="rId12"/>
                  <a:stretch>
                    <a:fillRect t="-14151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1">
                <a:extLst>
                  <a:ext uri="{FF2B5EF4-FFF2-40B4-BE49-F238E27FC236}">
                    <a16:creationId xmlns:a16="http://schemas.microsoft.com/office/drawing/2014/main" id="{F6CB6FF6-C41F-D0F0-F873-1C0134A0B92E}"/>
                  </a:ext>
                </a:extLst>
              </p:cNvPr>
              <p:cNvSpPr txBox="1"/>
              <p:nvPr/>
            </p:nvSpPr>
            <p:spPr>
              <a:xfrm>
                <a:off x="3853195" y="3547897"/>
                <a:ext cx="160749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latin typeface="Century Gothic" panose="020B0502020202020204" pitchFamily="34" charset="0"/>
                  </a:rPr>
                  <a:t>3</a:t>
                </a:r>
              </a:p>
            </p:txBody>
          </p:sp>
        </mc:Choice>
        <mc:Fallback xmlns="">
          <p:sp>
            <p:nvSpPr>
              <p:cNvPr id="55" name="CuadroTexto 1">
                <a:extLst>
                  <a:ext uri="{FF2B5EF4-FFF2-40B4-BE49-F238E27FC236}">
                    <a16:creationId xmlns:a16="http://schemas.microsoft.com/office/drawing/2014/main" id="{F6CB6FF6-C41F-D0F0-F873-1C0134A0B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195" y="3547897"/>
                <a:ext cx="1607491" cy="646331"/>
              </a:xfrm>
              <a:prstGeom prst="rect">
                <a:avLst/>
              </a:prstGeom>
              <a:blipFill>
                <a:blip r:embed="rId13"/>
                <a:stretch>
                  <a:fillRect t="-14151" b="-349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1">
                <a:extLst>
                  <a:ext uri="{FF2B5EF4-FFF2-40B4-BE49-F238E27FC236}">
                    <a16:creationId xmlns:a16="http://schemas.microsoft.com/office/drawing/2014/main" id="{D2EB7828-6481-DA04-DF2C-54FF83713BCE}"/>
                  </a:ext>
                </a:extLst>
              </p:cNvPr>
              <p:cNvSpPr txBox="1"/>
              <p:nvPr/>
            </p:nvSpPr>
            <p:spPr>
              <a:xfrm>
                <a:off x="3361742" y="4114296"/>
                <a:ext cx="24297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latin typeface="Century Gothic" panose="020B0502020202020204" pitchFamily="34" charset="0"/>
                  </a:rPr>
                  <a:t>2</a:t>
                </a:r>
              </a:p>
            </p:txBody>
          </p:sp>
        </mc:Choice>
        <mc:Fallback xmlns="">
          <p:sp>
            <p:nvSpPr>
              <p:cNvPr id="60" name="CuadroTexto 1">
                <a:extLst>
                  <a:ext uri="{FF2B5EF4-FFF2-40B4-BE49-F238E27FC236}">
                    <a16:creationId xmlns:a16="http://schemas.microsoft.com/office/drawing/2014/main" id="{D2EB7828-6481-DA04-DF2C-54FF83713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742" y="4114296"/>
                <a:ext cx="2429742" cy="646331"/>
              </a:xfrm>
              <a:prstGeom prst="rect">
                <a:avLst/>
              </a:prstGeom>
              <a:blipFill>
                <a:blip r:embed="rId14"/>
                <a:stretch>
                  <a:fillRect t="-15094" b="-349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upo 61">
            <a:extLst>
              <a:ext uri="{FF2B5EF4-FFF2-40B4-BE49-F238E27FC236}">
                <a16:creationId xmlns:a16="http://schemas.microsoft.com/office/drawing/2014/main" id="{9B9958AE-2B8F-1D13-7C43-FC71AE995D9E}"/>
              </a:ext>
            </a:extLst>
          </p:cNvPr>
          <p:cNvGrpSpPr/>
          <p:nvPr/>
        </p:nvGrpSpPr>
        <p:grpSpPr>
          <a:xfrm>
            <a:off x="5510758" y="3552417"/>
            <a:ext cx="3095070" cy="1217127"/>
            <a:chOff x="4510633" y="13235067"/>
            <a:chExt cx="3095070" cy="1217127"/>
          </a:xfrm>
        </p:grpSpPr>
        <p:sp>
          <p:nvSpPr>
            <p:cNvPr id="63" name="CuadroTexto 1">
              <a:extLst>
                <a:ext uri="{FF2B5EF4-FFF2-40B4-BE49-F238E27FC236}">
                  <a16:creationId xmlns:a16="http://schemas.microsoft.com/office/drawing/2014/main" id="{6C101A97-E492-3E17-E2A6-1C3A0C1C8DED}"/>
                </a:ext>
              </a:extLst>
            </p:cNvPr>
            <p:cNvSpPr txBox="1"/>
            <p:nvPr/>
          </p:nvSpPr>
          <p:spPr>
            <a:xfrm>
              <a:off x="4510633" y="13558543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64" name="CuadroTexto 1">
              <a:extLst>
                <a:ext uri="{FF2B5EF4-FFF2-40B4-BE49-F238E27FC236}">
                  <a16:creationId xmlns:a16="http://schemas.microsoft.com/office/drawing/2014/main" id="{B184A0E2-1106-4C9B-5EA4-B4A94DDBE780}"/>
                </a:ext>
              </a:extLst>
            </p:cNvPr>
            <p:cNvSpPr txBox="1"/>
            <p:nvPr/>
          </p:nvSpPr>
          <p:spPr>
            <a:xfrm>
              <a:off x="6212645" y="13561779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65" name="CuadroTexto 1">
              <a:extLst>
                <a:ext uri="{FF2B5EF4-FFF2-40B4-BE49-F238E27FC236}">
                  <a16:creationId xmlns:a16="http://schemas.microsoft.com/office/drawing/2014/main" id="{2CB534D8-4130-1F46-C754-67138B9E4151}"/>
                </a:ext>
              </a:extLst>
            </p:cNvPr>
            <p:cNvSpPr txBox="1"/>
            <p:nvPr/>
          </p:nvSpPr>
          <p:spPr>
            <a:xfrm>
              <a:off x="5279333" y="13239464"/>
              <a:ext cx="8650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</a:p>
          </p:txBody>
        </p: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C15A215E-5A17-73B6-5DCB-4E9E87B2AEDD}"/>
                </a:ext>
              </a:extLst>
            </p:cNvPr>
            <p:cNvCxnSpPr>
              <a:cxnSpLocks/>
            </p:cNvCxnSpPr>
            <p:nvPr/>
          </p:nvCxnSpPr>
          <p:spPr>
            <a:xfrm>
              <a:off x="5087309" y="13859522"/>
              <a:ext cx="124908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uadroTexto 1">
                  <a:extLst>
                    <a:ext uri="{FF2B5EF4-FFF2-40B4-BE49-F238E27FC236}">
                      <a16:creationId xmlns:a16="http://schemas.microsoft.com/office/drawing/2014/main" id="{D5BEC0AA-CCD5-1597-A8A2-E4108D972C98}"/>
                    </a:ext>
                  </a:extLst>
                </p:cNvPr>
                <p:cNvSpPr txBox="1"/>
                <p:nvPr/>
              </p:nvSpPr>
              <p:spPr>
                <a:xfrm>
                  <a:off x="4968504" y="13805863"/>
                  <a:ext cx="148669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67" name="CuadroTexto 1">
                  <a:extLst>
                    <a:ext uri="{FF2B5EF4-FFF2-40B4-BE49-F238E27FC236}">
                      <a16:creationId xmlns:a16="http://schemas.microsoft.com/office/drawing/2014/main" id="{D5BEC0AA-CCD5-1597-A8A2-E4108D972C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8504" y="13805863"/>
                  <a:ext cx="1486692" cy="646331"/>
                </a:xfrm>
                <a:prstGeom prst="rect">
                  <a:avLst/>
                </a:prstGeom>
                <a:blipFill>
                  <a:blip r:embed="rId15"/>
                  <a:stretch>
                    <a:fillRect l="-2869" t="-14151" r="-3279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8" name="Grupo 67">
              <a:extLst>
                <a:ext uri="{FF2B5EF4-FFF2-40B4-BE49-F238E27FC236}">
                  <a16:creationId xmlns:a16="http://schemas.microsoft.com/office/drawing/2014/main" id="{9BEB50D5-3AD8-3F55-C894-DBF61DA0A2BD}"/>
                </a:ext>
              </a:extLst>
            </p:cNvPr>
            <p:cNvGrpSpPr/>
            <p:nvPr/>
          </p:nvGrpSpPr>
          <p:grpSpPr>
            <a:xfrm>
              <a:off x="6782434" y="13235067"/>
              <a:ext cx="823269" cy="1212800"/>
              <a:chOff x="6604980" y="8147997"/>
              <a:chExt cx="823269" cy="1212800"/>
            </a:xfrm>
          </p:grpSpPr>
          <p:sp>
            <p:nvSpPr>
              <p:cNvPr id="69" name="CuadroTexto 1">
                <a:extLst>
                  <a:ext uri="{FF2B5EF4-FFF2-40B4-BE49-F238E27FC236}">
                    <a16:creationId xmlns:a16="http://schemas.microsoft.com/office/drawing/2014/main" id="{1FE26FA8-9633-6CA9-C9EF-90F795FF0424}"/>
                  </a:ext>
                </a:extLst>
              </p:cNvPr>
              <p:cNvSpPr txBox="1"/>
              <p:nvPr/>
            </p:nvSpPr>
            <p:spPr>
              <a:xfrm>
                <a:off x="6604980" y="8147997"/>
                <a:ext cx="82326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600" b="1" dirty="0">
                    <a:latin typeface="Century Gothic" panose="020B0502020202020204" pitchFamily="34" charset="0"/>
                  </a:rPr>
                  <a:t>3</a:t>
                </a:r>
                <a:endParaRPr lang="es-ES" sz="3600" b="1" baseline="30000" dirty="0">
                  <a:latin typeface="Century Gothic" panose="020B0502020202020204" pitchFamily="34" charset="0"/>
                </a:endParaRPr>
              </a:p>
            </p:txBody>
          </p:sp>
          <p:cxnSp>
            <p:nvCxnSpPr>
              <p:cNvPr id="70" name="Conector recto 69">
                <a:extLst>
                  <a:ext uri="{FF2B5EF4-FFF2-40B4-BE49-F238E27FC236}">
                    <a16:creationId xmlns:a16="http://schemas.microsoft.com/office/drawing/2014/main" id="{05E8A642-BA11-9720-CAAE-0D5BE25163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20059" y="8781055"/>
                <a:ext cx="793111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CuadroTexto 1">
                <a:extLst>
                  <a:ext uri="{FF2B5EF4-FFF2-40B4-BE49-F238E27FC236}">
                    <a16:creationId xmlns:a16="http://schemas.microsoft.com/office/drawing/2014/main" id="{6132A751-65D1-3D2D-3904-BE32256BC833}"/>
                  </a:ext>
                </a:extLst>
              </p:cNvPr>
              <p:cNvSpPr txBox="1"/>
              <p:nvPr/>
            </p:nvSpPr>
            <p:spPr>
              <a:xfrm>
                <a:off x="6604980" y="8714466"/>
                <a:ext cx="82326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600" b="1" dirty="0">
                    <a:latin typeface="Century Gothic" panose="020B0502020202020204" pitchFamily="34" charset="0"/>
                  </a:rPr>
                  <a:t>8</a:t>
                </a:r>
                <a:endParaRPr lang="es-ES" sz="3600" b="1" baseline="30000" dirty="0">
                  <a:latin typeface="Century Gothic" panose="020B0502020202020204" pitchFamily="34" charset="0"/>
                </a:endParaRPr>
              </a:p>
            </p:txBody>
          </p:sp>
        </p:grpSp>
      </p:grp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ECDCB65-054A-910F-9ECC-B614B04027F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3AAD7B4-ECC3-B659-7AEC-2DB1DFA496A1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359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5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5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55" grpId="0"/>
      <p:bldP spid="6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50AC3FC-AAB8-4927-83D6-B823F05E2DA0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OUTPUT_FOLDER" val="[[&quot;\uFFFD\/\uFFFD\uFFFD{21D528DD-60A0-4F5B-BB24-A0E5BDBD4B43}&quot;,&quot;C:\\Users\\34717\\Desktop\\Apuntes\\3 ESO\\1. Fracciones y decimales&quot;]]"/>
  <p:tag name="ISPRING_ULTRA_SCORM_COURCE_TITLE" val="5. Multiplicación de fraccione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5. Multiplicación de fraccion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2FEF5C0-2048-46F5-8057-F19479AE569A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354425F-BA62-4EAC-A5E7-8A6C9697823D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135</Words>
  <Application>Microsoft Office PowerPoint</Application>
  <PresentationFormat>Panorámica</PresentationFormat>
  <Paragraphs>51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Multiplicación de fracciones</dc:title>
  <dc:creator>Illán Linos Souto</dc:creator>
  <cp:lastModifiedBy>Illán Linos</cp:lastModifiedBy>
  <cp:revision>45</cp:revision>
  <dcterms:created xsi:type="dcterms:W3CDTF">2024-08-18T18:48:07Z</dcterms:created>
  <dcterms:modified xsi:type="dcterms:W3CDTF">2025-11-20T16:04:51Z</dcterms:modified>
</cp:coreProperties>
</file>